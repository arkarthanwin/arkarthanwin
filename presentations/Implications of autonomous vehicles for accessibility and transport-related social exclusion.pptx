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vsdx" ContentType="application/vnd.ms-visio.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69" r:id="rId2"/>
    <p:sldId id="271" r:id="rId3"/>
    <p:sldId id="306" r:id="rId4"/>
    <p:sldId id="299" r:id="rId5"/>
    <p:sldId id="272" r:id="rId6"/>
    <p:sldId id="274" r:id="rId7"/>
    <p:sldId id="273" r:id="rId8"/>
    <p:sldId id="298" r:id="rId9"/>
    <p:sldId id="275" r:id="rId10"/>
    <p:sldId id="296" r:id="rId11"/>
    <p:sldId id="276" r:id="rId12"/>
    <p:sldId id="277" r:id="rId13"/>
    <p:sldId id="300" r:id="rId14"/>
    <p:sldId id="292" r:id="rId15"/>
    <p:sldId id="279" r:id="rId16"/>
    <p:sldId id="301" r:id="rId17"/>
    <p:sldId id="280" r:id="rId18"/>
    <p:sldId id="293" r:id="rId19"/>
    <p:sldId id="281" r:id="rId20"/>
    <p:sldId id="282" r:id="rId21"/>
    <p:sldId id="283" r:id="rId22"/>
    <p:sldId id="294" r:id="rId23"/>
    <p:sldId id="284" r:id="rId24"/>
    <p:sldId id="286" r:id="rId25"/>
    <p:sldId id="295" r:id="rId26"/>
    <p:sldId id="302" r:id="rId27"/>
    <p:sldId id="303" r:id="rId28"/>
    <p:sldId id="30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85" userDrawn="1">
          <p15:clr>
            <a:srgbClr val="A4A3A4"/>
          </p15:clr>
        </p15:guide>
        <p15:guide id="4" orient="horz" pos="2160" userDrawn="1">
          <p15:clr>
            <a:srgbClr val="A4A3A4"/>
          </p15:clr>
        </p15:guide>
        <p15:guide id="5" orient="horz" pos="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487C"/>
    <a:srgbClr val="FFFFFF"/>
    <a:srgbClr val="CCCFD7"/>
    <a:srgbClr val="1E4883"/>
    <a:srgbClr val="22476C"/>
    <a:srgbClr val="ADBBE6"/>
    <a:srgbClr val="F7FDFF"/>
    <a:srgbClr val="FCFCFC"/>
    <a:srgbClr val="1F497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957" autoAdjust="0"/>
  </p:normalViewPr>
  <p:slideViewPr>
    <p:cSldViewPr snapToGrid="0">
      <p:cViewPr varScale="1">
        <p:scale>
          <a:sx n="109" d="100"/>
          <a:sy n="109" d="100"/>
        </p:scale>
        <p:origin x="2260" y="84"/>
      </p:cViewPr>
      <p:guideLst>
        <p:guide pos="3885"/>
        <p:guide orient="horz" pos="2160"/>
        <p:guide orient="horz" pos="2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kar Than Win" userId="3c8250a4-c36e-434c-9640-1ec1d94cea55" providerId="ADAL" clId="{43480E00-951E-4B10-A21F-AA0E3C733DEE}"/>
    <pc:docChg chg="undo custSel addSld delSld modSld sldOrd modMainMaster">
      <pc:chgData name="Arkar Than Win" userId="3c8250a4-c36e-434c-9640-1ec1d94cea55" providerId="ADAL" clId="{43480E00-951E-4B10-A21F-AA0E3C733DEE}" dt="2024-06-02T02:27:21.439" v="8160"/>
      <pc:docMkLst>
        <pc:docMk/>
      </pc:docMkLst>
      <pc:sldChg chg="addSp delSp modSp mod delAnim modAnim modNotesTx">
        <pc:chgData name="Arkar Than Win" userId="3c8250a4-c36e-434c-9640-1ec1d94cea55" providerId="ADAL" clId="{43480E00-951E-4B10-A21F-AA0E3C733DEE}" dt="2024-05-29T06:06:14.860" v="8112" actId="20577"/>
        <pc:sldMkLst>
          <pc:docMk/>
          <pc:sldMk cId="2339810054" sldId="269"/>
        </pc:sldMkLst>
        <pc:spChg chg="mod">
          <ac:chgData name="Arkar Than Win" userId="3c8250a4-c36e-434c-9640-1ec1d94cea55" providerId="ADAL" clId="{43480E00-951E-4B10-A21F-AA0E3C733DEE}" dt="2024-05-27T00:34:50.134" v="1047" actId="14100"/>
          <ac:spMkLst>
            <pc:docMk/>
            <pc:sldMk cId="2339810054" sldId="269"/>
            <ac:spMk id="2" creationId="{B49EFBAD-A447-5113-D534-C4274248667A}"/>
          </ac:spMkLst>
        </pc:spChg>
        <pc:spChg chg="mod">
          <ac:chgData name="Arkar Than Win" userId="3c8250a4-c36e-434c-9640-1ec1d94cea55" providerId="ADAL" clId="{43480E00-951E-4B10-A21F-AA0E3C733DEE}" dt="2024-05-27T01:14:01.469" v="1410" actId="113"/>
          <ac:spMkLst>
            <pc:docMk/>
            <pc:sldMk cId="2339810054" sldId="269"/>
            <ac:spMk id="4" creationId="{15132EF0-A032-879C-FCBC-DFDA78FB8457}"/>
          </ac:spMkLst>
        </pc:spChg>
        <pc:spChg chg="add del mod">
          <ac:chgData name="Arkar Than Win" userId="3c8250a4-c36e-434c-9640-1ec1d94cea55" providerId="ADAL" clId="{43480E00-951E-4B10-A21F-AA0E3C733DEE}" dt="2024-05-27T00:34:42.486" v="1045" actId="478"/>
          <ac:spMkLst>
            <pc:docMk/>
            <pc:sldMk cId="2339810054" sldId="269"/>
            <ac:spMk id="45" creationId="{214055FB-BBE0-72AD-EB94-2635D0F7220A}"/>
          </ac:spMkLst>
        </pc:spChg>
        <pc:spChg chg="add mod ord topLvl">
          <ac:chgData name="Arkar Than Win" userId="3c8250a4-c36e-434c-9640-1ec1d94cea55" providerId="ADAL" clId="{43480E00-951E-4B10-A21F-AA0E3C733DEE}" dt="2024-05-27T01:09:17.312" v="1355"/>
          <ac:spMkLst>
            <pc:docMk/>
            <pc:sldMk cId="2339810054" sldId="269"/>
            <ac:spMk id="46" creationId="{B2AC975A-5BFB-DC60-6AED-0006DC3FB0F6}"/>
          </ac:spMkLst>
        </pc:spChg>
        <pc:grpChg chg="add mod">
          <ac:chgData name="Arkar Than Win" userId="3c8250a4-c36e-434c-9640-1ec1d94cea55" providerId="ADAL" clId="{43480E00-951E-4B10-A21F-AA0E3C733DEE}" dt="2024-05-27T00:29:22.642" v="947" actId="164"/>
          <ac:grpSpMkLst>
            <pc:docMk/>
            <pc:sldMk cId="2339810054" sldId="269"/>
            <ac:grpSpMk id="7" creationId="{2D1490FD-011A-5221-1EC6-B5507F67B6E3}"/>
          </ac:grpSpMkLst>
        </pc:grpChg>
        <pc:grpChg chg="add del mod">
          <ac:chgData name="Arkar Than Win" userId="3c8250a4-c36e-434c-9640-1ec1d94cea55" providerId="ADAL" clId="{43480E00-951E-4B10-A21F-AA0E3C733DEE}" dt="2024-05-27T00:33:44.822" v="1012" actId="478"/>
          <ac:grpSpMkLst>
            <pc:docMk/>
            <pc:sldMk cId="2339810054" sldId="269"/>
            <ac:grpSpMk id="14" creationId="{A5B571B4-0DB7-4872-D0F2-E60B4B444CDB}"/>
          </ac:grpSpMkLst>
        </pc:grpChg>
        <pc:grpChg chg="add del mod">
          <ac:chgData name="Arkar Than Win" userId="3c8250a4-c36e-434c-9640-1ec1d94cea55" providerId="ADAL" clId="{43480E00-951E-4B10-A21F-AA0E3C733DEE}" dt="2024-05-27T00:33:51.736" v="1015" actId="21"/>
          <ac:grpSpMkLst>
            <pc:docMk/>
            <pc:sldMk cId="2339810054" sldId="269"/>
            <ac:grpSpMk id="15" creationId="{F4CF924E-420D-6A64-41BA-E4789E1DD472}"/>
          </ac:grpSpMkLst>
        </pc:grpChg>
        <pc:grpChg chg="mod">
          <ac:chgData name="Arkar Than Win" userId="3c8250a4-c36e-434c-9640-1ec1d94cea55" providerId="ADAL" clId="{43480E00-951E-4B10-A21F-AA0E3C733DEE}" dt="2024-05-27T00:33:45.230" v="1013"/>
          <ac:grpSpMkLst>
            <pc:docMk/>
            <pc:sldMk cId="2339810054" sldId="269"/>
            <ac:grpSpMk id="17" creationId="{B1564D7C-CC17-D199-C098-D42D377DF843}"/>
          </ac:grpSpMkLst>
        </pc:grpChg>
        <pc:grpChg chg="add del mod ord">
          <ac:chgData name="Arkar Than Win" userId="3c8250a4-c36e-434c-9640-1ec1d94cea55" providerId="ADAL" clId="{43480E00-951E-4B10-A21F-AA0E3C733DEE}" dt="2024-05-27T00:52:24.718" v="1159" actId="478"/>
          <ac:grpSpMkLst>
            <pc:docMk/>
            <pc:sldMk cId="2339810054" sldId="269"/>
            <ac:grpSpMk id="30" creationId="{F4CF924E-420D-6A64-41BA-E4789E1DD472}"/>
          </ac:grpSpMkLst>
        </pc:grpChg>
        <pc:grpChg chg="del mod topLvl">
          <ac:chgData name="Arkar Than Win" userId="3c8250a4-c36e-434c-9640-1ec1d94cea55" providerId="ADAL" clId="{43480E00-951E-4B10-A21F-AA0E3C733DEE}" dt="2024-05-27T01:01:07" v="1299" actId="478"/>
          <ac:grpSpMkLst>
            <pc:docMk/>
            <pc:sldMk cId="2339810054" sldId="269"/>
            <ac:grpSpMk id="32" creationId="{B1564D7C-CC17-D199-C098-D42D377DF843}"/>
          </ac:grpSpMkLst>
        </pc:grpChg>
        <pc:grpChg chg="add del mod">
          <ac:chgData name="Arkar Than Win" userId="3c8250a4-c36e-434c-9640-1ec1d94cea55" providerId="ADAL" clId="{43480E00-951E-4B10-A21F-AA0E3C733DEE}" dt="2024-05-27T00:54:14.225" v="1174" actId="165"/>
          <ac:grpSpMkLst>
            <pc:docMk/>
            <pc:sldMk cId="2339810054" sldId="269"/>
            <ac:grpSpMk id="55" creationId="{04A02ACD-EE7B-BF52-8661-663DF1EF73D6}"/>
          </ac:grpSpMkLst>
        </pc:grpChg>
        <pc:grpChg chg="add del mod">
          <ac:chgData name="Arkar Than Win" userId="3c8250a4-c36e-434c-9640-1ec1d94cea55" providerId="ADAL" clId="{43480E00-951E-4B10-A21F-AA0E3C733DEE}" dt="2024-05-27T00:57:12.024" v="1186" actId="165"/>
          <ac:grpSpMkLst>
            <pc:docMk/>
            <pc:sldMk cId="2339810054" sldId="269"/>
            <ac:grpSpMk id="56" creationId="{A1B946C7-5A21-6A5B-7F3A-B96E995438DB}"/>
          </ac:grpSpMkLst>
        </pc:grpChg>
        <pc:grpChg chg="add mod topLvl">
          <ac:chgData name="Arkar Than Win" userId="3c8250a4-c36e-434c-9640-1ec1d94cea55" providerId="ADAL" clId="{43480E00-951E-4B10-A21F-AA0E3C733DEE}" dt="2024-05-27T01:09:14.212" v="1352"/>
          <ac:grpSpMkLst>
            <pc:docMk/>
            <pc:sldMk cId="2339810054" sldId="269"/>
            <ac:grpSpMk id="57" creationId="{99DE121D-42C3-4017-7E4F-676A41039030}"/>
          </ac:grpSpMkLst>
        </pc:grpChg>
        <pc:grpChg chg="add mod topLvl">
          <ac:chgData name="Arkar Than Win" userId="3c8250a4-c36e-434c-9640-1ec1d94cea55" providerId="ADAL" clId="{43480E00-951E-4B10-A21F-AA0E3C733DEE}" dt="2024-05-27T01:09:11.931" v="1351"/>
          <ac:grpSpMkLst>
            <pc:docMk/>
            <pc:sldMk cId="2339810054" sldId="269"/>
            <ac:grpSpMk id="71" creationId="{D74469B7-838E-EDBE-FAC1-CFFC79EAC57C}"/>
          </ac:grpSpMkLst>
        </pc:grpChg>
        <pc:grpChg chg="add del mod">
          <ac:chgData name="Arkar Than Win" userId="3c8250a4-c36e-434c-9640-1ec1d94cea55" providerId="ADAL" clId="{43480E00-951E-4B10-A21F-AA0E3C733DEE}" dt="2024-05-27T01:09:10.092" v="1350" actId="165"/>
          <ac:grpSpMkLst>
            <pc:docMk/>
            <pc:sldMk cId="2339810054" sldId="269"/>
            <ac:grpSpMk id="84" creationId="{E4495262-B773-11A3-7AF2-693F4947FADD}"/>
          </ac:grpSpMkLst>
        </pc:grpChg>
        <pc:grpChg chg="add mod ord">
          <ac:chgData name="Arkar Than Win" userId="3c8250a4-c36e-434c-9640-1ec1d94cea55" providerId="ADAL" clId="{43480E00-951E-4B10-A21F-AA0E3C733DEE}" dt="2024-05-27T01:13:29.824" v="1406" actId="13244"/>
          <ac:grpSpMkLst>
            <pc:docMk/>
            <pc:sldMk cId="2339810054" sldId="269"/>
            <ac:grpSpMk id="93" creationId="{54FC21C3-6DF5-C703-37A7-5891FE83285F}"/>
          </ac:grpSpMkLst>
        </pc:grpChg>
        <pc:picChg chg="add del mod">
          <ac:chgData name="Arkar Than Win" userId="3c8250a4-c36e-434c-9640-1ec1d94cea55" providerId="ADAL" clId="{43480E00-951E-4B10-A21F-AA0E3C733DEE}" dt="2024-05-27T00:26:36.979" v="928" actId="21"/>
          <ac:picMkLst>
            <pc:docMk/>
            <pc:sldMk cId="2339810054" sldId="269"/>
            <ac:picMk id="5" creationId="{D1F1CF4F-1566-4BAF-DD69-9BC2AD68936C}"/>
          </ac:picMkLst>
        </pc:picChg>
        <pc:picChg chg="add mod">
          <ac:chgData name="Arkar Than Win" userId="3c8250a4-c36e-434c-9640-1ec1d94cea55" providerId="ADAL" clId="{43480E00-951E-4B10-A21F-AA0E3C733DEE}" dt="2024-05-27T00:29:22.642" v="947" actId="164"/>
          <ac:picMkLst>
            <pc:docMk/>
            <pc:sldMk cId="2339810054" sldId="269"/>
            <ac:picMk id="6" creationId="{49E26672-3D1B-49B9-616F-D0A570DF139F}"/>
          </ac:picMkLst>
        </pc:picChg>
        <pc:picChg chg="mod">
          <ac:chgData name="Arkar Than Win" userId="3c8250a4-c36e-434c-9640-1ec1d94cea55" providerId="ADAL" clId="{43480E00-951E-4B10-A21F-AA0E3C733DEE}" dt="2024-05-27T00:29:20.329" v="945"/>
          <ac:picMkLst>
            <pc:docMk/>
            <pc:sldMk cId="2339810054" sldId="269"/>
            <ac:picMk id="8" creationId="{F7600C4C-12B3-7983-C6B6-4867B969C03C}"/>
          </ac:picMkLst>
        </pc:picChg>
        <pc:picChg chg="mod">
          <ac:chgData name="Arkar Than Win" userId="3c8250a4-c36e-434c-9640-1ec1d94cea55" providerId="ADAL" clId="{43480E00-951E-4B10-A21F-AA0E3C733DEE}" dt="2024-05-27T00:29:20.329" v="945"/>
          <ac:picMkLst>
            <pc:docMk/>
            <pc:sldMk cId="2339810054" sldId="269"/>
            <ac:picMk id="9" creationId="{52C27A0F-4EDC-94D6-4321-3C34F79393D6}"/>
          </ac:picMkLst>
        </pc:picChg>
        <pc:picChg chg="mod">
          <ac:chgData name="Arkar Than Win" userId="3c8250a4-c36e-434c-9640-1ec1d94cea55" providerId="ADAL" clId="{43480E00-951E-4B10-A21F-AA0E3C733DEE}" dt="2024-05-27T00:29:20.329" v="945"/>
          <ac:picMkLst>
            <pc:docMk/>
            <pc:sldMk cId="2339810054" sldId="269"/>
            <ac:picMk id="10" creationId="{4D478857-1F57-E7D1-FC90-2A1D71A71C4C}"/>
          </ac:picMkLst>
        </pc:picChg>
        <pc:picChg chg="mod">
          <ac:chgData name="Arkar Than Win" userId="3c8250a4-c36e-434c-9640-1ec1d94cea55" providerId="ADAL" clId="{43480E00-951E-4B10-A21F-AA0E3C733DEE}" dt="2024-05-27T00:29:20.329" v="945"/>
          <ac:picMkLst>
            <pc:docMk/>
            <pc:sldMk cId="2339810054" sldId="269"/>
            <ac:picMk id="11" creationId="{7E57B92A-C6C6-28A2-9389-36A5BC0ED35F}"/>
          </ac:picMkLst>
        </pc:picChg>
        <pc:picChg chg="mod">
          <ac:chgData name="Arkar Than Win" userId="3c8250a4-c36e-434c-9640-1ec1d94cea55" providerId="ADAL" clId="{43480E00-951E-4B10-A21F-AA0E3C733DEE}" dt="2024-05-27T00:29:20.329" v="945"/>
          <ac:picMkLst>
            <pc:docMk/>
            <pc:sldMk cId="2339810054" sldId="269"/>
            <ac:picMk id="12" creationId="{1DC8EE89-8D6F-8D24-D2DE-E787B685C973}"/>
          </ac:picMkLst>
        </pc:picChg>
        <pc:picChg chg="mod">
          <ac:chgData name="Arkar Than Win" userId="3c8250a4-c36e-434c-9640-1ec1d94cea55" providerId="ADAL" clId="{43480E00-951E-4B10-A21F-AA0E3C733DEE}" dt="2024-05-27T00:29:20.329" v="945"/>
          <ac:picMkLst>
            <pc:docMk/>
            <pc:sldMk cId="2339810054" sldId="269"/>
            <ac:picMk id="13" creationId="{4F59D134-136C-B216-2BCE-17FAD2582121}"/>
          </ac:picMkLst>
        </pc:picChg>
        <pc:picChg chg="mod">
          <ac:chgData name="Arkar Than Win" userId="3c8250a4-c36e-434c-9640-1ec1d94cea55" providerId="ADAL" clId="{43480E00-951E-4B10-A21F-AA0E3C733DEE}" dt="2024-05-27T00:33:45.230" v="1013"/>
          <ac:picMkLst>
            <pc:docMk/>
            <pc:sldMk cId="2339810054" sldId="269"/>
            <ac:picMk id="16" creationId="{646E908E-F639-959B-243C-190A620267F8}"/>
          </ac:picMkLst>
        </pc:picChg>
        <pc:picChg chg="mod">
          <ac:chgData name="Arkar Than Win" userId="3c8250a4-c36e-434c-9640-1ec1d94cea55" providerId="ADAL" clId="{43480E00-951E-4B10-A21F-AA0E3C733DEE}" dt="2024-05-27T00:33:45.230" v="1013"/>
          <ac:picMkLst>
            <pc:docMk/>
            <pc:sldMk cId="2339810054" sldId="269"/>
            <ac:picMk id="18" creationId="{360D3A01-DD88-730B-C0EA-BD66DEA4AA4C}"/>
          </ac:picMkLst>
        </pc:picChg>
        <pc:picChg chg="mod">
          <ac:chgData name="Arkar Than Win" userId="3c8250a4-c36e-434c-9640-1ec1d94cea55" providerId="ADAL" clId="{43480E00-951E-4B10-A21F-AA0E3C733DEE}" dt="2024-05-27T00:33:45.230" v="1013"/>
          <ac:picMkLst>
            <pc:docMk/>
            <pc:sldMk cId="2339810054" sldId="269"/>
            <ac:picMk id="19" creationId="{1FA8EB8F-44E0-2F31-ABB6-1AEC23D9BA84}"/>
          </ac:picMkLst>
        </pc:picChg>
        <pc:picChg chg="mod">
          <ac:chgData name="Arkar Than Win" userId="3c8250a4-c36e-434c-9640-1ec1d94cea55" providerId="ADAL" clId="{43480E00-951E-4B10-A21F-AA0E3C733DEE}" dt="2024-05-27T00:33:45.230" v="1013"/>
          <ac:picMkLst>
            <pc:docMk/>
            <pc:sldMk cId="2339810054" sldId="269"/>
            <ac:picMk id="20" creationId="{864BC9D5-4E8C-D64D-9F9B-0C2BABF620C5}"/>
          </ac:picMkLst>
        </pc:picChg>
        <pc:picChg chg="mod">
          <ac:chgData name="Arkar Than Win" userId="3c8250a4-c36e-434c-9640-1ec1d94cea55" providerId="ADAL" clId="{43480E00-951E-4B10-A21F-AA0E3C733DEE}" dt="2024-05-27T00:33:45.230" v="1013"/>
          <ac:picMkLst>
            <pc:docMk/>
            <pc:sldMk cId="2339810054" sldId="269"/>
            <ac:picMk id="21" creationId="{F7D4BCC4-7543-312A-D9B6-9486B7BB47CA}"/>
          </ac:picMkLst>
        </pc:picChg>
        <pc:picChg chg="mod">
          <ac:chgData name="Arkar Than Win" userId="3c8250a4-c36e-434c-9640-1ec1d94cea55" providerId="ADAL" clId="{43480E00-951E-4B10-A21F-AA0E3C733DEE}" dt="2024-05-27T00:33:45.230" v="1013"/>
          <ac:picMkLst>
            <pc:docMk/>
            <pc:sldMk cId="2339810054" sldId="269"/>
            <ac:picMk id="22" creationId="{B8DBA4D4-832F-1A77-DBFA-F91E335F85FB}"/>
          </ac:picMkLst>
        </pc:picChg>
        <pc:picChg chg="mod">
          <ac:chgData name="Arkar Than Win" userId="3c8250a4-c36e-434c-9640-1ec1d94cea55" providerId="ADAL" clId="{43480E00-951E-4B10-A21F-AA0E3C733DEE}" dt="2024-05-27T00:33:45.230" v="1013"/>
          <ac:picMkLst>
            <pc:docMk/>
            <pc:sldMk cId="2339810054" sldId="269"/>
            <ac:picMk id="23" creationId="{5636A5CE-368B-2307-90A3-DDD7B52F0929}"/>
          </ac:picMkLst>
        </pc:picChg>
        <pc:picChg chg="mod">
          <ac:chgData name="Arkar Than Win" userId="3c8250a4-c36e-434c-9640-1ec1d94cea55" providerId="ADAL" clId="{43480E00-951E-4B10-A21F-AA0E3C733DEE}" dt="2024-05-27T00:33:45.230" v="1013"/>
          <ac:picMkLst>
            <pc:docMk/>
            <pc:sldMk cId="2339810054" sldId="269"/>
            <ac:picMk id="24" creationId="{12FC7DAA-9259-09A9-1365-F0BBCE671B15}"/>
          </ac:picMkLst>
        </pc:picChg>
        <pc:picChg chg="mod">
          <ac:chgData name="Arkar Than Win" userId="3c8250a4-c36e-434c-9640-1ec1d94cea55" providerId="ADAL" clId="{43480E00-951E-4B10-A21F-AA0E3C733DEE}" dt="2024-05-27T00:33:45.230" v="1013"/>
          <ac:picMkLst>
            <pc:docMk/>
            <pc:sldMk cId="2339810054" sldId="269"/>
            <ac:picMk id="25" creationId="{BB9D1D4D-9CE6-608A-83DF-CC5F2E7F0ACA}"/>
          </ac:picMkLst>
        </pc:picChg>
        <pc:picChg chg="mod">
          <ac:chgData name="Arkar Than Win" userId="3c8250a4-c36e-434c-9640-1ec1d94cea55" providerId="ADAL" clId="{43480E00-951E-4B10-A21F-AA0E3C733DEE}" dt="2024-05-27T00:33:45.230" v="1013"/>
          <ac:picMkLst>
            <pc:docMk/>
            <pc:sldMk cId="2339810054" sldId="269"/>
            <ac:picMk id="26" creationId="{7C2BA134-6D37-6A2B-A542-74BDDE8C86D4}"/>
          </ac:picMkLst>
        </pc:picChg>
        <pc:picChg chg="mod">
          <ac:chgData name="Arkar Than Win" userId="3c8250a4-c36e-434c-9640-1ec1d94cea55" providerId="ADAL" clId="{43480E00-951E-4B10-A21F-AA0E3C733DEE}" dt="2024-05-27T00:33:45.230" v="1013"/>
          <ac:picMkLst>
            <pc:docMk/>
            <pc:sldMk cId="2339810054" sldId="269"/>
            <ac:picMk id="27" creationId="{EC0F2D09-BDFF-D721-0C31-B29B24EC3407}"/>
          </ac:picMkLst>
        </pc:picChg>
        <pc:picChg chg="mod">
          <ac:chgData name="Arkar Than Win" userId="3c8250a4-c36e-434c-9640-1ec1d94cea55" providerId="ADAL" clId="{43480E00-951E-4B10-A21F-AA0E3C733DEE}" dt="2024-05-27T00:33:45.230" v="1013"/>
          <ac:picMkLst>
            <pc:docMk/>
            <pc:sldMk cId="2339810054" sldId="269"/>
            <ac:picMk id="28" creationId="{FEDCB22D-EF84-A3AC-6C75-487F8A79C77A}"/>
          </ac:picMkLst>
        </pc:picChg>
        <pc:picChg chg="mod">
          <ac:chgData name="Arkar Than Win" userId="3c8250a4-c36e-434c-9640-1ec1d94cea55" providerId="ADAL" clId="{43480E00-951E-4B10-A21F-AA0E3C733DEE}" dt="2024-05-27T00:33:45.230" v="1013"/>
          <ac:picMkLst>
            <pc:docMk/>
            <pc:sldMk cId="2339810054" sldId="269"/>
            <ac:picMk id="29" creationId="{E9265453-C3EB-63DF-09DA-C6310CCA91DF}"/>
          </ac:picMkLst>
        </pc:picChg>
        <pc:picChg chg="add del mod topLvl">
          <ac:chgData name="Arkar Than Win" userId="3c8250a4-c36e-434c-9640-1ec1d94cea55" providerId="ADAL" clId="{43480E00-951E-4B10-A21F-AA0E3C733DEE}" dt="2024-05-27T00:52:24.718" v="1159" actId="478"/>
          <ac:picMkLst>
            <pc:docMk/>
            <pc:sldMk cId="2339810054" sldId="269"/>
            <ac:picMk id="31" creationId="{646E908E-F639-959B-243C-190A620267F8}"/>
          </ac:picMkLst>
        </pc:picChg>
        <pc:picChg chg="mod">
          <ac:chgData name="Arkar Than Win" userId="3c8250a4-c36e-434c-9640-1ec1d94cea55" providerId="ADAL" clId="{43480E00-951E-4B10-A21F-AA0E3C733DEE}" dt="2024-05-27T00:57:12.024" v="1186" actId="165"/>
          <ac:picMkLst>
            <pc:docMk/>
            <pc:sldMk cId="2339810054" sldId="269"/>
            <ac:picMk id="33" creationId="{360D3A01-DD88-730B-C0EA-BD66DEA4AA4C}"/>
          </ac:picMkLst>
        </pc:picChg>
        <pc:picChg chg="mod">
          <ac:chgData name="Arkar Than Win" userId="3c8250a4-c36e-434c-9640-1ec1d94cea55" providerId="ADAL" clId="{43480E00-951E-4B10-A21F-AA0E3C733DEE}" dt="2024-05-27T00:57:12.024" v="1186" actId="165"/>
          <ac:picMkLst>
            <pc:docMk/>
            <pc:sldMk cId="2339810054" sldId="269"/>
            <ac:picMk id="34" creationId="{1FA8EB8F-44E0-2F31-ABB6-1AEC23D9BA84}"/>
          </ac:picMkLst>
        </pc:picChg>
        <pc:picChg chg="mod">
          <ac:chgData name="Arkar Than Win" userId="3c8250a4-c36e-434c-9640-1ec1d94cea55" providerId="ADAL" clId="{43480E00-951E-4B10-A21F-AA0E3C733DEE}" dt="2024-05-27T00:57:12.024" v="1186" actId="165"/>
          <ac:picMkLst>
            <pc:docMk/>
            <pc:sldMk cId="2339810054" sldId="269"/>
            <ac:picMk id="35" creationId="{864BC9D5-4E8C-D64D-9F9B-0C2BABF620C5}"/>
          </ac:picMkLst>
        </pc:picChg>
        <pc:picChg chg="mod">
          <ac:chgData name="Arkar Than Win" userId="3c8250a4-c36e-434c-9640-1ec1d94cea55" providerId="ADAL" clId="{43480E00-951E-4B10-A21F-AA0E3C733DEE}" dt="2024-05-27T00:57:12.024" v="1186" actId="165"/>
          <ac:picMkLst>
            <pc:docMk/>
            <pc:sldMk cId="2339810054" sldId="269"/>
            <ac:picMk id="36" creationId="{F7D4BCC4-7543-312A-D9B6-9486B7BB47CA}"/>
          </ac:picMkLst>
        </pc:picChg>
        <pc:picChg chg="mod">
          <ac:chgData name="Arkar Than Win" userId="3c8250a4-c36e-434c-9640-1ec1d94cea55" providerId="ADAL" clId="{43480E00-951E-4B10-A21F-AA0E3C733DEE}" dt="2024-05-27T00:57:12.024" v="1186" actId="165"/>
          <ac:picMkLst>
            <pc:docMk/>
            <pc:sldMk cId="2339810054" sldId="269"/>
            <ac:picMk id="37" creationId="{B8DBA4D4-832F-1A77-DBFA-F91E335F85FB}"/>
          </ac:picMkLst>
        </pc:picChg>
        <pc:picChg chg="mod">
          <ac:chgData name="Arkar Than Win" userId="3c8250a4-c36e-434c-9640-1ec1d94cea55" providerId="ADAL" clId="{43480E00-951E-4B10-A21F-AA0E3C733DEE}" dt="2024-05-27T00:57:12.024" v="1186" actId="165"/>
          <ac:picMkLst>
            <pc:docMk/>
            <pc:sldMk cId="2339810054" sldId="269"/>
            <ac:picMk id="38" creationId="{5636A5CE-368B-2307-90A3-DDD7B52F0929}"/>
          </ac:picMkLst>
        </pc:picChg>
        <pc:picChg chg="mod">
          <ac:chgData name="Arkar Than Win" userId="3c8250a4-c36e-434c-9640-1ec1d94cea55" providerId="ADAL" clId="{43480E00-951E-4B10-A21F-AA0E3C733DEE}" dt="2024-05-27T00:57:12.024" v="1186" actId="165"/>
          <ac:picMkLst>
            <pc:docMk/>
            <pc:sldMk cId="2339810054" sldId="269"/>
            <ac:picMk id="39" creationId="{12FC7DAA-9259-09A9-1365-F0BBCE671B15}"/>
          </ac:picMkLst>
        </pc:picChg>
        <pc:picChg chg="mod">
          <ac:chgData name="Arkar Than Win" userId="3c8250a4-c36e-434c-9640-1ec1d94cea55" providerId="ADAL" clId="{43480E00-951E-4B10-A21F-AA0E3C733DEE}" dt="2024-05-27T00:57:12.024" v="1186" actId="165"/>
          <ac:picMkLst>
            <pc:docMk/>
            <pc:sldMk cId="2339810054" sldId="269"/>
            <ac:picMk id="40" creationId="{BB9D1D4D-9CE6-608A-83DF-CC5F2E7F0ACA}"/>
          </ac:picMkLst>
        </pc:picChg>
        <pc:picChg chg="mod">
          <ac:chgData name="Arkar Than Win" userId="3c8250a4-c36e-434c-9640-1ec1d94cea55" providerId="ADAL" clId="{43480E00-951E-4B10-A21F-AA0E3C733DEE}" dt="2024-05-27T00:57:12.024" v="1186" actId="165"/>
          <ac:picMkLst>
            <pc:docMk/>
            <pc:sldMk cId="2339810054" sldId="269"/>
            <ac:picMk id="41" creationId="{7C2BA134-6D37-6A2B-A542-74BDDE8C86D4}"/>
          </ac:picMkLst>
        </pc:picChg>
        <pc:picChg chg="mod">
          <ac:chgData name="Arkar Than Win" userId="3c8250a4-c36e-434c-9640-1ec1d94cea55" providerId="ADAL" clId="{43480E00-951E-4B10-A21F-AA0E3C733DEE}" dt="2024-05-27T00:57:12.024" v="1186" actId="165"/>
          <ac:picMkLst>
            <pc:docMk/>
            <pc:sldMk cId="2339810054" sldId="269"/>
            <ac:picMk id="42" creationId="{EC0F2D09-BDFF-D721-0C31-B29B24EC3407}"/>
          </ac:picMkLst>
        </pc:picChg>
        <pc:picChg chg="mod">
          <ac:chgData name="Arkar Than Win" userId="3c8250a4-c36e-434c-9640-1ec1d94cea55" providerId="ADAL" clId="{43480E00-951E-4B10-A21F-AA0E3C733DEE}" dt="2024-05-27T00:57:12.024" v="1186" actId="165"/>
          <ac:picMkLst>
            <pc:docMk/>
            <pc:sldMk cId="2339810054" sldId="269"/>
            <ac:picMk id="43" creationId="{FEDCB22D-EF84-A3AC-6C75-487F8A79C77A}"/>
          </ac:picMkLst>
        </pc:picChg>
        <pc:picChg chg="mod">
          <ac:chgData name="Arkar Than Win" userId="3c8250a4-c36e-434c-9640-1ec1d94cea55" providerId="ADAL" clId="{43480E00-951E-4B10-A21F-AA0E3C733DEE}" dt="2024-05-27T00:57:12.024" v="1186" actId="165"/>
          <ac:picMkLst>
            <pc:docMk/>
            <pc:sldMk cId="2339810054" sldId="269"/>
            <ac:picMk id="44" creationId="{E9265453-C3EB-63DF-09DA-C6310CCA91DF}"/>
          </ac:picMkLst>
        </pc:picChg>
        <pc:picChg chg="add del mod">
          <ac:chgData name="Arkar Than Win" userId="3c8250a4-c36e-434c-9640-1ec1d94cea55" providerId="ADAL" clId="{43480E00-951E-4B10-A21F-AA0E3C733DEE}" dt="2024-05-27T00:51:02.466" v="1135" actId="478"/>
          <ac:picMkLst>
            <pc:docMk/>
            <pc:sldMk cId="2339810054" sldId="269"/>
            <ac:picMk id="50" creationId="{0A1DE889-49F1-5417-53A4-CD47AE517A7F}"/>
          </ac:picMkLst>
        </pc:picChg>
        <pc:picChg chg="add mod">
          <ac:chgData name="Arkar Than Win" userId="3c8250a4-c36e-434c-9640-1ec1d94cea55" providerId="ADAL" clId="{43480E00-951E-4B10-A21F-AA0E3C733DEE}" dt="2024-05-27T00:48:49.612" v="1127"/>
          <ac:picMkLst>
            <pc:docMk/>
            <pc:sldMk cId="2339810054" sldId="269"/>
            <ac:picMk id="51" creationId="{0A1DE889-49F1-5417-53A4-CD47AE517A7F}"/>
          </ac:picMkLst>
        </pc:picChg>
        <pc:picChg chg="add del mod">
          <ac:chgData name="Arkar Than Win" userId="3c8250a4-c36e-434c-9640-1ec1d94cea55" providerId="ADAL" clId="{43480E00-951E-4B10-A21F-AA0E3C733DEE}" dt="2024-05-27T00:52:22.941" v="1158" actId="21"/>
          <ac:picMkLst>
            <pc:docMk/>
            <pc:sldMk cId="2339810054" sldId="269"/>
            <ac:picMk id="53" creationId="{661B9AD3-901B-BEE2-67A2-8A79FF57E23C}"/>
          </ac:picMkLst>
        </pc:picChg>
        <pc:picChg chg="add mod topLvl">
          <ac:chgData name="Arkar Than Win" userId="3c8250a4-c36e-434c-9640-1ec1d94cea55" providerId="ADAL" clId="{43480E00-951E-4B10-A21F-AA0E3C733DEE}" dt="2024-05-27T01:09:23.682" v="1358"/>
          <ac:picMkLst>
            <pc:docMk/>
            <pc:sldMk cId="2339810054" sldId="269"/>
            <ac:picMk id="54" creationId="{661B9AD3-901B-BEE2-67A2-8A79FF57E23C}"/>
          </ac:picMkLst>
        </pc:picChg>
        <pc:picChg chg="mod">
          <ac:chgData name="Arkar Than Win" userId="3c8250a4-c36e-434c-9640-1ec1d94cea55" providerId="ADAL" clId="{43480E00-951E-4B10-A21F-AA0E3C733DEE}" dt="2024-05-27T01:09:14.212" v="1352"/>
          <ac:picMkLst>
            <pc:docMk/>
            <pc:sldMk cId="2339810054" sldId="269"/>
            <ac:picMk id="58" creationId="{D3059A4B-5890-0FEF-9215-657B2705C8E5}"/>
          </ac:picMkLst>
        </pc:picChg>
        <pc:picChg chg="mod">
          <ac:chgData name="Arkar Than Win" userId="3c8250a4-c36e-434c-9640-1ec1d94cea55" providerId="ADAL" clId="{43480E00-951E-4B10-A21F-AA0E3C733DEE}" dt="2024-05-27T01:09:14.212" v="1352"/>
          <ac:picMkLst>
            <pc:docMk/>
            <pc:sldMk cId="2339810054" sldId="269"/>
            <ac:picMk id="59" creationId="{C1D569EB-549F-19C1-F0F4-041BB0917C86}"/>
          </ac:picMkLst>
        </pc:picChg>
        <pc:picChg chg="mod">
          <ac:chgData name="Arkar Than Win" userId="3c8250a4-c36e-434c-9640-1ec1d94cea55" providerId="ADAL" clId="{43480E00-951E-4B10-A21F-AA0E3C733DEE}" dt="2024-05-27T01:09:14.212" v="1352"/>
          <ac:picMkLst>
            <pc:docMk/>
            <pc:sldMk cId="2339810054" sldId="269"/>
            <ac:picMk id="60" creationId="{243EC706-F013-5EF8-6839-3053AA07EC54}"/>
          </ac:picMkLst>
        </pc:picChg>
        <pc:picChg chg="mod">
          <ac:chgData name="Arkar Than Win" userId="3c8250a4-c36e-434c-9640-1ec1d94cea55" providerId="ADAL" clId="{43480E00-951E-4B10-A21F-AA0E3C733DEE}" dt="2024-05-27T01:09:14.212" v="1352"/>
          <ac:picMkLst>
            <pc:docMk/>
            <pc:sldMk cId="2339810054" sldId="269"/>
            <ac:picMk id="61" creationId="{827879B4-0073-FDC1-C8A3-48C756AECFA9}"/>
          </ac:picMkLst>
        </pc:picChg>
        <pc:picChg chg="mod">
          <ac:chgData name="Arkar Than Win" userId="3c8250a4-c36e-434c-9640-1ec1d94cea55" providerId="ADAL" clId="{43480E00-951E-4B10-A21F-AA0E3C733DEE}" dt="2024-05-27T01:09:14.212" v="1352"/>
          <ac:picMkLst>
            <pc:docMk/>
            <pc:sldMk cId="2339810054" sldId="269"/>
            <ac:picMk id="62" creationId="{48D915D5-93C1-F333-A35F-FF3295230BC5}"/>
          </ac:picMkLst>
        </pc:picChg>
        <pc:picChg chg="mod">
          <ac:chgData name="Arkar Than Win" userId="3c8250a4-c36e-434c-9640-1ec1d94cea55" providerId="ADAL" clId="{43480E00-951E-4B10-A21F-AA0E3C733DEE}" dt="2024-05-27T01:09:14.212" v="1352"/>
          <ac:picMkLst>
            <pc:docMk/>
            <pc:sldMk cId="2339810054" sldId="269"/>
            <ac:picMk id="63" creationId="{97BCF067-2145-4FF3-AF1B-2E5DA2F583A7}"/>
          </ac:picMkLst>
        </pc:picChg>
        <pc:picChg chg="mod">
          <ac:chgData name="Arkar Than Win" userId="3c8250a4-c36e-434c-9640-1ec1d94cea55" providerId="ADAL" clId="{43480E00-951E-4B10-A21F-AA0E3C733DEE}" dt="2024-05-27T01:09:14.212" v="1352"/>
          <ac:picMkLst>
            <pc:docMk/>
            <pc:sldMk cId="2339810054" sldId="269"/>
            <ac:picMk id="64" creationId="{8DC119E9-DF69-23ED-A8C6-3082BD6F66AF}"/>
          </ac:picMkLst>
        </pc:picChg>
        <pc:picChg chg="mod">
          <ac:chgData name="Arkar Than Win" userId="3c8250a4-c36e-434c-9640-1ec1d94cea55" providerId="ADAL" clId="{43480E00-951E-4B10-A21F-AA0E3C733DEE}" dt="2024-05-27T01:09:14.212" v="1352"/>
          <ac:picMkLst>
            <pc:docMk/>
            <pc:sldMk cId="2339810054" sldId="269"/>
            <ac:picMk id="65" creationId="{29CAB09A-4E6C-31F2-76AE-47EEC668F0D1}"/>
          </ac:picMkLst>
        </pc:picChg>
        <pc:picChg chg="mod">
          <ac:chgData name="Arkar Than Win" userId="3c8250a4-c36e-434c-9640-1ec1d94cea55" providerId="ADAL" clId="{43480E00-951E-4B10-A21F-AA0E3C733DEE}" dt="2024-05-27T01:09:14.212" v="1352"/>
          <ac:picMkLst>
            <pc:docMk/>
            <pc:sldMk cId="2339810054" sldId="269"/>
            <ac:picMk id="66" creationId="{195E7944-503A-ADA8-BC94-CFF0ABDF3164}"/>
          </ac:picMkLst>
        </pc:picChg>
        <pc:picChg chg="mod">
          <ac:chgData name="Arkar Than Win" userId="3c8250a4-c36e-434c-9640-1ec1d94cea55" providerId="ADAL" clId="{43480E00-951E-4B10-A21F-AA0E3C733DEE}" dt="2024-05-27T01:09:14.212" v="1352"/>
          <ac:picMkLst>
            <pc:docMk/>
            <pc:sldMk cId="2339810054" sldId="269"/>
            <ac:picMk id="67" creationId="{7E7F1ED0-9557-A69B-A1C1-CDC618CF3DF5}"/>
          </ac:picMkLst>
        </pc:picChg>
        <pc:picChg chg="add del mod">
          <ac:chgData name="Arkar Than Win" userId="3c8250a4-c36e-434c-9640-1ec1d94cea55" providerId="ADAL" clId="{43480E00-951E-4B10-A21F-AA0E3C733DEE}" dt="2024-05-27T00:53:46.488" v="1170" actId="478"/>
          <ac:picMkLst>
            <pc:docMk/>
            <pc:sldMk cId="2339810054" sldId="269"/>
            <ac:picMk id="68" creationId="{73C2E50E-76D9-D31E-1B55-121C9BC50A16}"/>
          </ac:picMkLst>
        </pc:picChg>
        <pc:picChg chg="mod">
          <ac:chgData name="Arkar Than Win" userId="3c8250a4-c36e-434c-9640-1ec1d94cea55" providerId="ADAL" clId="{43480E00-951E-4B10-A21F-AA0E3C733DEE}" dt="2024-05-27T01:09:14.212" v="1352"/>
          <ac:picMkLst>
            <pc:docMk/>
            <pc:sldMk cId="2339810054" sldId="269"/>
            <ac:picMk id="69" creationId="{2AA01B16-BA2B-B76D-2CD7-ED8790A88906}"/>
          </ac:picMkLst>
        </pc:picChg>
        <pc:picChg chg="mod">
          <ac:chgData name="Arkar Than Win" userId="3c8250a4-c36e-434c-9640-1ec1d94cea55" providerId="ADAL" clId="{43480E00-951E-4B10-A21F-AA0E3C733DEE}" dt="2024-05-27T01:09:14.212" v="1352"/>
          <ac:picMkLst>
            <pc:docMk/>
            <pc:sldMk cId="2339810054" sldId="269"/>
            <ac:picMk id="70" creationId="{8574867C-40ED-085F-DDA1-0EB5A72887A2}"/>
          </ac:picMkLst>
        </pc:picChg>
        <pc:picChg chg="mod">
          <ac:chgData name="Arkar Than Win" userId="3c8250a4-c36e-434c-9640-1ec1d94cea55" providerId="ADAL" clId="{43480E00-951E-4B10-A21F-AA0E3C733DEE}" dt="2024-05-27T01:09:11.931" v="1351"/>
          <ac:picMkLst>
            <pc:docMk/>
            <pc:sldMk cId="2339810054" sldId="269"/>
            <ac:picMk id="72" creationId="{87A36338-8587-73B7-FC5E-DFB96D23DED5}"/>
          </ac:picMkLst>
        </pc:picChg>
        <pc:picChg chg="mod">
          <ac:chgData name="Arkar Than Win" userId="3c8250a4-c36e-434c-9640-1ec1d94cea55" providerId="ADAL" clId="{43480E00-951E-4B10-A21F-AA0E3C733DEE}" dt="2024-05-27T01:09:11.931" v="1351"/>
          <ac:picMkLst>
            <pc:docMk/>
            <pc:sldMk cId="2339810054" sldId="269"/>
            <ac:picMk id="73" creationId="{C79EADCD-53C3-21BB-6F32-50E7097C0D20}"/>
          </ac:picMkLst>
        </pc:picChg>
        <pc:picChg chg="mod">
          <ac:chgData name="Arkar Than Win" userId="3c8250a4-c36e-434c-9640-1ec1d94cea55" providerId="ADAL" clId="{43480E00-951E-4B10-A21F-AA0E3C733DEE}" dt="2024-05-27T01:09:11.931" v="1351"/>
          <ac:picMkLst>
            <pc:docMk/>
            <pc:sldMk cId="2339810054" sldId="269"/>
            <ac:picMk id="74" creationId="{C756EAD7-1793-8183-8274-EC7D4965D724}"/>
          </ac:picMkLst>
        </pc:picChg>
        <pc:picChg chg="mod">
          <ac:chgData name="Arkar Than Win" userId="3c8250a4-c36e-434c-9640-1ec1d94cea55" providerId="ADAL" clId="{43480E00-951E-4B10-A21F-AA0E3C733DEE}" dt="2024-05-27T01:09:11.931" v="1351"/>
          <ac:picMkLst>
            <pc:docMk/>
            <pc:sldMk cId="2339810054" sldId="269"/>
            <ac:picMk id="75" creationId="{D6E4AE24-371F-ACD2-E0E8-249E62AE33AF}"/>
          </ac:picMkLst>
        </pc:picChg>
        <pc:picChg chg="mod">
          <ac:chgData name="Arkar Than Win" userId="3c8250a4-c36e-434c-9640-1ec1d94cea55" providerId="ADAL" clId="{43480E00-951E-4B10-A21F-AA0E3C733DEE}" dt="2024-05-27T01:09:11.931" v="1351"/>
          <ac:picMkLst>
            <pc:docMk/>
            <pc:sldMk cId="2339810054" sldId="269"/>
            <ac:picMk id="76" creationId="{6600C620-2902-FC88-2697-9EFD6E3944DC}"/>
          </ac:picMkLst>
        </pc:picChg>
        <pc:picChg chg="mod">
          <ac:chgData name="Arkar Than Win" userId="3c8250a4-c36e-434c-9640-1ec1d94cea55" providerId="ADAL" clId="{43480E00-951E-4B10-A21F-AA0E3C733DEE}" dt="2024-05-27T01:09:11.931" v="1351"/>
          <ac:picMkLst>
            <pc:docMk/>
            <pc:sldMk cId="2339810054" sldId="269"/>
            <ac:picMk id="77" creationId="{1D18515B-89B3-943F-A169-9A4847941455}"/>
          </ac:picMkLst>
        </pc:picChg>
        <pc:picChg chg="mod">
          <ac:chgData name="Arkar Than Win" userId="3c8250a4-c36e-434c-9640-1ec1d94cea55" providerId="ADAL" clId="{43480E00-951E-4B10-A21F-AA0E3C733DEE}" dt="2024-05-27T01:09:11.931" v="1351"/>
          <ac:picMkLst>
            <pc:docMk/>
            <pc:sldMk cId="2339810054" sldId="269"/>
            <ac:picMk id="78" creationId="{7ECFE9D8-6F5C-3AB9-3286-9E3A6B550F94}"/>
          </ac:picMkLst>
        </pc:picChg>
        <pc:picChg chg="mod">
          <ac:chgData name="Arkar Than Win" userId="3c8250a4-c36e-434c-9640-1ec1d94cea55" providerId="ADAL" clId="{43480E00-951E-4B10-A21F-AA0E3C733DEE}" dt="2024-05-27T01:09:11.931" v="1351"/>
          <ac:picMkLst>
            <pc:docMk/>
            <pc:sldMk cId="2339810054" sldId="269"/>
            <ac:picMk id="79" creationId="{CFDC49B3-5766-E3B6-E7CE-CF355FB92311}"/>
          </ac:picMkLst>
        </pc:picChg>
        <pc:picChg chg="mod">
          <ac:chgData name="Arkar Than Win" userId="3c8250a4-c36e-434c-9640-1ec1d94cea55" providerId="ADAL" clId="{43480E00-951E-4B10-A21F-AA0E3C733DEE}" dt="2024-05-27T01:09:11.931" v="1351"/>
          <ac:picMkLst>
            <pc:docMk/>
            <pc:sldMk cId="2339810054" sldId="269"/>
            <ac:picMk id="80" creationId="{C8B29B17-36C6-D7E2-F4B3-57CEE1B99144}"/>
          </ac:picMkLst>
        </pc:picChg>
        <pc:picChg chg="mod">
          <ac:chgData name="Arkar Than Win" userId="3c8250a4-c36e-434c-9640-1ec1d94cea55" providerId="ADAL" clId="{43480E00-951E-4B10-A21F-AA0E3C733DEE}" dt="2024-05-27T01:09:11.931" v="1351"/>
          <ac:picMkLst>
            <pc:docMk/>
            <pc:sldMk cId="2339810054" sldId="269"/>
            <ac:picMk id="81" creationId="{810FFC37-D77D-B57D-F47C-6F2EAE658939}"/>
          </ac:picMkLst>
        </pc:picChg>
        <pc:picChg chg="mod">
          <ac:chgData name="Arkar Than Win" userId="3c8250a4-c36e-434c-9640-1ec1d94cea55" providerId="ADAL" clId="{43480E00-951E-4B10-A21F-AA0E3C733DEE}" dt="2024-05-27T01:09:11.931" v="1351"/>
          <ac:picMkLst>
            <pc:docMk/>
            <pc:sldMk cId="2339810054" sldId="269"/>
            <ac:picMk id="82" creationId="{32BB2990-8E0C-8EBD-BB84-DC1CE82A61BD}"/>
          </ac:picMkLst>
        </pc:picChg>
        <pc:picChg chg="mod">
          <ac:chgData name="Arkar Than Win" userId="3c8250a4-c36e-434c-9640-1ec1d94cea55" providerId="ADAL" clId="{43480E00-951E-4B10-A21F-AA0E3C733DEE}" dt="2024-05-27T01:09:11.931" v="1351"/>
          <ac:picMkLst>
            <pc:docMk/>
            <pc:sldMk cId="2339810054" sldId="269"/>
            <ac:picMk id="83" creationId="{E9ED92F6-6C49-D725-608E-660EFA2B0FE4}"/>
          </ac:picMkLst>
        </pc:picChg>
        <pc:picChg chg="add del mod">
          <ac:chgData name="Arkar Than Win" userId="3c8250a4-c36e-434c-9640-1ec1d94cea55" providerId="ADAL" clId="{43480E00-951E-4B10-A21F-AA0E3C733DEE}" dt="2024-05-27T01:03:44.804" v="1327" actId="21"/>
          <ac:picMkLst>
            <pc:docMk/>
            <pc:sldMk cId="2339810054" sldId="269"/>
            <ac:picMk id="85" creationId="{7DBAF98D-F3AA-1730-55D2-CC653B79B465}"/>
          </ac:picMkLst>
        </pc:picChg>
        <pc:picChg chg="add del mod">
          <ac:chgData name="Arkar Than Win" userId="3c8250a4-c36e-434c-9640-1ec1d94cea55" providerId="ADAL" clId="{43480E00-951E-4B10-A21F-AA0E3C733DEE}" dt="2024-05-27T01:10:03.186" v="1370" actId="478"/>
          <ac:picMkLst>
            <pc:docMk/>
            <pc:sldMk cId="2339810054" sldId="269"/>
            <ac:picMk id="86" creationId="{BE568657-7062-B3D4-68AE-F654EC5869A8}"/>
          </ac:picMkLst>
        </pc:picChg>
        <pc:picChg chg="add del mod">
          <ac:chgData name="Arkar Than Win" userId="3c8250a4-c36e-434c-9640-1ec1d94cea55" providerId="ADAL" clId="{43480E00-951E-4B10-A21F-AA0E3C733DEE}" dt="2024-05-27T01:10:02.213" v="1369" actId="478"/>
          <ac:picMkLst>
            <pc:docMk/>
            <pc:sldMk cId="2339810054" sldId="269"/>
            <ac:picMk id="87" creationId="{38225C4C-F356-4FAA-5285-67DB4FDBD3AA}"/>
          </ac:picMkLst>
        </pc:picChg>
        <pc:picChg chg="add del mod ord modCrop">
          <ac:chgData name="Arkar Than Win" userId="3c8250a4-c36e-434c-9640-1ec1d94cea55" providerId="ADAL" clId="{43480E00-951E-4B10-A21F-AA0E3C733DEE}" dt="2024-05-27T01:11:19.577" v="1383" actId="478"/>
          <ac:picMkLst>
            <pc:docMk/>
            <pc:sldMk cId="2339810054" sldId="269"/>
            <ac:picMk id="88" creationId="{C57819F3-CBFC-DA8D-9D8F-85DA2DA99D87}"/>
          </ac:picMkLst>
        </pc:picChg>
        <pc:picChg chg="add mod modCrop">
          <ac:chgData name="Arkar Than Win" userId="3c8250a4-c36e-434c-9640-1ec1d94cea55" providerId="ADAL" clId="{43480E00-951E-4B10-A21F-AA0E3C733DEE}" dt="2024-05-27T03:22:53.881" v="3045" actId="207"/>
          <ac:picMkLst>
            <pc:docMk/>
            <pc:sldMk cId="2339810054" sldId="269"/>
            <ac:picMk id="89" creationId="{4A2F6FE3-497F-74BF-718E-C4B2F70EF264}"/>
          </ac:picMkLst>
        </pc:picChg>
        <pc:picChg chg="add mod">
          <ac:chgData name="Arkar Than Win" userId="3c8250a4-c36e-434c-9640-1ec1d94cea55" providerId="ADAL" clId="{43480E00-951E-4B10-A21F-AA0E3C733DEE}" dt="2024-05-27T03:22:44.247" v="3043" actId="207"/>
          <ac:picMkLst>
            <pc:docMk/>
            <pc:sldMk cId="2339810054" sldId="269"/>
            <ac:picMk id="90" creationId="{96FFE8F2-C920-C56B-2717-51702FF0171E}"/>
          </ac:picMkLst>
        </pc:picChg>
        <pc:picChg chg="add mod">
          <ac:chgData name="Arkar Than Win" userId="3c8250a4-c36e-434c-9640-1ec1d94cea55" providerId="ADAL" clId="{43480E00-951E-4B10-A21F-AA0E3C733DEE}" dt="2024-05-27T03:22:10.161" v="3041" actId="207"/>
          <ac:picMkLst>
            <pc:docMk/>
            <pc:sldMk cId="2339810054" sldId="269"/>
            <ac:picMk id="92" creationId="{523DE0FC-0B7C-79FB-7B51-27B0FF8EA9BC}"/>
          </ac:picMkLst>
        </pc:picChg>
        <pc:cxnChg chg="add del mod">
          <ac:chgData name="Arkar Than Win" userId="3c8250a4-c36e-434c-9640-1ec1d94cea55" providerId="ADAL" clId="{43480E00-951E-4B10-A21F-AA0E3C733DEE}" dt="2024-05-27T00:40:07.798" v="1071" actId="478"/>
          <ac:cxnSpMkLst>
            <pc:docMk/>
            <pc:sldMk cId="2339810054" sldId="269"/>
            <ac:cxnSpMk id="48" creationId="{7AADA4F4-5A6A-4084-AC0F-19D20DF1EAAF}"/>
          </ac:cxnSpMkLst>
        </pc:cxnChg>
      </pc:sldChg>
      <pc:sldChg chg="modSp mod">
        <pc:chgData name="Arkar Than Win" userId="3c8250a4-c36e-434c-9640-1ec1d94cea55" providerId="ADAL" clId="{43480E00-951E-4B10-A21F-AA0E3C733DEE}" dt="2024-06-02T02:09:15.601" v="8113" actId="20577"/>
        <pc:sldMkLst>
          <pc:docMk/>
          <pc:sldMk cId="4052121608" sldId="271"/>
        </pc:sldMkLst>
        <pc:spChg chg="mod">
          <ac:chgData name="Arkar Than Win" userId="3c8250a4-c36e-434c-9640-1ec1d94cea55" providerId="ADAL" clId="{43480E00-951E-4B10-A21F-AA0E3C733DEE}" dt="2024-05-27T00:41:18.161" v="1079" actId="108"/>
          <ac:spMkLst>
            <pc:docMk/>
            <pc:sldMk cId="4052121608" sldId="271"/>
            <ac:spMk id="2" creationId="{CF74DB7E-CFA7-340D-92D5-29F98B99F8DA}"/>
          </ac:spMkLst>
        </pc:spChg>
        <pc:spChg chg="mod">
          <ac:chgData name="Arkar Than Win" userId="3c8250a4-c36e-434c-9640-1ec1d94cea55" providerId="ADAL" clId="{43480E00-951E-4B10-A21F-AA0E3C733DEE}" dt="2024-06-02T02:09:15.601" v="8113" actId="20577"/>
          <ac:spMkLst>
            <pc:docMk/>
            <pc:sldMk cId="4052121608" sldId="271"/>
            <ac:spMk id="24" creationId="{183B71E2-DD40-3A27-0A46-95ACFD8F7F83}"/>
          </ac:spMkLst>
        </pc:spChg>
      </pc:sldChg>
      <pc:sldChg chg="addSp delSp modSp mod">
        <pc:chgData name="Arkar Than Win" userId="3c8250a4-c36e-434c-9640-1ec1d94cea55" providerId="ADAL" clId="{43480E00-951E-4B10-A21F-AA0E3C733DEE}" dt="2024-05-27T03:53:33.205" v="4249" actId="255"/>
        <pc:sldMkLst>
          <pc:docMk/>
          <pc:sldMk cId="2127422490" sldId="272"/>
        </pc:sldMkLst>
        <pc:spChg chg="mod">
          <ac:chgData name="Arkar Than Win" userId="3c8250a4-c36e-434c-9640-1ec1d94cea55" providerId="ADAL" clId="{43480E00-951E-4B10-A21F-AA0E3C733DEE}" dt="2024-05-27T01:15:50.617" v="1531"/>
          <ac:spMkLst>
            <pc:docMk/>
            <pc:sldMk cId="2127422490" sldId="272"/>
            <ac:spMk id="2" creationId="{CF74DB7E-CFA7-340D-92D5-29F98B99F8DA}"/>
          </ac:spMkLst>
        </pc:spChg>
        <pc:spChg chg="mod">
          <ac:chgData name="Arkar Than Win" userId="3c8250a4-c36e-434c-9640-1ec1d94cea55" providerId="ADAL" clId="{43480E00-951E-4B10-A21F-AA0E3C733DEE}" dt="2024-05-27T01:15:49.940" v="1530"/>
          <ac:spMkLst>
            <pc:docMk/>
            <pc:sldMk cId="2127422490" sldId="272"/>
            <ac:spMk id="3" creationId="{7FFE9A8E-669D-4866-2DD7-34E78B111A0D}"/>
          </ac:spMkLst>
        </pc:spChg>
        <pc:spChg chg="add del mod ord">
          <ac:chgData name="Arkar Than Win" userId="3c8250a4-c36e-434c-9640-1ec1d94cea55" providerId="ADAL" clId="{43480E00-951E-4B10-A21F-AA0E3C733DEE}" dt="2024-05-27T01:13:36.051" v="1407" actId="478"/>
          <ac:spMkLst>
            <pc:docMk/>
            <pc:sldMk cId="2127422490" sldId="272"/>
            <ac:spMk id="7" creationId="{EB2E35D6-6CC5-05C1-6521-92C9DA4D407F}"/>
          </ac:spMkLst>
        </pc:spChg>
        <pc:spChg chg="add mod">
          <ac:chgData name="Arkar Than Win" userId="3c8250a4-c36e-434c-9640-1ec1d94cea55" providerId="ADAL" clId="{43480E00-951E-4B10-A21F-AA0E3C733DEE}" dt="2024-05-27T01:15:48.731" v="1529"/>
          <ac:spMkLst>
            <pc:docMk/>
            <pc:sldMk cId="2127422490" sldId="272"/>
            <ac:spMk id="33" creationId="{C34E4205-0FD2-AC12-5BA6-C38AB18BB607}"/>
          </ac:spMkLst>
        </pc:spChg>
        <pc:spChg chg="add mod">
          <ac:chgData name="Arkar Than Win" userId="3c8250a4-c36e-434c-9640-1ec1d94cea55" providerId="ADAL" clId="{43480E00-951E-4B10-A21F-AA0E3C733DEE}" dt="2024-05-27T03:53:30.896" v="4248" actId="255"/>
          <ac:spMkLst>
            <pc:docMk/>
            <pc:sldMk cId="2127422490" sldId="272"/>
            <ac:spMk id="39" creationId="{D1227BF3-2782-6FA1-2331-E0FAE688AA8D}"/>
          </ac:spMkLst>
        </pc:spChg>
        <pc:spChg chg="add del mod">
          <ac:chgData name="Arkar Than Win" userId="3c8250a4-c36e-434c-9640-1ec1d94cea55" providerId="ADAL" clId="{43480E00-951E-4B10-A21F-AA0E3C733DEE}" dt="2024-05-27T01:15:45.951" v="1527" actId="478"/>
          <ac:spMkLst>
            <pc:docMk/>
            <pc:sldMk cId="2127422490" sldId="272"/>
            <ac:spMk id="40" creationId="{ACA7B6EA-AD58-DCE4-8FCC-CAE922301950}"/>
          </ac:spMkLst>
        </pc:spChg>
        <pc:spChg chg="add del mod">
          <ac:chgData name="Arkar Than Win" userId="3c8250a4-c36e-434c-9640-1ec1d94cea55" providerId="ADAL" clId="{43480E00-951E-4B10-A21F-AA0E3C733DEE}" dt="2024-05-27T01:15:43.077" v="1526" actId="478"/>
          <ac:spMkLst>
            <pc:docMk/>
            <pc:sldMk cId="2127422490" sldId="272"/>
            <ac:spMk id="41" creationId="{3B135C07-6274-9D22-E6AC-5C5179DD9C1A}"/>
          </ac:spMkLst>
        </pc:spChg>
        <pc:spChg chg="add mod">
          <ac:chgData name="Arkar Than Win" userId="3c8250a4-c36e-434c-9640-1ec1d94cea55" providerId="ADAL" clId="{43480E00-951E-4B10-A21F-AA0E3C733DEE}" dt="2024-05-27T03:53:33.205" v="4249" actId="255"/>
          <ac:spMkLst>
            <pc:docMk/>
            <pc:sldMk cId="2127422490" sldId="272"/>
            <ac:spMk id="42" creationId="{DF140ACC-07EF-9340-ACAB-A639419BAB87}"/>
          </ac:spMkLst>
        </pc:spChg>
        <pc:spChg chg="add mod">
          <ac:chgData name="Arkar Than Win" userId="3c8250a4-c36e-434c-9640-1ec1d94cea55" providerId="ADAL" clId="{43480E00-951E-4B10-A21F-AA0E3C733DEE}" dt="2024-05-27T03:53:28.368" v="4247" actId="255"/>
          <ac:spMkLst>
            <pc:docMk/>
            <pc:sldMk cId="2127422490" sldId="272"/>
            <ac:spMk id="43" creationId="{B31C3A98-698B-BF94-696C-1C527A8E80D7}"/>
          </ac:spMkLst>
        </pc:spChg>
        <pc:grpChg chg="add mod">
          <ac:chgData name="Arkar Than Win" userId="3c8250a4-c36e-434c-9640-1ec1d94cea55" providerId="ADAL" clId="{43480E00-951E-4B10-A21F-AA0E3C733DEE}" dt="2024-05-27T01:13:11.987" v="1403"/>
          <ac:grpSpMkLst>
            <pc:docMk/>
            <pc:sldMk cId="2127422490" sldId="272"/>
            <ac:grpSpMk id="14" creationId="{40C88646-F6BD-F0E6-863A-F09F3295DC2E}"/>
          </ac:grpSpMkLst>
        </pc:grpChg>
        <pc:grpChg chg="add del mod">
          <ac:chgData name="Arkar Than Win" userId="3c8250a4-c36e-434c-9640-1ec1d94cea55" providerId="ADAL" clId="{43480E00-951E-4B10-A21F-AA0E3C733DEE}" dt="2024-05-27T00:33:59.290" v="1018" actId="21"/>
          <ac:grpSpMkLst>
            <pc:docMk/>
            <pc:sldMk cId="2127422490" sldId="272"/>
            <ac:grpSpMk id="15" creationId="{F4CF924E-420D-6A64-41BA-E4789E1DD472}"/>
          </ac:grpSpMkLst>
        </pc:grpChg>
        <pc:grpChg chg="mod">
          <ac:chgData name="Arkar Than Win" userId="3c8250a4-c36e-434c-9640-1ec1d94cea55" providerId="ADAL" clId="{43480E00-951E-4B10-A21F-AA0E3C733DEE}" dt="2024-05-27T00:33:53.825" v="1016"/>
          <ac:grpSpMkLst>
            <pc:docMk/>
            <pc:sldMk cId="2127422490" sldId="272"/>
            <ac:grpSpMk id="17" creationId="{B1564D7C-CC17-D199-C098-D42D377DF843}"/>
          </ac:grpSpMkLst>
        </pc:grpChg>
        <pc:grpChg chg="add mod">
          <ac:chgData name="Arkar Than Win" userId="3c8250a4-c36e-434c-9640-1ec1d94cea55" providerId="ADAL" clId="{43480E00-951E-4B10-A21F-AA0E3C733DEE}" dt="2024-05-27T01:15:47.380" v="1528"/>
          <ac:grpSpMkLst>
            <pc:docMk/>
            <pc:sldMk cId="2127422490" sldId="272"/>
            <ac:grpSpMk id="34" creationId="{57A384BD-A32C-FBA5-C8A7-2305B81FA934}"/>
          </ac:grpSpMkLst>
        </pc:grpChg>
        <pc:picChg chg="del">
          <ac:chgData name="Arkar Than Win" userId="3c8250a4-c36e-434c-9640-1ec1d94cea55" providerId="ADAL" clId="{43480E00-951E-4B10-A21F-AA0E3C733DEE}" dt="2024-05-27T01:03:48.669" v="1329" actId="478"/>
          <ac:picMkLst>
            <pc:docMk/>
            <pc:sldMk cId="2127422490" sldId="272"/>
            <ac:picMk id="4" creationId="{859686EE-B875-A62D-6CE1-9949B304D5FE}"/>
          </ac:picMkLst>
        </pc:picChg>
        <pc:picChg chg="add del mod">
          <ac:chgData name="Arkar Than Win" userId="3c8250a4-c36e-434c-9640-1ec1d94cea55" providerId="ADAL" clId="{43480E00-951E-4B10-A21F-AA0E3C733DEE}" dt="2024-05-27T01:03:31.753" v="1322" actId="21"/>
          <ac:picMkLst>
            <pc:docMk/>
            <pc:sldMk cId="2127422490" sldId="272"/>
            <ac:picMk id="6" creationId="{7DBAF98D-F3AA-1730-55D2-CC653B79B465}"/>
          </ac:picMkLst>
        </pc:picChg>
        <pc:picChg chg="add del mod">
          <ac:chgData name="Arkar Than Win" userId="3c8250a4-c36e-434c-9640-1ec1d94cea55" providerId="ADAL" clId="{43480E00-951E-4B10-A21F-AA0E3C733DEE}" dt="2024-05-27T01:08:25.761" v="1338" actId="21"/>
          <ac:picMkLst>
            <pc:docMk/>
            <pc:sldMk cId="2127422490" sldId="272"/>
            <ac:picMk id="9" creationId="{BE568657-7062-B3D4-68AE-F654EC5869A8}"/>
          </ac:picMkLst>
        </pc:picChg>
        <pc:picChg chg="add del mod">
          <ac:chgData name="Arkar Than Win" userId="3c8250a4-c36e-434c-9640-1ec1d94cea55" providerId="ADAL" clId="{43480E00-951E-4B10-A21F-AA0E3C733DEE}" dt="2024-05-27T01:08:25.761" v="1338" actId="21"/>
          <ac:picMkLst>
            <pc:docMk/>
            <pc:sldMk cId="2127422490" sldId="272"/>
            <ac:picMk id="11" creationId="{38225C4C-F356-4FAA-5285-67DB4FDBD3AA}"/>
          </ac:picMkLst>
        </pc:picChg>
        <pc:picChg chg="add del mod">
          <ac:chgData name="Arkar Than Win" userId="3c8250a4-c36e-434c-9640-1ec1d94cea55" providerId="ADAL" clId="{43480E00-951E-4B10-A21F-AA0E3C733DEE}" dt="2024-05-27T01:08:25.761" v="1338" actId="21"/>
          <ac:picMkLst>
            <pc:docMk/>
            <pc:sldMk cId="2127422490" sldId="272"/>
            <ac:picMk id="13" creationId="{C57819F3-CBFC-DA8D-9D8F-85DA2DA99D87}"/>
          </ac:picMkLst>
        </pc:picChg>
        <pc:picChg chg="mod">
          <ac:chgData name="Arkar Than Win" userId="3c8250a4-c36e-434c-9640-1ec1d94cea55" providerId="ADAL" clId="{43480E00-951E-4B10-A21F-AA0E3C733DEE}" dt="2024-05-27T00:33:53.825" v="1016"/>
          <ac:picMkLst>
            <pc:docMk/>
            <pc:sldMk cId="2127422490" sldId="272"/>
            <ac:picMk id="16" creationId="{646E908E-F639-959B-243C-190A620267F8}"/>
          </ac:picMkLst>
        </pc:picChg>
        <pc:picChg chg="mod">
          <ac:chgData name="Arkar Than Win" userId="3c8250a4-c36e-434c-9640-1ec1d94cea55" providerId="ADAL" clId="{43480E00-951E-4B10-A21F-AA0E3C733DEE}" dt="2024-05-27T00:33:53.825" v="1016"/>
          <ac:picMkLst>
            <pc:docMk/>
            <pc:sldMk cId="2127422490" sldId="272"/>
            <ac:picMk id="18" creationId="{360D3A01-DD88-730B-C0EA-BD66DEA4AA4C}"/>
          </ac:picMkLst>
        </pc:picChg>
        <pc:picChg chg="mod">
          <ac:chgData name="Arkar Than Win" userId="3c8250a4-c36e-434c-9640-1ec1d94cea55" providerId="ADAL" clId="{43480E00-951E-4B10-A21F-AA0E3C733DEE}" dt="2024-05-27T00:33:53.825" v="1016"/>
          <ac:picMkLst>
            <pc:docMk/>
            <pc:sldMk cId="2127422490" sldId="272"/>
            <ac:picMk id="19" creationId="{1FA8EB8F-44E0-2F31-ABB6-1AEC23D9BA84}"/>
          </ac:picMkLst>
        </pc:picChg>
        <pc:picChg chg="mod">
          <ac:chgData name="Arkar Than Win" userId="3c8250a4-c36e-434c-9640-1ec1d94cea55" providerId="ADAL" clId="{43480E00-951E-4B10-A21F-AA0E3C733DEE}" dt="2024-05-27T00:33:53.825" v="1016"/>
          <ac:picMkLst>
            <pc:docMk/>
            <pc:sldMk cId="2127422490" sldId="272"/>
            <ac:picMk id="20" creationId="{864BC9D5-4E8C-D64D-9F9B-0C2BABF620C5}"/>
          </ac:picMkLst>
        </pc:picChg>
        <pc:picChg chg="mod">
          <ac:chgData name="Arkar Than Win" userId="3c8250a4-c36e-434c-9640-1ec1d94cea55" providerId="ADAL" clId="{43480E00-951E-4B10-A21F-AA0E3C733DEE}" dt="2024-05-27T00:33:53.825" v="1016"/>
          <ac:picMkLst>
            <pc:docMk/>
            <pc:sldMk cId="2127422490" sldId="272"/>
            <ac:picMk id="21" creationId="{F7D4BCC4-7543-312A-D9B6-9486B7BB47CA}"/>
          </ac:picMkLst>
        </pc:picChg>
        <pc:picChg chg="mod">
          <ac:chgData name="Arkar Than Win" userId="3c8250a4-c36e-434c-9640-1ec1d94cea55" providerId="ADAL" clId="{43480E00-951E-4B10-A21F-AA0E3C733DEE}" dt="2024-05-27T00:33:53.825" v="1016"/>
          <ac:picMkLst>
            <pc:docMk/>
            <pc:sldMk cId="2127422490" sldId="272"/>
            <ac:picMk id="22" creationId="{B8DBA4D4-832F-1A77-DBFA-F91E335F85FB}"/>
          </ac:picMkLst>
        </pc:picChg>
        <pc:picChg chg="mod">
          <ac:chgData name="Arkar Than Win" userId="3c8250a4-c36e-434c-9640-1ec1d94cea55" providerId="ADAL" clId="{43480E00-951E-4B10-A21F-AA0E3C733DEE}" dt="2024-05-27T00:33:53.825" v="1016"/>
          <ac:picMkLst>
            <pc:docMk/>
            <pc:sldMk cId="2127422490" sldId="272"/>
            <ac:picMk id="23" creationId="{5636A5CE-368B-2307-90A3-DDD7B52F0929}"/>
          </ac:picMkLst>
        </pc:picChg>
        <pc:picChg chg="mod">
          <ac:chgData name="Arkar Than Win" userId="3c8250a4-c36e-434c-9640-1ec1d94cea55" providerId="ADAL" clId="{43480E00-951E-4B10-A21F-AA0E3C733DEE}" dt="2024-05-27T00:33:53.825" v="1016"/>
          <ac:picMkLst>
            <pc:docMk/>
            <pc:sldMk cId="2127422490" sldId="272"/>
            <ac:picMk id="24" creationId="{12FC7DAA-9259-09A9-1365-F0BBCE671B15}"/>
          </ac:picMkLst>
        </pc:picChg>
        <pc:picChg chg="mod">
          <ac:chgData name="Arkar Than Win" userId="3c8250a4-c36e-434c-9640-1ec1d94cea55" providerId="ADAL" clId="{43480E00-951E-4B10-A21F-AA0E3C733DEE}" dt="2024-05-27T00:33:53.825" v="1016"/>
          <ac:picMkLst>
            <pc:docMk/>
            <pc:sldMk cId="2127422490" sldId="272"/>
            <ac:picMk id="25" creationId="{BB9D1D4D-9CE6-608A-83DF-CC5F2E7F0ACA}"/>
          </ac:picMkLst>
        </pc:picChg>
        <pc:picChg chg="mod">
          <ac:chgData name="Arkar Than Win" userId="3c8250a4-c36e-434c-9640-1ec1d94cea55" providerId="ADAL" clId="{43480E00-951E-4B10-A21F-AA0E3C733DEE}" dt="2024-05-27T00:33:53.825" v="1016"/>
          <ac:picMkLst>
            <pc:docMk/>
            <pc:sldMk cId="2127422490" sldId="272"/>
            <ac:picMk id="26" creationId="{7C2BA134-6D37-6A2B-A542-74BDDE8C86D4}"/>
          </ac:picMkLst>
        </pc:picChg>
        <pc:picChg chg="mod">
          <ac:chgData name="Arkar Than Win" userId="3c8250a4-c36e-434c-9640-1ec1d94cea55" providerId="ADAL" clId="{43480E00-951E-4B10-A21F-AA0E3C733DEE}" dt="2024-05-27T00:33:53.825" v="1016"/>
          <ac:picMkLst>
            <pc:docMk/>
            <pc:sldMk cId="2127422490" sldId="272"/>
            <ac:picMk id="27" creationId="{EC0F2D09-BDFF-D721-0C31-B29B24EC3407}"/>
          </ac:picMkLst>
        </pc:picChg>
        <pc:picChg chg="mod">
          <ac:chgData name="Arkar Than Win" userId="3c8250a4-c36e-434c-9640-1ec1d94cea55" providerId="ADAL" clId="{43480E00-951E-4B10-A21F-AA0E3C733DEE}" dt="2024-05-27T00:33:53.825" v="1016"/>
          <ac:picMkLst>
            <pc:docMk/>
            <pc:sldMk cId="2127422490" sldId="272"/>
            <ac:picMk id="28" creationId="{FEDCB22D-EF84-A3AC-6C75-487F8A79C77A}"/>
          </ac:picMkLst>
        </pc:picChg>
        <pc:picChg chg="mod">
          <ac:chgData name="Arkar Than Win" userId="3c8250a4-c36e-434c-9640-1ec1d94cea55" providerId="ADAL" clId="{43480E00-951E-4B10-A21F-AA0E3C733DEE}" dt="2024-05-27T00:33:53.825" v="1016"/>
          <ac:picMkLst>
            <pc:docMk/>
            <pc:sldMk cId="2127422490" sldId="272"/>
            <ac:picMk id="29" creationId="{E9265453-C3EB-63DF-09DA-C6310CCA91DF}"/>
          </ac:picMkLst>
        </pc:picChg>
        <pc:picChg chg="mod">
          <ac:chgData name="Arkar Than Win" userId="3c8250a4-c36e-434c-9640-1ec1d94cea55" providerId="ADAL" clId="{43480E00-951E-4B10-A21F-AA0E3C733DEE}" dt="2024-05-27T01:13:11.987" v="1403"/>
          <ac:picMkLst>
            <pc:docMk/>
            <pc:sldMk cId="2127422490" sldId="272"/>
            <ac:picMk id="30" creationId="{0CF068F9-5083-B8AE-F3B1-A6E52B7DD004}"/>
          </ac:picMkLst>
        </pc:picChg>
        <pc:picChg chg="mod">
          <ac:chgData name="Arkar Than Win" userId="3c8250a4-c36e-434c-9640-1ec1d94cea55" providerId="ADAL" clId="{43480E00-951E-4B10-A21F-AA0E3C733DEE}" dt="2024-05-27T01:13:11.987" v="1403"/>
          <ac:picMkLst>
            <pc:docMk/>
            <pc:sldMk cId="2127422490" sldId="272"/>
            <ac:picMk id="31" creationId="{84FAE870-4C72-B76A-5DB9-C59DABDB8854}"/>
          </ac:picMkLst>
        </pc:picChg>
        <pc:picChg chg="mod">
          <ac:chgData name="Arkar Than Win" userId="3c8250a4-c36e-434c-9640-1ec1d94cea55" providerId="ADAL" clId="{43480E00-951E-4B10-A21F-AA0E3C733DEE}" dt="2024-05-27T01:13:11.987" v="1403"/>
          <ac:picMkLst>
            <pc:docMk/>
            <pc:sldMk cId="2127422490" sldId="272"/>
            <ac:picMk id="32" creationId="{5C8670A1-0818-3EA0-5F64-8E1CCCF8A0A6}"/>
          </ac:picMkLst>
        </pc:picChg>
        <pc:picChg chg="mod">
          <ac:chgData name="Arkar Than Win" userId="3c8250a4-c36e-434c-9640-1ec1d94cea55" providerId="ADAL" clId="{43480E00-951E-4B10-A21F-AA0E3C733DEE}" dt="2024-05-27T03:21:55.625" v="3037" actId="207"/>
          <ac:picMkLst>
            <pc:docMk/>
            <pc:sldMk cId="2127422490" sldId="272"/>
            <ac:picMk id="35" creationId="{C375EABD-5993-C416-42BA-01CDFD983D25}"/>
          </ac:picMkLst>
        </pc:picChg>
        <pc:picChg chg="mod">
          <ac:chgData name="Arkar Than Win" userId="3c8250a4-c36e-434c-9640-1ec1d94cea55" providerId="ADAL" clId="{43480E00-951E-4B10-A21F-AA0E3C733DEE}" dt="2024-05-27T03:21:50.406" v="3035" actId="207"/>
          <ac:picMkLst>
            <pc:docMk/>
            <pc:sldMk cId="2127422490" sldId="272"/>
            <ac:picMk id="36" creationId="{91216B7F-C693-CF57-4A58-A9518872ABF2}"/>
          </ac:picMkLst>
        </pc:picChg>
        <pc:picChg chg="mod">
          <ac:chgData name="Arkar Than Win" userId="3c8250a4-c36e-434c-9640-1ec1d94cea55" providerId="ADAL" clId="{43480E00-951E-4B10-A21F-AA0E3C733DEE}" dt="2024-05-27T03:22:00.436" v="3039" actId="207"/>
          <ac:picMkLst>
            <pc:docMk/>
            <pc:sldMk cId="2127422490" sldId="272"/>
            <ac:picMk id="37" creationId="{FBABEFDD-3CE0-4453-92B2-0B92DB06645F}"/>
          </ac:picMkLst>
        </pc:picChg>
        <pc:picChg chg="add del mod">
          <ac:chgData name="Arkar Than Win" userId="3c8250a4-c36e-434c-9640-1ec1d94cea55" providerId="ADAL" clId="{43480E00-951E-4B10-A21F-AA0E3C733DEE}" dt="2024-05-27T01:38:11.374" v="1989" actId="21"/>
          <ac:picMkLst>
            <pc:docMk/>
            <pc:sldMk cId="2127422490" sldId="272"/>
            <ac:picMk id="44" creationId="{15C0E5DA-B261-5B0F-9A33-B91AB6B846E8}"/>
          </ac:picMkLst>
        </pc:picChg>
        <pc:picChg chg="add mod ord">
          <ac:chgData name="Arkar Than Win" userId="3c8250a4-c36e-434c-9640-1ec1d94cea55" providerId="ADAL" clId="{43480E00-951E-4B10-A21F-AA0E3C733DEE}" dt="2024-05-27T01:13:41.667" v="1409" actId="13244"/>
          <ac:picMkLst>
            <pc:docMk/>
            <pc:sldMk cId="2127422490" sldId="272"/>
            <ac:picMk id="85" creationId="{7DBAF98D-F3AA-1730-55D2-CC653B79B465}"/>
          </ac:picMkLst>
        </pc:picChg>
      </pc:sldChg>
      <pc:sldChg chg="addSp delSp modSp mod modAnim modNotesTx">
        <pc:chgData name="Arkar Than Win" userId="3c8250a4-c36e-434c-9640-1ec1d94cea55" providerId="ADAL" clId="{43480E00-951E-4B10-A21F-AA0E3C733DEE}" dt="2024-05-29T04:14:02.031" v="6791" actId="20577"/>
        <pc:sldMkLst>
          <pc:docMk/>
          <pc:sldMk cId="749363726" sldId="273"/>
        </pc:sldMkLst>
        <pc:spChg chg="mod">
          <ac:chgData name="Arkar Than Win" userId="3c8250a4-c36e-434c-9640-1ec1d94cea55" providerId="ADAL" clId="{43480E00-951E-4B10-A21F-AA0E3C733DEE}" dt="2024-05-27T03:07:15.036" v="2822"/>
          <ac:spMkLst>
            <pc:docMk/>
            <pc:sldMk cId="749363726" sldId="273"/>
            <ac:spMk id="2" creationId="{CF74DB7E-CFA7-340D-92D5-29F98B99F8DA}"/>
          </ac:spMkLst>
        </pc:spChg>
        <pc:spChg chg="mod">
          <ac:chgData name="Arkar Than Win" userId="3c8250a4-c36e-434c-9640-1ec1d94cea55" providerId="ADAL" clId="{43480E00-951E-4B10-A21F-AA0E3C733DEE}" dt="2024-05-27T03:08:42.207" v="2849" actId="27636"/>
          <ac:spMkLst>
            <pc:docMk/>
            <pc:sldMk cId="749363726" sldId="273"/>
            <ac:spMk id="3" creationId="{7FFE9A8E-669D-4866-2DD7-34E78B111A0D}"/>
          </ac:spMkLst>
        </pc:spChg>
        <pc:spChg chg="add mod">
          <ac:chgData name="Arkar Than Win" userId="3c8250a4-c36e-434c-9640-1ec1d94cea55" providerId="ADAL" clId="{43480E00-951E-4B10-A21F-AA0E3C733DEE}" dt="2024-05-27T03:53:14.725" v="4239" actId="2711"/>
          <ac:spMkLst>
            <pc:docMk/>
            <pc:sldMk cId="749363726" sldId="273"/>
            <ac:spMk id="4" creationId="{3E654B9F-5AD9-4507-55E5-8A61BEEFFA65}"/>
          </ac:spMkLst>
        </pc:spChg>
        <pc:spChg chg="add mod">
          <ac:chgData name="Arkar Than Win" userId="3c8250a4-c36e-434c-9640-1ec1d94cea55" providerId="ADAL" clId="{43480E00-951E-4B10-A21F-AA0E3C733DEE}" dt="2024-05-27T03:52:52.838" v="4226" actId="255"/>
          <ac:spMkLst>
            <pc:docMk/>
            <pc:sldMk cId="749363726" sldId="273"/>
            <ac:spMk id="7" creationId="{A782740D-727A-F2BE-36BE-5C4D9E1EAD20}"/>
          </ac:spMkLst>
        </pc:spChg>
        <pc:spChg chg="add mod">
          <ac:chgData name="Arkar Than Win" userId="3c8250a4-c36e-434c-9640-1ec1d94cea55" providerId="ADAL" clId="{43480E00-951E-4B10-A21F-AA0E3C733DEE}" dt="2024-05-27T03:53:01.123" v="4228" actId="2711"/>
          <ac:spMkLst>
            <pc:docMk/>
            <pc:sldMk cId="749363726" sldId="273"/>
            <ac:spMk id="10" creationId="{C729CD1A-ABB2-800B-B1A6-2FF01C27E403}"/>
          </ac:spMkLst>
        </pc:spChg>
        <pc:spChg chg="mod">
          <ac:chgData name="Arkar Than Win" userId="3c8250a4-c36e-434c-9640-1ec1d94cea55" providerId="ADAL" clId="{43480E00-951E-4B10-A21F-AA0E3C733DEE}" dt="2024-05-27T03:07:16.066" v="2824"/>
          <ac:spMkLst>
            <pc:docMk/>
            <pc:sldMk cId="749363726" sldId="273"/>
            <ac:spMk id="85" creationId="{2A7B81B4-5AE0-8727-D453-A0457CDDB0B9}"/>
          </ac:spMkLst>
        </pc:spChg>
        <pc:spChg chg="mod">
          <ac:chgData name="Arkar Than Win" userId="3c8250a4-c36e-434c-9640-1ec1d94cea55" providerId="ADAL" clId="{43480E00-951E-4B10-A21F-AA0E3C733DEE}" dt="2024-05-27T03:07:16.066" v="2824"/>
          <ac:spMkLst>
            <pc:docMk/>
            <pc:sldMk cId="749363726" sldId="273"/>
            <ac:spMk id="91" creationId="{3031B0DC-2A6F-FE58-82BC-CEFB58B615C0}"/>
          </ac:spMkLst>
        </pc:spChg>
        <pc:spChg chg="mod">
          <ac:chgData name="Arkar Than Win" userId="3c8250a4-c36e-434c-9640-1ec1d94cea55" providerId="ADAL" clId="{43480E00-951E-4B10-A21F-AA0E3C733DEE}" dt="2024-05-27T03:07:16.066" v="2824"/>
          <ac:spMkLst>
            <pc:docMk/>
            <pc:sldMk cId="749363726" sldId="273"/>
            <ac:spMk id="97" creationId="{A42836D8-4414-AC97-F5F2-5451D8F679D2}"/>
          </ac:spMkLst>
        </pc:spChg>
        <pc:spChg chg="mod">
          <ac:chgData name="Arkar Than Win" userId="3c8250a4-c36e-434c-9640-1ec1d94cea55" providerId="ADAL" clId="{43480E00-951E-4B10-A21F-AA0E3C733DEE}" dt="2024-05-27T03:07:16.066" v="2824"/>
          <ac:spMkLst>
            <pc:docMk/>
            <pc:sldMk cId="749363726" sldId="273"/>
            <ac:spMk id="103" creationId="{FB81F329-30B2-CC82-8A98-084F6EFEA53B}"/>
          </ac:spMkLst>
        </pc:spChg>
        <pc:spChg chg="mod">
          <ac:chgData name="Arkar Than Win" userId="3c8250a4-c36e-434c-9640-1ec1d94cea55" providerId="ADAL" clId="{43480E00-951E-4B10-A21F-AA0E3C733DEE}" dt="2024-05-27T03:07:16.501" v="2825"/>
          <ac:spMkLst>
            <pc:docMk/>
            <pc:sldMk cId="749363726" sldId="273"/>
            <ac:spMk id="191" creationId="{0D5508F0-52E9-2AE8-3B72-454248180DF1}"/>
          </ac:spMkLst>
        </pc:spChg>
        <pc:spChg chg="mod">
          <ac:chgData name="Arkar Than Win" userId="3c8250a4-c36e-434c-9640-1ec1d94cea55" providerId="ADAL" clId="{43480E00-951E-4B10-A21F-AA0E3C733DEE}" dt="2024-05-27T03:07:16.501" v="2825"/>
          <ac:spMkLst>
            <pc:docMk/>
            <pc:sldMk cId="749363726" sldId="273"/>
            <ac:spMk id="192" creationId="{FFAFBDD1-7320-9102-D2B5-C01036F9E203}"/>
          </ac:spMkLst>
        </pc:spChg>
        <pc:grpChg chg="add mod ord modVis">
          <ac:chgData name="Arkar Than Win" userId="3c8250a4-c36e-434c-9640-1ec1d94cea55" providerId="ADAL" clId="{43480E00-951E-4B10-A21F-AA0E3C733DEE}" dt="2024-05-27T03:53:18.593" v="4241" actId="14429"/>
          <ac:grpSpMkLst>
            <pc:docMk/>
            <pc:sldMk cId="749363726" sldId="273"/>
            <ac:grpSpMk id="5" creationId="{5606200F-FF76-0DEF-AE6B-E1C6DD2C8B4F}"/>
          </ac:grpSpMkLst>
        </pc:grpChg>
        <pc:grpChg chg="add mod modVis">
          <ac:chgData name="Arkar Than Win" userId="3c8250a4-c36e-434c-9640-1ec1d94cea55" providerId="ADAL" clId="{43480E00-951E-4B10-A21F-AA0E3C733DEE}" dt="2024-05-27T03:53:20.794" v="4246" actId="14429"/>
          <ac:grpSpMkLst>
            <pc:docMk/>
            <pc:sldMk cId="749363726" sldId="273"/>
            <ac:grpSpMk id="8" creationId="{32422E6D-D1FF-27C8-FD15-7876BB8910D5}"/>
          </ac:grpSpMkLst>
        </pc:grpChg>
        <pc:grpChg chg="add mod ord modVis">
          <ac:chgData name="Arkar Than Win" userId="3c8250a4-c36e-434c-9640-1ec1d94cea55" providerId="ADAL" clId="{43480E00-951E-4B10-A21F-AA0E3C733DEE}" dt="2024-05-27T03:53:19.817" v="4244" actId="14429"/>
          <ac:grpSpMkLst>
            <pc:docMk/>
            <pc:sldMk cId="749363726" sldId="273"/>
            <ac:grpSpMk id="12" creationId="{993CA66D-4DB6-89DF-5D5F-DE1C20B9865A}"/>
          </ac:grpSpMkLst>
        </pc:grpChg>
        <pc:grpChg chg="mod modVis">
          <ac:chgData name="Arkar Than Win" userId="3c8250a4-c36e-434c-9640-1ec1d94cea55" providerId="ADAL" clId="{43480E00-951E-4B10-A21F-AA0E3C733DEE}" dt="2024-05-27T03:53:18.955" v="4242" actId="14429"/>
          <ac:grpSpMkLst>
            <pc:docMk/>
            <pc:sldMk cId="749363726" sldId="273"/>
            <ac:grpSpMk id="75" creationId="{7A454EF6-1559-FDF8-A2F4-F35BA4CB2E45}"/>
          </ac:grpSpMkLst>
        </pc:grpChg>
        <pc:grpChg chg="mod">
          <ac:chgData name="Arkar Than Win" userId="3c8250a4-c36e-434c-9640-1ec1d94cea55" providerId="ADAL" clId="{43480E00-951E-4B10-A21F-AA0E3C733DEE}" dt="2024-05-27T03:07:16.066" v="2824"/>
          <ac:grpSpMkLst>
            <pc:docMk/>
            <pc:sldMk cId="749363726" sldId="273"/>
            <ac:grpSpMk id="76" creationId="{A5B8303F-9182-D7CA-D862-DD3358574F3B}"/>
          </ac:grpSpMkLst>
        </pc:grpChg>
        <pc:grpChg chg="mod">
          <ac:chgData name="Arkar Than Win" userId="3c8250a4-c36e-434c-9640-1ec1d94cea55" providerId="ADAL" clId="{43480E00-951E-4B10-A21F-AA0E3C733DEE}" dt="2024-05-27T03:07:16.066" v="2824"/>
          <ac:grpSpMkLst>
            <pc:docMk/>
            <pc:sldMk cId="749363726" sldId="273"/>
            <ac:grpSpMk id="77" creationId="{788299A0-CEC7-E780-36D3-0737E085045D}"/>
          </ac:grpSpMkLst>
        </pc:grpChg>
        <pc:grpChg chg="mod">
          <ac:chgData name="Arkar Than Win" userId="3c8250a4-c36e-434c-9640-1ec1d94cea55" providerId="ADAL" clId="{43480E00-951E-4B10-A21F-AA0E3C733DEE}" dt="2024-05-27T03:07:16.066" v="2824"/>
          <ac:grpSpMkLst>
            <pc:docMk/>
            <pc:sldMk cId="749363726" sldId="273"/>
            <ac:grpSpMk id="78" creationId="{D316EC27-4BE9-5C39-67EB-9F380C864FDC}"/>
          </ac:grpSpMkLst>
        </pc:grpChg>
        <pc:grpChg chg="mod">
          <ac:chgData name="Arkar Than Win" userId="3c8250a4-c36e-434c-9640-1ec1d94cea55" providerId="ADAL" clId="{43480E00-951E-4B10-A21F-AA0E3C733DEE}" dt="2024-05-27T03:07:16.066" v="2824"/>
          <ac:grpSpMkLst>
            <pc:docMk/>
            <pc:sldMk cId="749363726" sldId="273"/>
            <ac:grpSpMk id="79" creationId="{DCC4592E-D6E6-38C9-F660-E0BD93DE4183}"/>
          </ac:grpSpMkLst>
        </pc:grpChg>
        <pc:grpChg chg="mod">
          <ac:chgData name="Arkar Than Win" userId="3c8250a4-c36e-434c-9640-1ec1d94cea55" providerId="ADAL" clId="{43480E00-951E-4B10-A21F-AA0E3C733DEE}" dt="2024-05-27T03:07:16.066" v="2824"/>
          <ac:grpSpMkLst>
            <pc:docMk/>
            <pc:sldMk cId="749363726" sldId="273"/>
            <ac:grpSpMk id="80" creationId="{9F18292C-DB33-37BB-777E-58609B70F95F}"/>
          </ac:grpSpMkLst>
        </pc:grpChg>
        <pc:grpChg chg="mod">
          <ac:chgData name="Arkar Than Win" userId="3c8250a4-c36e-434c-9640-1ec1d94cea55" providerId="ADAL" clId="{43480E00-951E-4B10-A21F-AA0E3C733DEE}" dt="2024-05-27T03:07:16.066" v="2824"/>
          <ac:grpSpMkLst>
            <pc:docMk/>
            <pc:sldMk cId="749363726" sldId="273"/>
            <ac:grpSpMk id="81" creationId="{D268F8C2-7EB5-B07E-D5AE-4318550C6BA3}"/>
          </ac:grpSpMkLst>
        </pc:grpChg>
        <pc:grpChg chg="mod">
          <ac:chgData name="Arkar Than Win" userId="3c8250a4-c36e-434c-9640-1ec1d94cea55" providerId="ADAL" clId="{43480E00-951E-4B10-A21F-AA0E3C733DEE}" dt="2024-05-27T03:07:16.066" v="2824"/>
          <ac:grpSpMkLst>
            <pc:docMk/>
            <pc:sldMk cId="749363726" sldId="273"/>
            <ac:grpSpMk id="86" creationId="{8FF16A4D-1C4C-6610-2D2D-BE47560F64D2}"/>
          </ac:grpSpMkLst>
        </pc:grpChg>
        <pc:grpChg chg="mod">
          <ac:chgData name="Arkar Than Win" userId="3c8250a4-c36e-434c-9640-1ec1d94cea55" providerId="ADAL" clId="{43480E00-951E-4B10-A21F-AA0E3C733DEE}" dt="2024-05-27T03:07:16.066" v="2824"/>
          <ac:grpSpMkLst>
            <pc:docMk/>
            <pc:sldMk cId="749363726" sldId="273"/>
            <ac:grpSpMk id="87" creationId="{A6B873EB-C7E5-7DF8-7A6F-A1CADB135054}"/>
          </ac:grpSpMkLst>
        </pc:grpChg>
        <pc:grpChg chg="mod">
          <ac:chgData name="Arkar Than Win" userId="3c8250a4-c36e-434c-9640-1ec1d94cea55" providerId="ADAL" clId="{43480E00-951E-4B10-A21F-AA0E3C733DEE}" dt="2024-05-27T03:07:16.066" v="2824"/>
          <ac:grpSpMkLst>
            <pc:docMk/>
            <pc:sldMk cId="749363726" sldId="273"/>
            <ac:grpSpMk id="92" creationId="{9F4F8D2A-7582-F804-2016-A6383B4B5204}"/>
          </ac:grpSpMkLst>
        </pc:grpChg>
        <pc:grpChg chg="mod">
          <ac:chgData name="Arkar Than Win" userId="3c8250a4-c36e-434c-9640-1ec1d94cea55" providerId="ADAL" clId="{43480E00-951E-4B10-A21F-AA0E3C733DEE}" dt="2024-05-27T03:07:16.066" v="2824"/>
          <ac:grpSpMkLst>
            <pc:docMk/>
            <pc:sldMk cId="749363726" sldId="273"/>
            <ac:grpSpMk id="93" creationId="{57F4E574-FF4E-4FE6-E34F-05BB3E3ACAAC}"/>
          </ac:grpSpMkLst>
        </pc:grpChg>
        <pc:grpChg chg="mod">
          <ac:chgData name="Arkar Than Win" userId="3c8250a4-c36e-434c-9640-1ec1d94cea55" providerId="ADAL" clId="{43480E00-951E-4B10-A21F-AA0E3C733DEE}" dt="2024-05-27T03:07:16.066" v="2824"/>
          <ac:grpSpMkLst>
            <pc:docMk/>
            <pc:sldMk cId="749363726" sldId="273"/>
            <ac:grpSpMk id="98" creationId="{1479D49F-3CCE-8E63-65A2-08C6ED9B16A8}"/>
          </ac:grpSpMkLst>
        </pc:grpChg>
        <pc:grpChg chg="mod">
          <ac:chgData name="Arkar Than Win" userId="3c8250a4-c36e-434c-9640-1ec1d94cea55" providerId="ADAL" clId="{43480E00-951E-4B10-A21F-AA0E3C733DEE}" dt="2024-05-27T03:07:16.066" v="2824"/>
          <ac:grpSpMkLst>
            <pc:docMk/>
            <pc:sldMk cId="749363726" sldId="273"/>
            <ac:grpSpMk id="99" creationId="{4153AAB3-59C6-EE86-959A-5CE1986FB7C2}"/>
          </ac:grpSpMkLst>
        </pc:grpChg>
        <pc:grpChg chg="mod">
          <ac:chgData name="Arkar Than Win" userId="3c8250a4-c36e-434c-9640-1ec1d94cea55" providerId="ADAL" clId="{43480E00-951E-4B10-A21F-AA0E3C733DEE}" dt="2024-05-27T03:07:16.066" v="2824"/>
          <ac:grpSpMkLst>
            <pc:docMk/>
            <pc:sldMk cId="749363726" sldId="273"/>
            <ac:grpSpMk id="102" creationId="{84D88010-9F52-33FA-256A-EB9A0385B6FD}"/>
          </ac:grpSpMkLst>
        </pc:grpChg>
        <pc:grpChg chg="mod modVis">
          <ac:chgData name="Arkar Than Win" userId="3c8250a4-c36e-434c-9640-1ec1d94cea55" providerId="ADAL" clId="{43480E00-951E-4B10-A21F-AA0E3C733DEE}" dt="2024-05-27T03:53:20.259" v="4245" actId="14429"/>
          <ac:grpSpMkLst>
            <pc:docMk/>
            <pc:sldMk cId="749363726" sldId="273"/>
            <ac:grpSpMk id="164" creationId="{B074CACB-625C-E8D3-D425-20FF5D6EC6BC}"/>
          </ac:grpSpMkLst>
        </pc:grpChg>
        <pc:grpChg chg="mod">
          <ac:chgData name="Arkar Than Win" userId="3c8250a4-c36e-434c-9640-1ec1d94cea55" providerId="ADAL" clId="{43480E00-951E-4B10-A21F-AA0E3C733DEE}" dt="2024-05-27T03:07:16.963" v="2826"/>
          <ac:grpSpMkLst>
            <pc:docMk/>
            <pc:sldMk cId="749363726" sldId="273"/>
            <ac:grpSpMk id="165" creationId="{C5C5B0F1-D4E8-6D2D-4FD5-F884C57F54E2}"/>
          </ac:grpSpMkLst>
        </pc:grpChg>
        <pc:grpChg chg="mod">
          <ac:chgData name="Arkar Than Win" userId="3c8250a4-c36e-434c-9640-1ec1d94cea55" providerId="ADAL" clId="{43480E00-951E-4B10-A21F-AA0E3C733DEE}" dt="2024-05-27T03:07:16.963" v="2826"/>
          <ac:grpSpMkLst>
            <pc:docMk/>
            <pc:sldMk cId="749363726" sldId="273"/>
            <ac:grpSpMk id="166" creationId="{E2221D64-04D6-2364-C724-4E75C65D9693}"/>
          </ac:grpSpMkLst>
        </pc:grpChg>
        <pc:grpChg chg="mod">
          <ac:chgData name="Arkar Than Win" userId="3c8250a4-c36e-434c-9640-1ec1d94cea55" providerId="ADAL" clId="{43480E00-951E-4B10-A21F-AA0E3C733DEE}" dt="2024-05-27T03:07:16.963" v="2826"/>
          <ac:grpSpMkLst>
            <pc:docMk/>
            <pc:sldMk cId="749363726" sldId="273"/>
            <ac:grpSpMk id="167" creationId="{01B3BFF5-8CE6-5BED-2BE1-BE188A0B2266}"/>
          </ac:grpSpMkLst>
        </pc:grpChg>
        <pc:grpChg chg="mod">
          <ac:chgData name="Arkar Than Win" userId="3c8250a4-c36e-434c-9640-1ec1d94cea55" providerId="ADAL" clId="{43480E00-951E-4B10-A21F-AA0E3C733DEE}" dt="2024-05-27T03:07:16.963" v="2826"/>
          <ac:grpSpMkLst>
            <pc:docMk/>
            <pc:sldMk cId="749363726" sldId="273"/>
            <ac:grpSpMk id="170" creationId="{A9F5D803-3AE7-6E59-9F4D-526753DD90CA}"/>
          </ac:grpSpMkLst>
        </pc:grpChg>
        <pc:grpChg chg="mod">
          <ac:chgData name="Arkar Than Win" userId="3c8250a4-c36e-434c-9640-1ec1d94cea55" providerId="ADAL" clId="{43480E00-951E-4B10-A21F-AA0E3C733DEE}" dt="2024-05-27T03:07:16.963" v="2826"/>
          <ac:grpSpMkLst>
            <pc:docMk/>
            <pc:sldMk cId="749363726" sldId="273"/>
            <ac:grpSpMk id="178" creationId="{EEAD54A7-E4BE-4E27-4499-CA77CDA7C7A5}"/>
          </ac:grpSpMkLst>
        </pc:grpChg>
        <pc:grpChg chg="mod modVis">
          <ac:chgData name="Arkar Than Win" userId="3c8250a4-c36e-434c-9640-1ec1d94cea55" providerId="ADAL" clId="{43480E00-951E-4B10-A21F-AA0E3C733DEE}" dt="2024-05-27T03:53:19.363" v="4243" actId="14429"/>
          <ac:grpSpMkLst>
            <pc:docMk/>
            <pc:sldMk cId="749363726" sldId="273"/>
            <ac:grpSpMk id="190" creationId="{37566585-1D97-FCE8-53F2-ECA6BB6D650E}"/>
          </ac:grpSpMkLst>
        </pc:grpChg>
        <pc:grpChg chg="mod">
          <ac:chgData name="Arkar Than Win" userId="3c8250a4-c36e-434c-9640-1ec1d94cea55" providerId="ADAL" clId="{43480E00-951E-4B10-A21F-AA0E3C733DEE}" dt="2024-05-27T03:07:16.501" v="2825"/>
          <ac:grpSpMkLst>
            <pc:docMk/>
            <pc:sldMk cId="749363726" sldId="273"/>
            <ac:grpSpMk id="193" creationId="{DEF50A1B-87D4-6713-0261-C9F3DCFD4C6C}"/>
          </ac:grpSpMkLst>
        </pc:grpChg>
        <pc:grpChg chg="mod">
          <ac:chgData name="Arkar Than Win" userId="3c8250a4-c36e-434c-9640-1ec1d94cea55" providerId="ADAL" clId="{43480E00-951E-4B10-A21F-AA0E3C733DEE}" dt="2024-05-27T03:07:16.501" v="2825"/>
          <ac:grpSpMkLst>
            <pc:docMk/>
            <pc:sldMk cId="749363726" sldId="273"/>
            <ac:grpSpMk id="194" creationId="{9256EC5C-EEB8-8A5C-5A21-517784554454}"/>
          </ac:grpSpMkLst>
        </pc:grpChg>
        <pc:grpChg chg="mod">
          <ac:chgData name="Arkar Than Win" userId="3c8250a4-c36e-434c-9640-1ec1d94cea55" providerId="ADAL" clId="{43480E00-951E-4B10-A21F-AA0E3C733DEE}" dt="2024-05-27T03:07:16.501" v="2825"/>
          <ac:grpSpMkLst>
            <pc:docMk/>
            <pc:sldMk cId="749363726" sldId="273"/>
            <ac:grpSpMk id="195" creationId="{BC764215-91ED-58CC-E67A-C130B51C3E60}"/>
          </ac:grpSpMkLst>
        </pc:grpChg>
        <pc:grpChg chg="mod">
          <ac:chgData name="Arkar Than Win" userId="3c8250a4-c36e-434c-9640-1ec1d94cea55" providerId="ADAL" clId="{43480E00-951E-4B10-A21F-AA0E3C733DEE}" dt="2024-05-27T03:07:16.501" v="2825"/>
          <ac:grpSpMkLst>
            <pc:docMk/>
            <pc:sldMk cId="749363726" sldId="273"/>
            <ac:grpSpMk id="196" creationId="{36DDE3F9-AFFA-FF2B-E4AD-BAB4B4F2E289}"/>
          </ac:grpSpMkLst>
        </pc:grpChg>
        <pc:grpChg chg="mod">
          <ac:chgData name="Arkar Than Win" userId="3c8250a4-c36e-434c-9640-1ec1d94cea55" providerId="ADAL" clId="{43480E00-951E-4B10-A21F-AA0E3C733DEE}" dt="2024-05-27T03:07:16.501" v="2825"/>
          <ac:grpSpMkLst>
            <pc:docMk/>
            <pc:sldMk cId="749363726" sldId="273"/>
            <ac:grpSpMk id="201" creationId="{5B51412B-A3E8-79B4-B798-E5E026625745}"/>
          </ac:grpSpMkLst>
        </pc:grpChg>
        <pc:grpChg chg="mod">
          <ac:chgData name="Arkar Than Win" userId="3c8250a4-c36e-434c-9640-1ec1d94cea55" providerId="ADAL" clId="{43480E00-951E-4B10-A21F-AA0E3C733DEE}" dt="2024-05-27T03:07:16.501" v="2825"/>
          <ac:grpSpMkLst>
            <pc:docMk/>
            <pc:sldMk cId="749363726" sldId="273"/>
            <ac:grpSpMk id="202" creationId="{1F366BE1-B3F5-B9F6-6B8A-3EC3A45689C4}"/>
          </ac:grpSpMkLst>
        </pc:grpChg>
        <pc:picChg chg="add mod">
          <ac:chgData name="Arkar Than Win" userId="3c8250a4-c36e-434c-9640-1ec1d94cea55" providerId="ADAL" clId="{43480E00-951E-4B10-A21F-AA0E3C733DEE}" dt="2024-05-27T03:04:48.717" v="2751"/>
          <ac:picMkLst>
            <pc:docMk/>
            <pc:sldMk cId="749363726" sldId="273"/>
            <ac:picMk id="6" creationId="{2B76C216-7604-5B07-E3D7-DAB5E604BC28}"/>
          </ac:picMkLst>
        </pc:picChg>
        <pc:picChg chg="add mod">
          <ac:chgData name="Arkar Than Win" userId="3c8250a4-c36e-434c-9640-1ec1d94cea55" providerId="ADAL" clId="{43480E00-951E-4B10-A21F-AA0E3C733DEE}" dt="2024-05-27T03:06:06.567" v="2790"/>
          <ac:picMkLst>
            <pc:docMk/>
            <pc:sldMk cId="749363726" sldId="273"/>
            <ac:picMk id="9" creationId="{0EA4F14C-4E7D-6438-B167-07569171B540}"/>
          </ac:picMkLst>
        </pc:picChg>
        <pc:picChg chg="add del mod">
          <ac:chgData name="Arkar Than Win" userId="3c8250a4-c36e-434c-9640-1ec1d94cea55" providerId="ADAL" clId="{43480E00-951E-4B10-A21F-AA0E3C733DEE}" dt="2024-05-27T02:52:53.048" v="2592" actId="21"/>
          <ac:picMkLst>
            <pc:docMk/>
            <pc:sldMk cId="749363726" sldId="273"/>
            <ac:picMk id="11" creationId="{9F9CFA33-AE02-E190-A740-DE8FF0065C61}"/>
          </ac:picMkLst>
        </pc:picChg>
        <pc:picChg chg="mod">
          <ac:chgData name="Arkar Than Win" userId="3c8250a4-c36e-434c-9640-1ec1d94cea55" providerId="ADAL" clId="{43480E00-951E-4B10-A21F-AA0E3C733DEE}" dt="2024-05-27T03:07:16.066" v="2824"/>
          <ac:picMkLst>
            <pc:docMk/>
            <pc:sldMk cId="749363726" sldId="273"/>
            <ac:picMk id="84" creationId="{7B250EEB-F194-456A-1063-7CF090E92755}"/>
          </ac:picMkLst>
        </pc:picChg>
        <pc:picChg chg="mod">
          <ac:chgData name="Arkar Than Win" userId="3c8250a4-c36e-434c-9640-1ec1d94cea55" providerId="ADAL" clId="{43480E00-951E-4B10-A21F-AA0E3C733DEE}" dt="2024-05-27T03:07:16.066" v="2824"/>
          <ac:picMkLst>
            <pc:docMk/>
            <pc:sldMk cId="749363726" sldId="273"/>
            <ac:picMk id="90" creationId="{D40268B8-B2F9-A401-EF92-224296E07FC8}"/>
          </ac:picMkLst>
        </pc:picChg>
        <pc:picChg chg="mod">
          <ac:chgData name="Arkar Than Win" userId="3c8250a4-c36e-434c-9640-1ec1d94cea55" providerId="ADAL" clId="{43480E00-951E-4B10-A21F-AA0E3C733DEE}" dt="2024-05-27T03:07:16.066" v="2824"/>
          <ac:picMkLst>
            <pc:docMk/>
            <pc:sldMk cId="749363726" sldId="273"/>
            <ac:picMk id="96" creationId="{A81CDFE6-3EAD-4181-4234-43223FD04DE5}"/>
          </ac:picMkLst>
        </pc:picChg>
        <pc:picChg chg="mod">
          <ac:chgData name="Arkar Than Win" userId="3c8250a4-c36e-434c-9640-1ec1d94cea55" providerId="ADAL" clId="{43480E00-951E-4B10-A21F-AA0E3C733DEE}" dt="2024-05-27T03:07:16.066" v="2824"/>
          <ac:picMkLst>
            <pc:docMk/>
            <pc:sldMk cId="749363726" sldId="273"/>
            <ac:picMk id="104" creationId="{FD5429D8-C42C-271A-AA62-D22B9C46248F}"/>
          </ac:picMkLst>
        </pc:picChg>
        <pc:picChg chg="mod">
          <ac:chgData name="Arkar Than Win" userId="3c8250a4-c36e-434c-9640-1ec1d94cea55" providerId="ADAL" clId="{43480E00-951E-4B10-A21F-AA0E3C733DEE}" dt="2024-05-27T03:07:17.335" v="2827"/>
          <ac:picMkLst>
            <pc:docMk/>
            <pc:sldMk cId="749363726" sldId="273"/>
            <ac:picMk id="157" creationId="{F09F55EB-5387-415D-4E5B-33B4740AE11E}"/>
          </ac:picMkLst>
        </pc:picChg>
        <pc:picChg chg="mod">
          <ac:chgData name="Arkar Than Win" userId="3c8250a4-c36e-434c-9640-1ec1d94cea55" providerId="ADAL" clId="{43480E00-951E-4B10-A21F-AA0E3C733DEE}" dt="2024-05-27T03:07:16.963" v="2826"/>
          <ac:picMkLst>
            <pc:docMk/>
            <pc:sldMk cId="749363726" sldId="273"/>
            <ac:picMk id="168" creationId="{BD4155F9-361D-6F72-A0EB-AD5A5FEBA08E}"/>
          </ac:picMkLst>
        </pc:picChg>
        <pc:picChg chg="mod">
          <ac:chgData name="Arkar Than Win" userId="3c8250a4-c36e-434c-9640-1ec1d94cea55" providerId="ADAL" clId="{43480E00-951E-4B10-A21F-AA0E3C733DEE}" dt="2024-05-27T03:07:16.963" v="2826"/>
          <ac:picMkLst>
            <pc:docMk/>
            <pc:sldMk cId="749363726" sldId="273"/>
            <ac:picMk id="169" creationId="{760F4792-DE26-FA1F-48D2-65A65216F5C6}"/>
          </ac:picMkLst>
        </pc:picChg>
        <pc:picChg chg="mod">
          <ac:chgData name="Arkar Than Win" userId="3c8250a4-c36e-434c-9640-1ec1d94cea55" providerId="ADAL" clId="{43480E00-951E-4B10-A21F-AA0E3C733DEE}" dt="2024-05-27T03:07:16.963" v="2826"/>
          <ac:picMkLst>
            <pc:docMk/>
            <pc:sldMk cId="749363726" sldId="273"/>
            <ac:picMk id="171" creationId="{77200D29-A019-3A2D-FE0F-918796C89500}"/>
          </ac:picMkLst>
        </pc:picChg>
        <pc:picChg chg="mod">
          <ac:chgData name="Arkar Than Win" userId="3c8250a4-c36e-434c-9640-1ec1d94cea55" providerId="ADAL" clId="{43480E00-951E-4B10-A21F-AA0E3C733DEE}" dt="2024-05-27T03:07:16.963" v="2826"/>
          <ac:picMkLst>
            <pc:docMk/>
            <pc:sldMk cId="749363726" sldId="273"/>
            <ac:picMk id="172" creationId="{F6A3CCF2-92A0-7F84-072E-4BA14B5E69FF}"/>
          </ac:picMkLst>
        </pc:picChg>
        <pc:picChg chg="mod">
          <ac:chgData name="Arkar Than Win" userId="3c8250a4-c36e-434c-9640-1ec1d94cea55" providerId="ADAL" clId="{43480E00-951E-4B10-A21F-AA0E3C733DEE}" dt="2024-05-27T03:07:16.963" v="2826"/>
          <ac:picMkLst>
            <pc:docMk/>
            <pc:sldMk cId="749363726" sldId="273"/>
            <ac:picMk id="179" creationId="{523E8902-C2A8-F314-373F-64B60BC77D68}"/>
          </ac:picMkLst>
        </pc:picChg>
        <pc:picChg chg="mod">
          <ac:chgData name="Arkar Than Win" userId="3c8250a4-c36e-434c-9640-1ec1d94cea55" providerId="ADAL" clId="{43480E00-951E-4B10-A21F-AA0E3C733DEE}" dt="2024-05-27T03:07:16.963" v="2826"/>
          <ac:picMkLst>
            <pc:docMk/>
            <pc:sldMk cId="749363726" sldId="273"/>
            <ac:picMk id="180" creationId="{8987003A-1E45-1040-F229-2221DD3073DB}"/>
          </ac:picMkLst>
        </pc:picChg>
        <pc:picChg chg="mod">
          <ac:chgData name="Arkar Than Win" userId="3c8250a4-c36e-434c-9640-1ec1d94cea55" providerId="ADAL" clId="{43480E00-951E-4B10-A21F-AA0E3C733DEE}" dt="2024-05-27T03:07:16.963" v="2826"/>
          <ac:picMkLst>
            <pc:docMk/>
            <pc:sldMk cId="749363726" sldId="273"/>
            <ac:picMk id="181" creationId="{C0B4A3A1-21B5-C886-ADB0-AED89A00A6CB}"/>
          </ac:picMkLst>
        </pc:picChg>
        <pc:picChg chg="mod">
          <ac:chgData name="Arkar Than Win" userId="3c8250a4-c36e-434c-9640-1ec1d94cea55" providerId="ADAL" clId="{43480E00-951E-4B10-A21F-AA0E3C733DEE}" dt="2024-05-27T03:07:16.963" v="2826"/>
          <ac:picMkLst>
            <pc:docMk/>
            <pc:sldMk cId="749363726" sldId="273"/>
            <ac:picMk id="182" creationId="{D9077154-B505-A5EC-91B1-93FBF5FC369E}"/>
          </ac:picMkLst>
        </pc:picChg>
        <pc:picChg chg="mod">
          <ac:chgData name="Arkar Than Win" userId="3c8250a4-c36e-434c-9640-1ec1d94cea55" providerId="ADAL" clId="{43480E00-951E-4B10-A21F-AA0E3C733DEE}" dt="2024-05-27T03:07:16.963" v="2826"/>
          <ac:picMkLst>
            <pc:docMk/>
            <pc:sldMk cId="749363726" sldId="273"/>
            <ac:picMk id="183" creationId="{EA926319-FB64-8B11-5D91-FB8B2A6805F7}"/>
          </ac:picMkLst>
        </pc:picChg>
        <pc:picChg chg="mod">
          <ac:chgData name="Arkar Than Win" userId="3c8250a4-c36e-434c-9640-1ec1d94cea55" providerId="ADAL" clId="{43480E00-951E-4B10-A21F-AA0E3C733DEE}" dt="2024-05-27T03:07:16.963" v="2826"/>
          <ac:picMkLst>
            <pc:docMk/>
            <pc:sldMk cId="749363726" sldId="273"/>
            <ac:picMk id="184" creationId="{B2869C84-7720-372C-17AF-F47F9B30122A}"/>
          </ac:picMkLst>
        </pc:picChg>
        <pc:picChg chg="mod">
          <ac:chgData name="Arkar Than Win" userId="3c8250a4-c36e-434c-9640-1ec1d94cea55" providerId="ADAL" clId="{43480E00-951E-4B10-A21F-AA0E3C733DEE}" dt="2024-05-27T03:07:16.501" v="2825"/>
          <ac:picMkLst>
            <pc:docMk/>
            <pc:sldMk cId="749363726" sldId="273"/>
            <ac:picMk id="197" creationId="{96B8CC56-0DB3-397C-EEBF-3090D144EF70}"/>
          </ac:picMkLst>
        </pc:picChg>
        <pc:picChg chg="mod">
          <ac:chgData name="Arkar Than Win" userId="3c8250a4-c36e-434c-9640-1ec1d94cea55" providerId="ADAL" clId="{43480E00-951E-4B10-A21F-AA0E3C733DEE}" dt="2024-05-27T03:07:16.501" v="2825"/>
          <ac:picMkLst>
            <pc:docMk/>
            <pc:sldMk cId="749363726" sldId="273"/>
            <ac:picMk id="198" creationId="{A5B53305-A35E-233B-2E33-2E4D53CB9F80}"/>
          </ac:picMkLst>
        </pc:picChg>
        <pc:picChg chg="mod">
          <ac:chgData name="Arkar Than Win" userId="3c8250a4-c36e-434c-9640-1ec1d94cea55" providerId="ADAL" clId="{43480E00-951E-4B10-A21F-AA0E3C733DEE}" dt="2024-05-27T03:07:16.501" v="2825"/>
          <ac:picMkLst>
            <pc:docMk/>
            <pc:sldMk cId="749363726" sldId="273"/>
            <ac:picMk id="199" creationId="{40382523-AE81-9E18-8C39-8CABDA0B9C80}"/>
          </ac:picMkLst>
        </pc:picChg>
        <pc:picChg chg="mod">
          <ac:chgData name="Arkar Than Win" userId="3c8250a4-c36e-434c-9640-1ec1d94cea55" providerId="ADAL" clId="{43480E00-951E-4B10-A21F-AA0E3C733DEE}" dt="2024-05-27T03:07:16.501" v="2825"/>
          <ac:picMkLst>
            <pc:docMk/>
            <pc:sldMk cId="749363726" sldId="273"/>
            <ac:picMk id="200" creationId="{09C0276A-7C16-6188-6CAF-4883EF840743}"/>
          </ac:picMkLst>
        </pc:picChg>
        <pc:picChg chg="mod">
          <ac:chgData name="Arkar Than Win" userId="3c8250a4-c36e-434c-9640-1ec1d94cea55" providerId="ADAL" clId="{43480E00-951E-4B10-A21F-AA0E3C733DEE}" dt="2024-05-27T03:07:16.501" v="2825"/>
          <ac:picMkLst>
            <pc:docMk/>
            <pc:sldMk cId="749363726" sldId="273"/>
            <ac:picMk id="203" creationId="{A31DA94E-91E2-344B-DCE0-B56EFEDA9D83}"/>
          </ac:picMkLst>
        </pc:picChg>
        <pc:picChg chg="mod">
          <ac:chgData name="Arkar Than Win" userId="3c8250a4-c36e-434c-9640-1ec1d94cea55" providerId="ADAL" clId="{43480E00-951E-4B10-A21F-AA0E3C733DEE}" dt="2024-05-27T03:07:16.501" v="2825"/>
          <ac:picMkLst>
            <pc:docMk/>
            <pc:sldMk cId="749363726" sldId="273"/>
            <ac:picMk id="204" creationId="{29E94614-B039-1B2C-07BE-6B06A3C0D6E8}"/>
          </ac:picMkLst>
        </pc:picChg>
        <pc:picChg chg="mod">
          <ac:chgData name="Arkar Than Win" userId="3c8250a4-c36e-434c-9640-1ec1d94cea55" providerId="ADAL" clId="{43480E00-951E-4B10-A21F-AA0E3C733DEE}" dt="2024-05-27T03:07:16.501" v="2825"/>
          <ac:picMkLst>
            <pc:docMk/>
            <pc:sldMk cId="749363726" sldId="273"/>
            <ac:picMk id="205" creationId="{44D4FAEC-1030-583F-0A33-DA4BAD734B89}"/>
          </ac:picMkLst>
        </pc:picChg>
        <pc:picChg chg="mod">
          <ac:chgData name="Arkar Than Win" userId="3c8250a4-c36e-434c-9640-1ec1d94cea55" providerId="ADAL" clId="{43480E00-951E-4B10-A21F-AA0E3C733DEE}" dt="2024-05-27T03:07:16.501" v="2825"/>
          <ac:picMkLst>
            <pc:docMk/>
            <pc:sldMk cId="749363726" sldId="273"/>
            <ac:picMk id="206" creationId="{D660D76E-5B59-5231-565F-024816D01BA3}"/>
          </ac:picMkLst>
        </pc:picChg>
        <pc:picChg chg="mod">
          <ac:chgData name="Arkar Than Win" userId="3c8250a4-c36e-434c-9640-1ec1d94cea55" providerId="ADAL" clId="{43480E00-951E-4B10-A21F-AA0E3C733DEE}" dt="2024-05-27T03:07:17.805" v="2828"/>
          <ac:picMkLst>
            <pc:docMk/>
            <pc:sldMk cId="749363726" sldId="273"/>
            <ac:picMk id="211" creationId="{53F00676-BD23-9103-4656-3D465DCB01B2}"/>
          </ac:picMkLst>
        </pc:picChg>
        <pc:picChg chg="mod ord">
          <ac:chgData name="Arkar Than Win" userId="3c8250a4-c36e-434c-9640-1ec1d94cea55" providerId="ADAL" clId="{43480E00-951E-4B10-A21F-AA0E3C733DEE}" dt="2024-05-27T03:07:15.689" v="2823"/>
          <ac:picMkLst>
            <pc:docMk/>
            <pc:sldMk cId="749363726" sldId="273"/>
            <ac:picMk id="214" creationId="{239B092A-0AA6-5041-6BCC-BD80B03D6074}"/>
          </ac:picMkLst>
        </pc:picChg>
        <pc:cxnChg chg="mod">
          <ac:chgData name="Arkar Than Win" userId="3c8250a4-c36e-434c-9640-1ec1d94cea55" providerId="ADAL" clId="{43480E00-951E-4B10-A21F-AA0E3C733DEE}" dt="2024-05-27T03:07:16.066" v="2824"/>
          <ac:cxnSpMkLst>
            <pc:docMk/>
            <pc:sldMk cId="749363726" sldId="273"/>
            <ac:cxnSpMk id="82" creationId="{ED817C49-3524-4804-36D8-4F4874A7ED49}"/>
          </ac:cxnSpMkLst>
        </pc:cxnChg>
        <pc:cxnChg chg="mod">
          <ac:chgData name="Arkar Than Win" userId="3c8250a4-c36e-434c-9640-1ec1d94cea55" providerId="ADAL" clId="{43480E00-951E-4B10-A21F-AA0E3C733DEE}" dt="2024-05-27T03:07:16.066" v="2824"/>
          <ac:cxnSpMkLst>
            <pc:docMk/>
            <pc:sldMk cId="749363726" sldId="273"/>
            <ac:cxnSpMk id="83" creationId="{B7DE265D-55E5-7401-8FAB-8EBCE421365E}"/>
          </ac:cxnSpMkLst>
        </pc:cxnChg>
        <pc:cxnChg chg="mod">
          <ac:chgData name="Arkar Than Win" userId="3c8250a4-c36e-434c-9640-1ec1d94cea55" providerId="ADAL" clId="{43480E00-951E-4B10-A21F-AA0E3C733DEE}" dt="2024-05-27T03:07:16.066" v="2824"/>
          <ac:cxnSpMkLst>
            <pc:docMk/>
            <pc:sldMk cId="749363726" sldId="273"/>
            <ac:cxnSpMk id="88" creationId="{3348DDF3-1207-5310-1F48-44B235A98584}"/>
          </ac:cxnSpMkLst>
        </pc:cxnChg>
        <pc:cxnChg chg="mod">
          <ac:chgData name="Arkar Than Win" userId="3c8250a4-c36e-434c-9640-1ec1d94cea55" providerId="ADAL" clId="{43480E00-951E-4B10-A21F-AA0E3C733DEE}" dt="2024-05-27T03:07:16.066" v="2824"/>
          <ac:cxnSpMkLst>
            <pc:docMk/>
            <pc:sldMk cId="749363726" sldId="273"/>
            <ac:cxnSpMk id="89" creationId="{8D836720-C7E3-1381-D935-C6D0109298FE}"/>
          </ac:cxnSpMkLst>
        </pc:cxnChg>
        <pc:cxnChg chg="mod">
          <ac:chgData name="Arkar Than Win" userId="3c8250a4-c36e-434c-9640-1ec1d94cea55" providerId="ADAL" clId="{43480E00-951E-4B10-A21F-AA0E3C733DEE}" dt="2024-05-27T03:07:16.066" v="2824"/>
          <ac:cxnSpMkLst>
            <pc:docMk/>
            <pc:sldMk cId="749363726" sldId="273"/>
            <ac:cxnSpMk id="94" creationId="{7080573C-669D-EBD7-8E78-8DEA09F59635}"/>
          </ac:cxnSpMkLst>
        </pc:cxnChg>
        <pc:cxnChg chg="mod">
          <ac:chgData name="Arkar Than Win" userId="3c8250a4-c36e-434c-9640-1ec1d94cea55" providerId="ADAL" clId="{43480E00-951E-4B10-A21F-AA0E3C733DEE}" dt="2024-05-27T03:07:16.066" v="2824"/>
          <ac:cxnSpMkLst>
            <pc:docMk/>
            <pc:sldMk cId="749363726" sldId="273"/>
            <ac:cxnSpMk id="95" creationId="{1128ECB8-9250-026D-5E1A-3F83F1E4C670}"/>
          </ac:cxnSpMkLst>
        </pc:cxnChg>
        <pc:cxnChg chg="mod">
          <ac:chgData name="Arkar Than Win" userId="3c8250a4-c36e-434c-9640-1ec1d94cea55" providerId="ADAL" clId="{43480E00-951E-4B10-A21F-AA0E3C733DEE}" dt="2024-05-27T03:07:16.066" v="2824"/>
          <ac:cxnSpMkLst>
            <pc:docMk/>
            <pc:sldMk cId="749363726" sldId="273"/>
            <ac:cxnSpMk id="100" creationId="{0EE2E611-704F-4F63-690E-EE128429744F}"/>
          </ac:cxnSpMkLst>
        </pc:cxnChg>
        <pc:cxnChg chg="mod">
          <ac:chgData name="Arkar Than Win" userId="3c8250a4-c36e-434c-9640-1ec1d94cea55" providerId="ADAL" clId="{43480E00-951E-4B10-A21F-AA0E3C733DEE}" dt="2024-05-27T03:07:16.066" v="2824"/>
          <ac:cxnSpMkLst>
            <pc:docMk/>
            <pc:sldMk cId="749363726" sldId="273"/>
            <ac:cxnSpMk id="101" creationId="{9B5917A0-194A-F210-9141-5BE8DF3FBAA6}"/>
          </ac:cxnSpMkLst>
        </pc:cxnChg>
        <pc:cxnChg chg="mod">
          <ac:chgData name="Arkar Than Win" userId="3c8250a4-c36e-434c-9640-1ec1d94cea55" providerId="ADAL" clId="{43480E00-951E-4B10-A21F-AA0E3C733DEE}" dt="2024-05-27T03:07:16.066" v="2824"/>
          <ac:cxnSpMkLst>
            <pc:docMk/>
            <pc:sldMk cId="749363726" sldId="273"/>
            <ac:cxnSpMk id="105" creationId="{4A3D5F3B-2227-BD82-E930-AAABEE01D059}"/>
          </ac:cxnSpMkLst>
        </pc:cxnChg>
        <pc:cxnChg chg="mod">
          <ac:chgData name="Arkar Than Win" userId="3c8250a4-c36e-434c-9640-1ec1d94cea55" providerId="ADAL" clId="{43480E00-951E-4B10-A21F-AA0E3C733DEE}" dt="2024-05-27T03:07:16.066" v="2824"/>
          <ac:cxnSpMkLst>
            <pc:docMk/>
            <pc:sldMk cId="749363726" sldId="273"/>
            <ac:cxnSpMk id="106" creationId="{B3807288-AF84-AD09-5C59-15A94BD49451}"/>
          </ac:cxnSpMkLst>
        </pc:cxnChg>
        <pc:cxnChg chg="mod">
          <ac:chgData name="Arkar Than Win" userId="3c8250a4-c36e-434c-9640-1ec1d94cea55" providerId="ADAL" clId="{43480E00-951E-4B10-A21F-AA0E3C733DEE}" dt="2024-05-27T03:07:16.066" v="2824"/>
          <ac:cxnSpMkLst>
            <pc:docMk/>
            <pc:sldMk cId="749363726" sldId="273"/>
            <ac:cxnSpMk id="107" creationId="{559156EC-40DF-6597-BD2E-4847F6AE560F}"/>
          </ac:cxnSpMkLst>
        </pc:cxnChg>
        <pc:cxnChg chg="mod">
          <ac:chgData name="Arkar Than Win" userId="3c8250a4-c36e-434c-9640-1ec1d94cea55" providerId="ADAL" clId="{43480E00-951E-4B10-A21F-AA0E3C733DEE}" dt="2024-05-27T03:07:16.066" v="2824"/>
          <ac:cxnSpMkLst>
            <pc:docMk/>
            <pc:sldMk cId="749363726" sldId="273"/>
            <ac:cxnSpMk id="108" creationId="{281E30B7-1F51-8A0C-8FFC-901728201998}"/>
          </ac:cxnSpMkLst>
        </pc:cxnChg>
        <pc:cxnChg chg="mod">
          <ac:chgData name="Arkar Than Win" userId="3c8250a4-c36e-434c-9640-1ec1d94cea55" providerId="ADAL" clId="{43480E00-951E-4B10-A21F-AA0E3C733DEE}" dt="2024-05-27T03:07:16.066" v="2824"/>
          <ac:cxnSpMkLst>
            <pc:docMk/>
            <pc:sldMk cId="749363726" sldId="273"/>
            <ac:cxnSpMk id="109" creationId="{8FD27D5C-8D7C-0DB7-31A6-617BB7B52D18}"/>
          </ac:cxnSpMkLst>
        </pc:cxnChg>
        <pc:cxnChg chg="mod">
          <ac:chgData name="Arkar Than Win" userId="3c8250a4-c36e-434c-9640-1ec1d94cea55" providerId="ADAL" clId="{43480E00-951E-4B10-A21F-AA0E3C733DEE}" dt="2024-05-27T03:07:16.066" v="2824"/>
          <ac:cxnSpMkLst>
            <pc:docMk/>
            <pc:sldMk cId="749363726" sldId="273"/>
            <ac:cxnSpMk id="110" creationId="{6A502FBE-D10D-676C-3145-D9FA70E3C7AB}"/>
          </ac:cxnSpMkLst>
        </pc:cxnChg>
        <pc:cxnChg chg="mod">
          <ac:chgData name="Arkar Than Win" userId="3c8250a4-c36e-434c-9640-1ec1d94cea55" providerId="ADAL" clId="{43480E00-951E-4B10-A21F-AA0E3C733DEE}" dt="2024-05-27T03:07:16.066" v="2824"/>
          <ac:cxnSpMkLst>
            <pc:docMk/>
            <pc:sldMk cId="749363726" sldId="273"/>
            <ac:cxnSpMk id="111" creationId="{7BE4A953-E8EA-7FD5-55B8-4D2D9A3E48E7}"/>
          </ac:cxnSpMkLst>
        </pc:cxnChg>
        <pc:cxnChg chg="mod">
          <ac:chgData name="Arkar Than Win" userId="3c8250a4-c36e-434c-9640-1ec1d94cea55" providerId="ADAL" clId="{43480E00-951E-4B10-A21F-AA0E3C733DEE}" dt="2024-05-27T03:07:16.066" v="2824"/>
          <ac:cxnSpMkLst>
            <pc:docMk/>
            <pc:sldMk cId="749363726" sldId="273"/>
            <ac:cxnSpMk id="112" creationId="{D5B80322-AF83-5BA9-C992-2D5F05CE241C}"/>
          </ac:cxnSpMkLst>
        </pc:cxnChg>
        <pc:cxnChg chg="mod">
          <ac:chgData name="Arkar Than Win" userId="3c8250a4-c36e-434c-9640-1ec1d94cea55" providerId="ADAL" clId="{43480E00-951E-4B10-A21F-AA0E3C733DEE}" dt="2024-05-27T03:07:16.066" v="2824"/>
          <ac:cxnSpMkLst>
            <pc:docMk/>
            <pc:sldMk cId="749363726" sldId="273"/>
            <ac:cxnSpMk id="113" creationId="{9EEBDBD2-FFF2-CA65-5F8F-D2CDA69E8BBB}"/>
          </ac:cxnSpMkLst>
        </pc:cxnChg>
        <pc:cxnChg chg="mod">
          <ac:chgData name="Arkar Than Win" userId="3c8250a4-c36e-434c-9640-1ec1d94cea55" providerId="ADAL" clId="{43480E00-951E-4B10-A21F-AA0E3C733DEE}" dt="2024-05-27T03:07:16.066" v="2824"/>
          <ac:cxnSpMkLst>
            <pc:docMk/>
            <pc:sldMk cId="749363726" sldId="273"/>
            <ac:cxnSpMk id="114" creationId="{076CDA31-A3F2-9163-02CF-F1B338AB6E95}"/>
          </ac:cxnSpMkLst>
        </pc:cxnChg>
        <pc:cxnChg chg="mod">
          <ac:chgData name="Arkar Than Win" userId="3c8250a4-c36e-434c-9640-1ec1d94cea55" providerId="ADAL" clId="{43480E00-951E-4B10-A21F-AA0E3C733DEE}" dt="2024-05-27T03:07:16.963" v="2826"/>
          <ac:cxnSpMkLst>
            <pc:docMk/>
            <pc:sldMk cId="749363726" sldId="273"/>
            <ac:cxnSpMk id="173" creationId="{DFBB3B84-FC87-39D4-7699-DB27E008CAE7}"/>
          </ac:cxnSpMkLst>
        </pc:cxnChg>
        <pc:cxnChg chg="mod">
          <ac:chgData name="Arkar Than Win" userId="3c8250a4-c36e-434c-9640-1ec1d94cea55" providerId="ADAL" clId="{43480E00-951E-4B10-A21F-AA0E3C733DEE}" dt="2024-05-27T03:07:16.963" v="2826"/>
          <ac:cxnSpMkLst>
            <pc:docMk/>
            <pc:sldMk cId="749363726" sldId="273"/>
            <ac:cxnSpMk id="174" creationId="{2E52B21F-D675-18F2-9B92-9B73BF88DD58}"/>
          </ac:cxnSpMkLst>
        </pc:cxnChg>
        <pc:cxnChg chg="mod">
          <ac:chgData name="Arkar Than Win" userId="3c8250a4-c36e-434c-9640-1ec1d94cea55" providerId="ADAL" clId="{43480E00-951E-4B10-A21F-AA0E3C733DEE}" dt="2024-05-27T03:07:16.963" v="2826"/>
          <ac:cxnSpMkLst>
            <pc:docMk/>
            <pc:sldMk cId="749363726" sldId="273"/>
            <ac:cxnSpMk id="175" creationId="{611DEDE2-E28D-5879-0EF2-C4A942E74577}"/>
          </ac:cxnSpMkLst>
        </pc:cxnChg>
        <pc:cxnChg chg="mod">
          <ac:chgData name="Arkar Than Win" userId="3c8250a4-c36e-434c-9640-1ec1d94cea55" providerId="ADAL" clId="{43480E00-951E-4B10-A21F-AA0E3C733DEE}" dt="2024-05-27T03:07:16.963" v="2826"/>
          <ac:cxnSpMkLst>
            <pc:docMk/>
            <pc:sldMk cId="749363726" sldId="273"/>
            <ac:cxnSpMk id="176" creationId="{049B4272-0D87-4116-9C99-68D9E04713A3}"/>
          </ac:cxnSpMkLst>
        </pc:cxnChg>
        <pc:cxnChg chg="mod">
          <ac:chgData name="Arkar Than Win" userId="3c8250a4-c36e-434c-9640-1ec1d94cea55" providerId="ADAL" clId="{43480E00-951E-4B10-A21F-AA0E3C733DEE}" dt="2024-05-27T03:07:16.963" v="2826"/>
          <ac:cxnSpMkLst>
            <pc:docMk/>
            <pc:sldMk cId="749363726" sldId="273"/>
            <ac:cxnSpMk id="177" creationId="{8B3D99AB-2181-A717-8331-7ABED2DE774F}"/>
          </ac:cxnSpMkLst>
        </pc:cxnChg>
        <pc:cxnChg chg="mod">
          <ac:chgData name="Arkar Than Win" userId="3c8250a4-c36e-434c-9640-1ec1d94cea55" providerId="ADAL" clId="{43480E00-951E-4B10-A21F-AA0E3C733DEE}" dt="2024-05-27T03:07:16.963" v="2826"/>
          <ac:cxnSpMkLst>
            <pc:docMk/>
            <pc:sldMk cId="749363726" sldId="273"/>
            <ac:cxnSpMk id="185" creationId="{77F88183-DBAA-3B5D-655B-F32A4CED98B1}"/>
          </ac:cxnSpMkLst>
        </pc:cxnChg>
        <pc:cxnChg chg="mod">
          <ac:chgData name="Arkar Than Win" userId="3c8250a4-c36e-434c-9640-1ec1d94cea55" providerId="ADAL" clId="{43480E00-951E-4B10-A21F-AA0E3C733DEE}" dt="2024-05-27T03:07:16.963" v="2826"/>
          <ac:cxnSpMkLst>
            <pc:docMk/>
            <pc:sldMk cId="749363726" sldId="273"/>
            <ac:cxnSpMk id="186" creationId="{42215BEF-0E27-2F22-ECD7-95ACD2FE70F0}"/>
          </ac:cxnSpMkLst>
        </pc:cxnChg>
        <pc:cxnChg chg="mod">
          <ac:chgData name="Arkar Than Win" userId="3c8250a4-c36e-434c-9640-1ec1d94cea55" providerId="ADAL" clId="{43480E00-951E-4B10-A21F-AA0E3C733DEE}" dt="2024-05-27T03:07:16.963" v="2826"/>
          <ac:cxnSpMkLst>
            <pc:docMk/>
            <pc:sldMk cId="749363726" sldId="273"/>
            <ac:cxnSpMk id="187" creationId="{EB27BE7F-68FC-5DC9-2E06-11FFE748DF56}"/>
          </ac:cxnSpMkLst>
        </pc:cxnChg>
        <pc:cxnChg chg="mod">
          <ac:chgData name="Arkar Than Win" userId="3c8250a4-c36e-434c-9640-1ec1d94cea55" providerId="ADAL" clId="{43480E00-951E-4B10-A21F-AA0E3C733DEE}" dt="2024-05-27T03:07:16.963" v="2826"/>
          <ac:cxnSpMkLst>
            <pc:docMk/>
            <pc:sldMk cId="749363726" sldId="273"/>
            <ac:cxnSpMk id="188" creationId="{752A54C4-F3C4-1495-B6BF-62C660A3403E}"/>
          </ac:cxnSpMkLst>
        </pc:cxnChg>
        <pc:cxnChg chg="mod">
          <ac:chgData name="Arkar Than Win" userId="3c8250a4-c36e-434c-9640-1ec1d94cea55" providerId="ADAL" clId="{43480E00-951E-4B10-A21F-AA0E3C733DEE}" dt="2024-05-27T03:07:16.963" v="2826"/>
          <ac:cxnSpMkLst>
            <pc:docMk/>
            <pc:sldMk cId="749363726" sldId="273"/>
            <ac:cxnSpMk id="189" creationId="{1AA08C1E-DEF3-0401-C00C-63FB35A06763}"/>
          </ac:cxnSpMkLst>
        </pc:cxnChg>
      </pc:sldChg>
      <pc:sldChg chg="addSp modSp mod modNotesTx">
        <pc:chgData name="Arkar Than Win" userId="3c8250a4-c36e-434c-9640-1ec1d94cea55" providerId="ADAL" clId="{43480E00-951E-4B10-A21F-AA0E3C733DEE}" dt="2024-05-29T05:54:06.358" v="7933" actId="207"/>
        <pc:sldMkLst>
          <pc:docMk/>
          <pc:sldMk cId="1315399694" sldId="274"/>
        </pc:sldMkLst>
        <pc:spChg chg="mod">
          <ac:chgData name="Arkar Than Win" userId="3c8250a4-c36e-434c-9640-1ec1d94cea55" providerId="ADAL" clId="{43480E00-951E-4B10-A21F-AA0E3C733DEE}" dt="2024-05-27T03:34:38.377" v="3468" actId="20577"/>
          <ac:spMkLst>
            <pc:docMk/>
            <pc:sldMk cId="1315399694" sldId="274"/>
            <ac:spMk id="2" creationId="{CF74DB7E-CFA7-340D-92D5-29F98B99F8DA}"/>
          </ac:spMkLst>
        </pc:spChg>
        <pc:spChg chg="mod">
          <ac:chgData name="Arkar Than Win" userId="3c8250a4-c36e-434c-9640-1ec1d94cea55" providerId="ADAL" clId="{43480E00-951E-4B10-A21F-AA0E3C733DEE}" dt="2024-05-29T05:54:06.358" v="7933" actId="207"/>
          <ac:spMkLst>
            <pc:docMk/>
            <pc:sldMk cId="1315399694" sldId="274"/>
            <ac:spMk id="3" creationId="{4D41F93C-BC8B-D4B1-F3DE-9F6BD71B4B23}"/>
          </ac:spMkLst>
        </pc:spChg>
        <pc:spChg chg="add mod">
          <ac:chgData name="Arkar Than Win" userId="3c8250a4-c36e-434c-9640-1ec1d94cea55" providerId="ADAL" clId="{43480E00-951E-4B10-A21F-AA0E3C733DEE}" dt="2024-05-27T05:03:53.960" v="6066" actId="1037"/>
          <ac:spMkLst>
            <pc:docMk/>
            <pc:sldMk cId="1315399694" sldId="274"/>
            <ac:spMk id="6" creationId="{4432BB28-8386-D446-E321-4AB6863D397C}"/>
          </ac:spMkLst>
        </pc:spChg>
      </pc:sldChg>
      <pc:sldChg chg="addSp delSp modSp mod modNotesTx">
        <pc:chgData name="Arkar Than Win" userId="3c8250a4-c36e-434c-9640-1ec1d94cea55" providerId="ADAL" clId="{43480E00-951E-4B10-A21F-AA0E3C733DEE}" dt="2024-05-29T05:53:56.632" v="7932" actId="207"/>
        <pc:sldMkLst>
          <pc:docMk/>
          <pc:sldMk cId="1482928927" sldId="275"/>
        </pc:sldMkLst>
        <pc:spChg chg="mod">
          <ac:chgData name="Arkar Than Win" userId="3c8250a4-c36e-434c-9640-1ec1d94cea55" providerId="ADAL" clId="{43480E00-951E-4B10-A21F-AA0E3C733DEE}" dt="2024-05-27T01:34:55.249" v="1952" actId="108"/>
          <ac:spMkLst>
            <pc:docMk/>
            <pc:sldMk cId="1482928927" sldId="275"/>
            <ac:spMk id="2" creationId="{CF74DB7E-CFA7-340D-92D5-29F98B99F8DA}"/>
          </ac:spMkLst>
        </pc:spChg>
        <pc:spChg chg="mod">
          <ac:chgData name="Arkar Than Win" userId="3c8250a4-c36e-434c-9640-1ec1d94cea55" providerId="ADAL" clId="{43480E00-951E-4B10-A21F-AA0E3C733DEE}" dt="2024-05-29T05:53:56.632" v="7932" actId="207"/>
          <ac:spMkLst>
            <pc:docMk/>
            <pc:sldMk cId="1482928927" sldId="275"/>
            <ac:spMk id="3" creationId="{7FFE9A8E-669D-4866-2DD7-34E78B111A0D}"/>
          </ac:spMkLst>
        </pc:spChg>
        <pc:spChg chg="add del mod">
          <ac:chgData name="Arkar Than Win" userId="3c8250a4-c36e-434c-9640-1ec1d94cea55" providerId="ADAL" clId="{43480E00-951E-4B10-A21F-AA0E3C733DEE}" dt="2024-05-27T03:58:11.447" v="4313" actId="21"/>
          <ac:spMkLst>
            <pc:docMk/>
            <pc:sldMk cId="1482928927" sldId="275"/>
            <ac:spMk id="4" creationId="{21BFA1D1-ACE7-8849-D622-D8E54DF2429A}"/>
          </ac:spMkLst>
        </pc:spChg>
        <pc:spChg chg="mod">
          <ac:chgData name="Arkar Than Win" userId="3c8250a4-c36e-434c-9640-1ec1d94cea55" providerId="ADAL" clId="{43480E00-951E-4B10-A21F-AA0E3C733DEE}" dt="2024-05-29T05:53:36.134" v="7929" actId="207"/>
          <ac:spMkLst>
            <pc:docMk/>
            <pc:sldMk cId="1482928927" sldId="275"/>
            <ac:spMk id="7" creationId="{49D9DE6D-D55F-BB6F-553B-10A09D858E37}"/>
          </ac:spMkLst>
        </pc:spChg>
        <pc:spChg chg="mod">
          <ac:chgData name="Arkar Than Win" userId="3c8250a4-c36e-434c-9640-1ec1d94cea55" providerId="ADAL" clId="{43480E00-951E-4B10-A21F-AA0E3C733DEE}" dt="2024-05-29T05:53:36.134" v="7929" actId="207"/>
          <ac:spMkLst>
            <pc:docMk/>
            <pc:sldMk cId="1482928927" sldId="275"/>
            <ac:spMk id="8" creationId="{7954B6FF-27D1-FEC9-BC11-8664D74001C6}"/>
          </ac:spMkLst>
        </pc:spChg>
        <pc:spChg chg="mod">
          <ac:chgData name="Arkar Than Win" userId="3c8250a4-c36e-434c-9640-1ec1d94cea55" providerId="ADAL" clId="{43480E00-951E-4B10-A21F-AA0E3C733DEE}" dt="2024-05-29T05:53:36.134" v="7929" actId="207"/>
          <ac:spMkLst>
            <pc:docMk/>
            <pc:sldMk cId="1482928927" sldId="275"/>
            <ac:spMk id="9" creationId="{5C3B5E9D-0991-3D25-AB14-62DA24A45FD2}"/>
          </ac:spMkLst>
        </pc:spChg>
        <pc:spChg chg="mod">
          <ac:chgData name="Arkar Than Win" userId="3c8250a4-c36e-434c-9640-1ec1d94cea55" providerId="ADAL" clId="{43480E00-951E-4B10-A21F-AA0E3C733DEE}" dt="2024-05-29T05:53:36.134" v="7929" actId="207"/>
          <ac:spMkLst>
            <pc:docMk/>
            <pc:sldMk cId="1482928927" sldId="275"/>
            <ac:spMk id="11" creationId="{FA24A221-C12B-B365-8E1E-A34625513487}"/>
          </ac:spMkLst>
        </pc:spChg>
        <pc:spChg chg="mod">
          <ac:chgData name="Arkar Than Win" userId="3c8250a4-c36e-434c-9640-1ec1d94cea55" providerId="ADAL" clId="{43480E00-951E-4B10-A21F-AA0E3C733DEE}" dt="2024-05-29T05:53:36.134" v="7929" actId="207"/>
          <ac:spMkLst>
            <pc:docMk/>
            <pc:sldMk cId="1482928927" sldId="275"/>
            <ac:spMk id="12" creationId="{4CA8D67A-C968-52AB-A94D-0246A209A51D}"/>
          </ac:spMkLst>
        </pc:spChg>
        <pc:spChg chg="mod">
          <ac:chgData name="Arkar Than Win" userId="3c8250a4-c36e-434c-9640-1ec1d94cea55" providerId="ADAL" clId="{43480E00-951E-4B10-A21F-AA0E3C733DEE}" dt="2024-05-29T05:53:36.134" v="7929" actId="207"/>
          <ac:spMkLst>
            <pc:docMk/>
            <pc:sldMk cId="1482928927" sldId="275"/>
            <ac:spMk id="13" creationId="{A1126A07-98A3-5BDC-FBB5-0BF4A87BAE5C}"/>
          </ac:spMkLst>
        </pc:spChg>
        <pc:grpChg chg="mod">
          <ac:chgData name="Arkar Than Win" userId="3c8250a4-c36e-434c-9640-1ec1d94cea55" providerId="ADAL" clId="{43480E00-951E-4B10-A21F-AA0E3C733DEE}" dt="2024-05-27T01:35:35.298" v="1956" actId="14861"/>
          <ac:grpSpMkLst>
            <pc:docMk/>
            <pc:sldMk cId="1482928927" sldId="275"/>
            <ac:grpSpMk id="14" creationId="{5D2A9B2C-2133-D9B0-085F-4BF29A6A2C0D}"/>
          </ac:grpSpMkLst>
        </pc:grpChg>
        <pc:graphicFrameChg chg="mod">
          <ac:chgData name="Arkar Than Win" userId="3c8250a4-c36e-434c-9640-1ec1d94cea55" providerId="ADAL" clId="{43480E00-951E-4B10-A21F-AA0E3C733DEE}" dt="2024-05-27T03:57:17.417" v="4307" actId="255"/>
          <ac:graphicFrameMkLst>
            <pc:docMk/>
            <pc:sldMk cId="1482928927" sldId="275"/>
            <ac:graphicFrameMk id="6" creationId="{AAE43F2B-2673-7CAD-CEA0-5917814530B4}"/>
          </ac:graphicFrameMkLst>
        </pc:graphicFrameChg>
      </pc:sldChg>
      <pc:sldChg chg="addSp delSp modSp mod modAnim modNotesTx">
        <pc:chgData name="Arkar Than Win" userId="3c8250a4-c36e-434c-9640-1ec1d94cea55" providerId="ADAL" clId="{43480E00-951E-4B10-A21F-AA0E3C733DEE}" dt="2024-06-02T02:27:21.439" v="8160"/>
        <pc:sldMkLst>
          <pc:docMk/>
          <pc:sldMk cId="3977569686" sldId="276"/>
        </pc:sldMkLst>
        <pc:spChg chg="mod">
          <ac:chgData name="Arkar Than Win" userId="3c8250a4-c36e-434c-9640-1ec1d94cea55" providerId="ADAL" clId="{43480E00-951E-4B10-A21F-AA0E3C733DEE}" dt="2024-05-27T02:11:35.122" v="2537" actId="20577"/>
          <ac:spMkLst>
            <pc:docMk/>
            <pc:sldMk cId="3977569686" sldId="276"/>
            <ac:spMk id="2" creationId="{CF74DB7E-CFA7-340D-92D5-29F98B99F8DA}"/>
          </ac:spMkLst>
        </pc:spChg>
        <pc:spChg chg="mod">
          <ac:chgData name="Arkar Than Win" userId="3c8250a4-c36e-434c-9640-1ec1d94cea55" providerId="ADAL" clId="{43480E00-951E-4B10-A21F-AA0E3C733DEE}" dt="2024-05-29T05:47:07.208" v="7609" actId="20577"/>
          <ac:spMkLst>
            <pc:docMk/>
            <pc:sldMk cId="3977569686" sldId="276"/>
            <ac:spMk id="3" creationId="{7FFE9A8E-669D-4866-2DD7-34E78B111A0D}"/>
          </ac:spMkLst>
        </pc:spChg>
        <pc:grpChg chg="add del mod">
          <ac:chgData name="Arkar Than Win" userId="3c8250a4-c36e-434c-9640-1ec1d94cea55" providerId="ADAL" clId="{43480E00-951E-4B10-A21F-AA0E3C733DEE}" dt="2024-06-02T02:18:31.291" v="8136" actId="21"/>
          <ac:grpSpMkLst>
            <pc:docMk/>
            <pc:sldMk cId="3977569686" sldId="276"/>
            <ac:grpSpMk id="4" creationId="{C3999072-E93A-9DAB-5721-6E86AB93D5CF}"/>
          </ac:grpSpMkLst>
        </pc:grpChg>
        <pc:grpChg chg="add del mod">
          <ac:chgData name="Arkar Than Win" userId="3c8250a4-c36e-434c-9640-1ec1d94cea55" providerId="ADAL" clId="{43480E00-951E-4B10-A21F-AA0E3C733DEE}" dt="2024-06-02T02:26:28.376" v="8148" actId="165"/>
          <ac:grpSpMkLst>
            <pc:docMk/>
            <pc:sldMk cId="3977569686" sldId="276"/>
            <ac:grpSpMk id="5" creationId="{C3999072-E93A-9DAB-5721-6E86AB93D5CF}"/>
          </ac:grpSpMkLst>
        </pc:grpChg>
        <pc:grpChg chg="add mod modVis">
          <ac:chgData name="Arkar Than Win" userId="3c8250a4-c36e-434c-9640-1ec1d94cea55" providerId="ADAL" clId="{43480E00-951E-4B10-A21F-AA0E3C733DEE}" dt="2024-06-02T02:26:58.508" v="8155" actId="14429"/>
          <ac:grpSpMkLst>
            <pc:docMk/>
            <pc:sldMk cId="3977569686" sldId="276"/>
            <ac:grpSpMk id="8" creationId="{8A68BE8B-2DD0-FC70-334B-CA8E25A86857}"/>
          </ac:grpSpMkLst>
        </pc:grpChg>
        <pc:grpChg chg="add mod modVis">
          <ac:chgData name="Arkar Than Win" userId="3c8250a4-c36e-434c-9640-1ec1d94cea55" providerId="ADAL" clId="{43480E00-951E-4B10-A21F-AA0E3C733DEE}" dt="2024-06-02T02:27:14.619" v="8158" actId="14429"/>
          <ac:grpSpMkLst>
            <pc:docMk/>
            <pc:sldMk cId="3977569686" sldId="276"/>
            <ac:grpSpMk id="9" creationId="{DDD84CFD-15D2-C449-5293-BE49F13B0A76}"/>
          </ac:grpSpMkLst>
        </pc:grpChg>
        <pc:picChg chg="mod topLvl">
          <ac:chgData name="Arkar Than Win" userId="3c8250a4-c36e-434c-9640-1ec1d94cea55" providerId="ADAL" clId="{43480E00-951E-4B10-A21F-AA0E3C733DEE}" dt="2024-06-02T02:26:44.912" v="8151" actId="164"/>
          <ac:picMkLst>
            <pc:docMk/>
            <pc:sldMk cId="3977569686" sldId="276"/>
            <ac:picMk id="6" creationId="{CE724A08-D5FE-8351-D5FC-EA7F4A92DE63}"/>
          </ac:picMkLst>
        </pc:picChg>
        <pc:picChg chg="mod topLvl">
          <ac:chgData name="Arkar Than Win" userId="3c8250a4-c36e-434c-9640-1ec1d94cea55" providerId="ADAL" clId="{43480E00-951E-4B10-A21F-AA0E3C733DEE}" dt="2024-06-02T02:26:44.912" v="8151" actId="164"/>
          <ac:picMkLst>
            <pc:docMk/>
            <pc:sldMk cId="3977569686" sldId="276"/>
            <ac:picMk id="7" creationId="{CE870CAF-8E33-E111-7F85-238F29FA3A5D}"/>
          </ac:picMkLst>
        </pc:picChg>
        <pc:picChg chg="mod">
          <ac:chgData name="Arkar Than Win" userId="3c8250a4-c36e-434c-9640-1ec1d94cea55" providerId="ADAL" clId="{43480E00-951E-4B10-A21F-AA0E3C733DEE}" dt="2024-06-02T02:18:30.528" v="8135" actId="164"/>
          <ac:picMkLst>
            <pc:docMk/>
            <pc:sldMk cId="3977569686" sldId="276"/>
            <ac:picMk id="18" creationId="{CE724A08-D5FE-8351-D5FC-EA7F4A92DE63}"/>
          </ac:picMkLst>
        </pc:picChg>
        <pc:picChg chg="mod">
          <ac:chgData name="Arkar Than Win" userId="3c8250a4-c36e-434c-9640-1ec1d94cea55" providerId="ADAL" clId="{43480E00-951E-4B10-A21F-AA0E3C733DEE}" dt="2024-06-02T02:18:30.528" v="8135" actId="164"/>
          <ac:picMkLst>
            <pc:docMk/>
            <pc:sldMk cId="3977569686" sldId="276"/>
            <ac:picMk id="23" creationId="{CE870CAF-8E33-E111-7F85-238F29FA3A5D}"/>
          </ac:picMkLst>
        </pc:picChg>
        <pc:picChg chg="mod">
          <ac:chgData name="Arkar Than Win" userId="3c8250a4-c36e-434c-9640-1ec1d94cea55" providerId="ADAL" clId="{43480E00-951E-4B10-A21F-AA0E3C733DEE}" dt="2024-06-02T02:26:52.559" v="8153" actId="164"/>
          <ac:picMkLst>
            <pc:docMk/>
            <pc:sldMk cId="3977569686" sldId="276"/>
            <ac:picMk id="252" creationId="{EBB8C2DA-448D-00A0-C5D1-04F3C6DFA98B}"/>
          </ac:picMkLst>
        </pc:picChg>
        <pc:picChg chg="mod">
          <ac:chgData name="Arkar Than Win" userId="3c8250a4-c36e-434c-9640-1ec1d94cea55" providerId="ADAL" clId="{43480E00-951E-4B10-A21F-AA0E3C733DEE}" dt="2024-06-02T02:26:52.559" v="8153" actId="164"/>
          <ac:picMkLst>
            <pc:docMk/>
            <pc:sldMk cId="3977569686" sldId="276"/>
            <ac:picMk id="256" creationId="{69128384-4D06-83F5-A420-F0C7F18EE471}"/>
          </ac:picMkLst>
        </pc:picChg>
      </pc:sldChg>
      <pc:sldChg chg="addSp delSp modSp mod modAnim modNotesTx">
        <pc:chgData name="Arkar Than Win" userId="3c8250a4-c36e-434c-9640-1ec1d94cea55" providerId="ADAL" clId="{43480E00-951E-4B10-A21F-AA0E3C733DEE}" dt="2024-06-02T02:18:45.392" v="8139" actId="21"/>
        <pc:sldMkLst>
          <pc:docMk/>
          <pc:sldMk cId="3427428296" sldId="277"/>
        </pc:sldMkLst>
        <pc:spChg chg="mod">
          <ac:chgData name="Arkar Than Win" userId="3c8250a4-c36e-434c-9640-1ec1d94cea55" providerId="ADAL" clId="{43480E00-951E-4B10-A21F-AA0E3C733DEE}" dt="2024-05-27T05:20:46.897" v="6179" actId="553"/>
          <ac:spMkLst>
            <pc:docMk/>
            <pc:sldMk cId="3427428296" sldId="277"/>
            <ac:spMk id="2" creationId="{CF74DB7E-CFA7-340D-92D5-29F98B99F8DA}"/>
          </ac:spMkLst>
        </pc:spChg>
        <pc:spChg chg="add mod ord">
          <ac:chgData name="Arkar Than Win" userId="3c8250a4-c36e-434c-9640-1ec1d94cea55" providerId="ADAL" clId="{43480E00-951E-4B10-A21F-AA0E3C733DEE}" dt="2024-05-27T05:20:46.897" v="6179" actId="553"/>
          <ac:spMkLst>
            <pc:docMk/>
            <pc:sldMk cId="3427428296" sldId="277"/>
            <ac:spMk id="5" creationId="{6CF9F3FF-666A-88C9-C128-3EB776572BF0}"/>
          </ac:spMkLst>
        </pc:spChg>
        <pc:spChg chg="add mod ord">
          <ac:chgData name="Arkar Than Win" userId="3c8250a4-c36e-434c-9640-1ec1d94cea55" providerId="ADAL" clId="{43480E00-951E-4B10-A21F-AA0E3C733DEE}" dt="2024-05-27T05:20:46.897" v="6179" actId="553"/>
          <ac:spMkLst>
            <pc:docMk/>
            <pc:sldMk cId="3427428296" sldId="277"/>
            <ac:spMk id="6" creationId="{2EC4EC3F-9FB5-7E35-C1DB-A0E352A3F71A}"/>
          </ac:spMkLst>
        </pc:spChg>
        <pc:spChg chg="add del mod">
          <ac:chgData name="Arkar Than Win" userId="3c8250a4-c36e-434c-9640-1ec1d94cea55" providerId="ADAL" clId="{43480E00-951E-4B10-A21F-AA0E3C733DEE}" dt="2024-05-27T03:58:37.661" v="4345" actId="21"/>
          <ac:spMkLst>
            <pc:docMk/>
            <pc:sldMk cId="3427428296" sldId="277"/>
            <ac:spMk id="7" creationId="{21BFA1D1-ACE7-8849-D622-D8E54DF2429A}"/>
          </ac:spMkLst>
        </pc:spChg>
        <pc:spChg chg="add mod">
          <ac:chgData name="Arkar Than Win" userId="3c8250a4-c36e-434c-9640-1ec1d94cea55" providerId="ADAL" clId="{43480E00-951E-4B10-A21F-AA0E3C733DEE}" dt="2024-05-27T05:20:46.897" v="6179" actId="553"/>
          <ac:spMkLst>
            <pc:docMk/>
            <pc:sldMk cId="3427428296" sldId="277"/>
            <ac:spMk id="8" creationId="{8AEF4ABA-1CBF-3D82-FE01-448A8C4D45DA}"/>
          </ac:spMkLst>
        </pc:spChg>
        <pc:spChg chg="add mod topLvl">
          <ac:chgData name="Arkar Than Win" userId="3c8250a4-c36e-434c-9640-1ec1d94cea55" providerId="ADAL" clId="{43480E00-951E-4B10-A21F-AA0E3C733DEE}" dt="2024-05-27T05:20:46.897" v="6179" actId="553"/>
          <ac:spMkLst>
            <pc:docMk/>
            <pc:sldMk cId="3427428296" sldId="277"/>
            <ac:spMk id="10" creationId="{0BB49184-DB34-C563-C1FD-9958184A8435}"/>
          </ac:spMkLst>
        </pc:spChg>
        <pc:spChg chg="add mod topLvl">
          <ac:chgData name="Arkar Than Win" userId="3c8250a4-c36e-434c-9640-1ec1d94cea55" providerId="ADAL" clId="{43480E00-951E-4B10-A21F-AA0E3C733DEE}" dt="2024-05-27T05:20:46.897" v="6179" actId="553"/>
          <ac:spMkLst>
            <pc:docMk/>
            <pc:sldMk cId="3427428296" sldId="277"/>
            <ac:spMk id="11" creationId="{77A7B99C-AC94-6AF7-014A-092DFBA68C56}"/>
          </ac:spMkLst>
        </pc:spChg>
        <pc:spChg chg="mod">
          <ac:chgData name="Arkar Than Win" userId="3c8250a4-c36e-434c-9640-1ec1d94cea55" providerId="ADAL" clId="{43480E00-951E-4B10-A21F-AA0E3C733DEE}" dt="2024-05-23T02:00:41.380" v="299" actId="20577"/>
          <ac:spMkLst>
            <pc:docMk/>
            <pc:sldMk cId="3427428296" sldId="277"/>
            <ac:spMk id="18" creationId="{56946E0A-B908-F93A-7AC6-8F76E115E5AA}"/>
          </ac:spMkLst>
        </pc:spChg>
        <pc:spChg chg="add del mod">
          <ac:chgData name="Arkar Than Win" userId="3c8250a4-c36e-434c-9640-1ec1d94cea55" providerId="ADAL" clId="{43480E00-951E-4B10-A21F-AA0E3C733DEE}" dt="2024-05-27T04:23:51.337" v="5164" actId="21"/>
          <ac:spMkLst>
            <pc:docMk/>
            <pc:sldMk cId="3427428296" sldId="277"/>
            <ac:spMk id="19" creationId="{76E5532C-3690-7870-8611-6A62F12CA044}"/>
          </ac:spMkLst>
        </pc:spChg>
        <pc:spChg chg="add del mod">
          <ac:chgData name="Arkar Than Win" userId="3c8250a4-c36e-434c-9640-1ec1d94cea55" providerId="ADAL" clId="{43480E00-951E-4B10-A21F-AA0E3C733DEE}" dt="2024-05-27T04:24:01.675" v="5169" actId="21"/>
          <ac:spMkLst>
            <pc:docMk/>
            <pc:sldMk cId="3427428296" sldId="277"/>
            <ac:spMk id="20" creationId="{76E5532C-3690-7870-8611-6A62F12CA044}"/>
          </ac:spMkLst>
        </pc:spChg>
        <pc:spChg chg="add del mod">
          <ac:chgData name="Arkar Than Win" userId="3c8250a4-c36e-434c-9640-1ec1d94cea55" providerId="ADAL" clId="{43480E00-951E-4B10-A21F-AA0E3C733DEE}" dt="2024-05-27T04:24:11.549" v="5174" actId="21"/>
          <ac:spMkLst>
            <pc:docMk/>
            <pc:sldMk cId="3427428296" sldId="277"/>
            <ac:spMk id="21" creationId="{89E14E41-F038-CE14-5DCC-65BE693E6119}"/>
          </ac:spMkLst>
        </pc:spChg>
        <pc:spChg chg="add del mod">
          <ac:chgData name="Arkar Than Win" userId="3c8250a4-c36e-434c-9640-1ec1d94cea55" providerId="ADAL" clId="{43480E00-951E-4B10-A21F-AA0E3C733DEE}" dt="2024-05-27T04:25:33.730" v="5184" actId="21"/>
          <ac:spMkLst>
            <pc:docMk/>
            <pc:sldMk cId="3427428296" sldId="277"/>
            <ac:spMk id="22" creationId="{89E14E41-F038-CE14-5DCC-65BE693E6119}"/>
          </ac:spMkLst>
        </pc:spChg>
        <pc:spChg chg="add mod topLvl">
          <ac:chgData name="Arkar Than Win" userId="3c8250a4-c36e-434c-9640-1ec1d94cea55" providerId="ADAL" clId="{43480E00-951E-4B10-A21F-AA0E3C733DEE}" dt="2024-05-27T05:20:46.897" v="6179" actId="553"/>
          <ac:spMkLst>
            <pc:docMk/>
            <pc:sldMk cId="3427428296" sldId="277"/>
            <ac:spMk id="58" creationId="{21BFA1D1-ACE7-8849-D622-D8E54DF2429A}"/>
          </ac:spMkLst>
        </pc:spChg>
        <pc:grpChg chg="add del mod">
          <ac:chgData name="Arkar Than Win" userId="3c8250a4-c36e-434c-9640-1ec1d94cea55" providerId="ADAL" clId="{43480E00-951E-4B10-A21F-AA0E3C733DEE}" dt="2024-06-02T02:18:45.392" v="8139" actId="21"/>
          <ac:grpSpMkLst>
            <pc:docMk/>
            <pc:sldMk cId="3427428296" sldId="277"/>
            <ac:grpSpMk id="4" creationId="{C3999072-E93A-9DAB-5721-6E86AB93D5CF}"/>
          </ac:grpSpMkLst>
        </pc:grpChg>
        <pc:grpChg chg="add mod topLvl">
          <ac:chgData name="Arkar Than Win" userId="3c8250a4-c36e-434c-9640-1ec1d94cea55" providerId="ADAL" clId="{43480E00-951E-4B10-A21F-AA0E3C733DEE}" dt="2024-05-27T05:20:46.897" v="6179" actId="553"/>
          <ac:grpSpMkLst>
            <pc:docMk/>
            <pc:sldMk cId="3427428296" sldId="277"/>
            <ac:grpSpMk id="9" creationId="{050B793D-4D1E-FD1C-4833-BF09DB7C77F2}"/>
          </ac:grpSpMkLst>
        </pc:grpChg>
        <pc:grpChg chg="add del mod">
          <ac:chgData name="Arkar Than Win" userId="3c8250a4-c36e-434c-9640-1ec1d94cea55" providerId="ADAL" clId="{43480E00-951E-4B10-A21F-AA0E3C733DEE}" dt="2024-05-27T04:05:47.156" v="4526" actId="165"/>
          <ac:grpSpMkLst>
            <pc:docMk/>
            <pc:sldMk cId="3427428296" sldId="277"/>
            <ac:grpSpMk id="12" creationId="{791A85E6-DA81-CD04-5989-3FAFA7E2C238}"/>
          </ac:grpSpMkLst>
        </pc:grpChg>
        <pc:grpChg chg="add del mod">
          <ac:chgData name="Arkar Than Win" userId="3c8250a4-c36e-434c-9640-1ec1d94cea55" providerId="ADAL" clId="{43480E00-951E-4B10-A21F-AA0E3C733DEE}" dt="2024-05-27T04:23:36.814" v="5161" actId="165"/>
          <ac:grpSpMkLst>
            <pc:docMk/>
            <pc:sldMk cId="3427428296" sldId="277"/>
            <ac:grpSpMk id="17" creationId="{F7D9DD49-8ED6-4FD9-3952-8E913F7FAE0B}"/>
          </ac:grpSpMkLst>
        </pc:grpChg>
        <pc:grpChg chg="del">
          <ac:chgData name="Arkar Than Win" userId="3c8250a4-c36e-434c-9640-1ec1d94cea55" providerId="ADAL" clId="{43480E00-951E-4B10-A21F-AA0E3C733DEE}" dt="2024-05-23T01:54:36.169" v="29" actId="478"/>
          <ac:grpSpMkLst>
            <pc:docMk/>
            <pc:sldMk cId="3427428296" sldId="277"/>
            <ac:grpSpMk id="22" creationId="{D44497B5-FFB4-0EBB-816C-0A304EB2F9C3}"/>
          </ac:grpSpMkLst>
        </pc:grpChg>
        <pc:grpChg chg="add mod">
          <ac:chgData name="Arkar Than Win" userId="3c8250a4-c36e-434c-9640-1ec1d94cea55" providerId="ADAL" clId="{43480E00-951E-4B10-A21F-AA0E3C733DEE}" dt="2024-05-27T05:20:46.897" v="6179" actId="553"/>
          <ac:grpSpMkLst>
            <pc:docMk/>
            <pc:sldMk cId="3427428296" sldId="277"/>
            <ac:grpSpMk id="24" creationId="{23B9C0E1-4B47-B834-F1E6-6DA4E0B6917C}"/>
          </ac:grpSpMkLst>
        </pc:grpChg>
        <pc:graphicFrameChg chg="add del mod modGraphic">
          <ac:chgData name="Arkar Than Win" userId="3c8250a4-c36e-434c-9640-1ec1d94cea55" providerId="ADAL" clId="{43480E00-951E-4B10-A21F-AA0E3C733DEE}" dt="2024-05-27T04:30:58.207" v="5524" actId="21"/>
          <ac:graphicFrameMkLst>
            <pc:docMk/>
            <pc:sldMk cId="3427428296" sldId="277"/>
            <ac:graphicFrameMk id="23" creationId="{1244DAB0-FB82-99E8-83FB-B5A07509697A}"/>
          </ac:graphicFrameMkLst>
        </pc:graphicFrameChg>
        <pc:picChg chg="mod">
          <ac:chgData name="Arkar Than Win" userId="3c8250a4-c36e-434c-9640-1ec1d94cea55" providerId="ADAL" clId="{43480E00-951E-4B10-A21F-AA0E3C733DEE}" dt="2024-06-02T02:18:34.244" v="8137"/>
          <ac:picMkLst>
            <pc:docMk/>
            <pc:sldMk cId="3427428296" sldId="277"/>
            <ac:picMk id="3" creationId="{CE724A08-D5FE-8351-D5FC-EA7F4A92DE63}"/>
          </ac:picMkLst>
        </pc:picChg>
        <pc:picChg chg="add del mod">
          <ac:chgData name="Arkar Than Win" userId="3c8250a4-c36e-434c-9640-1ec1d94cea55" providerId="ADAL" clId="{43480E00-951E-4B10-A21F-AA0E3C733DEE}" dt="2024-05-27T01:37:42.112" v="1960" actId="21"/>
          <ac:picMkLst>
            <pc:docMk/>
            <pc:sldMk cId="3427428296" sldId="277"/>
            <ac:picMk id="4" creationId="{15C0E5DA-B261-5B0F-9A33-B91AB6B846E8}"/>
          </ac:picMkLst>
        </pc:picChg>
        <pc:picChg chg="add mod topLvl">
          <ac:chgData name="Arkar Than Win" userId="3c8250a4-c36e-434c-9640-1ec1d94cea55" providerId="ADAL" clId="{43480E00-951E-4B10-A21F-AA0E3C733DEE}" dt="2024-05-27T05:20:46.897" v="6179" actId="553"/>
          <ac:picMkLst>
            <pc:docMk/>
            <pc:sldMk cId="3427428296" sldId="277"/>
            <ac:picMk id="14" creationId="{0FD639CE-F74B-317A-7C62-E9A6DCBE595E}"/>
          </ac:picMkLst>
        </pc:picChg>
        <pc:picChg chg="add mod topLvl">
          <ac:chgData name="Arkar Than Win" userId="3c8250a4-c36e-434c-9640-1ec1d94cea55" providerId="ADAL" clId="{43480E00-951E-4B10-A21F-AA0E3C733DEE}" dt="2024-05-27T05:20:46.897" v="6179" actId="553"/>
          <ac:picMkLst>
            <pc:docMk/>
            <pc:sldMk cId="3427428296" sldId="277"/>
            <ac:picMk id="16" creationId="{A9752F97-3C16-7B83-80AA-EDFEBC81B128}"/>
          </ac:picMkLst>
        </pc:picChg>
        <pc:picChg chg="mod">
          <ac:chgData name="Arkar Than Win" userId="3c8250a4-c36e-434c-9640-1ec1d94cea55" providerId="ADAL" clId="{43480E00-951E-4B10-A21F-AA0E3C733DEE}" dt="2024-06-02T02:18:34.244" v="8137"/>
          <ac:picMkLst>
            <pc:docMk/>
            <pc:sldMk cId="3427428296" sldId="277"/>
            <ac:picMk id="23" creationId="{CE870CAF-8E33-E111-7F85-238F29FA3A5D}"/>
          </ac:picMkLst>
        </pc:picChg>
        <pc:cxnChg chg="mod">
          <ac:chgData name="Arkar Than Win" userId="3c8250a4-c36e-434c-9640-1ec1d94cea55" providerId="ADAL" clId="{43480E00-951E-4B10-A21F-AA0E3C733DEE}" dt="2024-05-23T01:54:36.169" v="29" actId="478"/>
          <ac:cxnSpMkLst>
            <pc:docMk/>
            <pc:sldMk cId="3427428296" sldId="277"/>
            <ac:cxnSpMk id="9" creationId="{7C1A1242-9136-9D0E-7EF3-F8326ACB97FF}"/>
          </ac:cxnSpMkLst>
        </pc:cxnChg>
        <pc:cxnChg chg="mod">
          <ac:chgData name="Arkar Than Win" userId="3c8250a4-c36e-434c-9640-1ec1d94cea55" providerId="ADAL" clId="{43480E00-951E-4B10-A21F-AA0E3C733DEE}" dt="2024-05-23T01:54:36.169" v="29" actId="478"/>
          <ac:cxnSpMkLst>
            <pc:docMk/>
            <pc:sldMk cId="3427428296" sldId="277"/>
            <ac:cxnSpMk id="11" creationId="{FA473CDE-1C23-D93D-384C-19C8111366E7}"/>
          </ac:cxnSpMkLst>
        </pc:cxnChg>
      </pc:sldChg>
      <pc:sldChg chg="addSp delSp modSp mod modNotesTx">
        <pc:chgData name="Arkar Than Win" userId="3c8250a4-c36e-434c-9640-1ec1d94cea55" providerId="ADAL" clId="{43480E00-951E-4B10-A21F-AA0E3C733DEE}" dt="2024-05-29T05:49:58.016" v="7839" actId="20577"/>
        <pc:sldMkLst>
          <pc:docMk/>
          <pc:sldMk cId="2684696458" sldId="279"/>
        </pc:sldMkLst>
        <pc:spChg chg="mod">
          <ac:chgData name="Arkar Than Win" userId="3c8250a4-c36e-434c-9640-1ec1d94cea55" providerId="ADAL" clId="{43480E00-951E-4B10-A21F-AA0E3C733DEE}" dt="2024-05-27T05:20:56.180" v="6196" actId="553"/>
          <ac:spMkLst>
            <pc:docMk/>
            <pc:sldMk cId="2684696458" sldId="279"/>
            <ac:spMk id="2" creationId="{CF74DB7E-CFA7-340D-92D5-29F98B99F8DA}"/>
          </ac:spMkLst>
        </pc:spChg>
        <pc:spChg chg="add del mod">
          <ac:chgData name="Arkar Than Win" userId="3c8250a4-c36e-434c-9640-1ec1d94cea55" providerId="ADAL" clId="{43480E00-951E-4B10-A21F-AA0E3C733DEE}" dt="2024-05-29T04:23:30.736" v="7035" actId="478"/>
          <ac:spMkLst>
            <pc:docMk/>
            <pc:sldMk cId="2684696458" sldId="279"/>
            <ac:spMk id="3" creationId="{12FFBD44-E647-6CCA-AE18-6D73EC80D0E0}"/>
          </ac:spMkLst>
        </pc:spChg>
        <pc:spChg chg="add del mod">
          <ac:chgData name="Arkar Than Win" userId="3c8250a4-c36e-434c-9640-1ec1d94cea55" providerId="ADAL" clId="{43480E00-951E-4B10-A21F-AA0E3C733DEE}" dt="2024-05-27T04:30:16.568" v="5507" actId="478"/>
          <ac:spMkLst>
            <pc:docMk/>
            <pc:sldMk cId="2684696458" sldId="279"/>
            <ac:spMk id="3" creationId="{8B76CCA7-595C-95EB-F57E-852CDABE9710}"/>
          </ac:spMkLst>
        </pc:spChg>
        <pc:spChg chg="add del mod">
          <ac:chgData name="Arkar Than Win" userId="3c8250a4-c36e-434c-9640-1ec1d94cea55" providerId="ADAL" clId="{43480E00-951E-4B10-A21F-AA0E3C733DEE}" dt="2024-05-27T04:24:05.495" v="5171" actId="21"/>
          <ac:spMkLst>
            <pc:docMk/>
            <pc:sldMk cId="2684696458" sldId="279"/>
            <ac:spMk id="4" creationId="{89E14E41-F038-CE14-5DCC-65BE693E6119}"/>
          </ac:spMkLst>
        </pc:spChg>
        <pc:spChg chg="add del mod">
          <ac:chgData name="Arkar Than Win" userId="3c8250a4-c36e-434c-9640-1ec1d94cea55" providerId="ADAL" clId="{43480E00-951E-4B10-A21F-AA0E3C733DEE}" dt="2024-05-27T04:21:45.586" v="5070" actId="478"/>
          <ac:spMkLst>
            <pc:docMk/>
            <pc:sldMk cId="2684696458" sldId="279"/>
            <ac:spMk id="5" creationId="{1988A3C3-6888-2BCC-10AF-1CDBBB797E3A}"/>
          </ac:spMkLst>
        </pc:spChg>
        <pc:spChg chg="add del mod">
          <ac:chgData name="Arkar Than Win" userId="3c8250a4-c36e-434c-9640-1ec1d94cea55" providerId="ADAL" clId="{43480E00-951E-4B10-A21F-AA0E3C733DEE}" dt="2024-05-27T04:21:46.200" v="5071" actId="478"/>
          <ac:spMkLst>
            <pc:docMk/>
            <pc:sldMk cId="2684696458" sldId="279"/>
            <ac:spMk id="6" creationId="{B64CCE00-C99A-E58E-64AF-A4686065B7F5}"/>
          </ac:spMkLst>
        </pc:spChg>
        <pc:spChg chg="add del mod">
          <ac:chgData name="Arkar Than Win" userId="3c8250a4-c36e-434c-9640-1ec1d94cea55" providerId="ADAL" clId="{43480E00-951E-4B10-A21F-AA0E3C733DEE}" dt="2024-05-27T04:23:23.521" v="5158" actId="21"/>
          <ac:spMkLst>
            <pc:docMk/>
            <pc:sldMk cId="2684696458" sldId="279"/>
            <ac:spMk id="7" creationId="{76E5532C-3690-7870-8611-6A62F12CA044}"/>
          </ac:spMkLst>
        </pc:spChg>
        <pc:spChg chg="add del mod">
          <ac:chgData name="Arkar Than Win" userId="3c8250a4-c36e-434c-9640-1ec1d94cea55" providerId="ADAL" clId="{43480E00-951E-4B10-A21F-AA0E3C733DEE}" dt="2024-05-27T04:23:22.011" v="5157" actId="478"/>
          <ac:spMkLst>
            <pc:docMk/>
            <pc:sldMk cId="2684696458" sldId="279"/>
            <ac:spMk id="8" creationId="{C2A49FAA-045C-4456-684E-139F84942D98}"/>
          </ac:spMkLst>
        </pc:spChg>
        <pc:spChg chg="add del mod">
          <ac:chgData name="Arkar Than Win" userId="3c8250a4-c36e-434c-9640-1ec1d94cea55" providerId="ADAL" clId="{43480E00-951E-4B10-A21F-AA0E3C733DEE}" dt="2024-05-27T04:23:20.723" v="5156" actId="478"/>
          <ac:spMkLst>
            <pc:docMk/>
            <pc:sldMk cId="2684696458" sldId="279"/>
            <ac:spMk id="9" creationId="{81577DC8-7C98-355A-FDAB-21568C59BA8C}"/>
          </ac:spMkLst>
        </pc:spChg>
        <pc:spChg chg="add del mod">
          <ac:chgData name="Arkar Than Win" userId="3c8250a4-c36e-434c-9640-1ec1d94cea55" providerId="ADAL" clId="{43480E00-951E-4B10-A21F-AA0E3C733DEE}" dt="2024-05-27T04:30:17.871" v="5508" actId="478"/>
          <ac:spMkLst>
            <pc:docMk/>
            <pc:sldMk cId="2684696458" sldId="279"/>
            <ac:spMk id="20" creationId="{76E5532C-3690-7870-8611-6A62F12CA044}"/>
          </ac:spMkLst>
        </pc:spChg>
        <pc:spChg chg="add del mod">
          <ac:chgData name="Arkar Than Win" userId="3c8250a4-c36e-434c-9640-1ec1d94cea55" providerId="ADAL" clId="{43480E00-951E-4B10-A21F-AA0E3C733DEE}" dt="2024-05-27T04:25:24.564" v="5181" actId="21"/>
          <ac:spMkLst>
            <pc:docMk/>
            <pc:sldMk cId="2684696458" sldId="279"/>
            <ac:spMk id="21" creationId="{89E14E41-F038-CE14-5DCC-65BE693E6119}"/>
          </ac:spMkLst>
        </pc:spChg>
        <pc:spChg chg="add del mod">
          <ac:chgData name="Arkar Than Win" userId="3c8250a4-c36e-434c-9640-1ec1d94cea55" providerId="ADAL" clId="{43480E00-951E-4B10-A21F-AA0E3C733DEE}" dt="2024-05-27T04:30:18.484" v="5509" actId="478"/>
          <ac:spMkLst>
            <pc:docMk/>
            <pc:sldMk cId="2684696458" sldId="279"/>
            <ac:spMk id="22" creationId="{89E14E41-F038-CE14-5DCC-65BE693E6119}"/>
          </ac:spMkLst>
        </pc:spChg>
        <pc:grpChg chg="del">
          <ac:chgData name="Arkar Than Win" userId="3c8250a4-c36e-434c-9640-1ec1d94cea55" providerId="ADAL" clId="{43480E00-951E-4B10-A21F-AA0E3C733DEE}" dt="2024-05-23T01:59:13.219" v="247" actId="478"/>
          <ac:grpSpMkLst>
            <pc:docMk/>
            <pc:sldMk cId="2684696458" sldId="279"/>
            <ac:grpSpMk id="4" creationId="{89503708-0485-4512-F160-63427E0AF94D}"/>
          </ac:grpSpMkLst>
        </pc:grpChg>
        <pc:grpChg chg="add del mod">
          <ac:chgData name="Arkar Than Win" userId="3c8250a4-c36e-434c-9640-1ec1d94cea55" providerId="ADAL" clId="{43480E00-951E-4B10-A21F-AA0E3C733DEE}" dt="2024-05-29T04:06:14.152" v="6405" actId="21"/>
          <ac:grpSpMkLst>
            <pc:docMk/>
            <pc:sldMk cId="2684696458" sldId="279"/>
            <ac:grpSpMk id="7" creationId="{AFEA6F7D-1CDA-4B06-6A32-7B4A22912057}"/>
          </ac:grpSpMkLst>
        </pc:grpChg>
        <pc:graphicFrameChg chg="add del mod modGraphic">
          <ac:chgData name="Arkar Than Win" userId="3c8250a4-c36e-434c-9640-1ec1d94cea55" providerId="ADAL" clId="{43480E00-951E-4B10-A21F-AA0E3C733DEE}" dt="2024-05-27T04:30:21.628" v="5510" actId="21"/>
          <ac:graphicFrameMkLst>
            <pc:docMk/>
            <pc:sldMk cId="2684696458" sldId="279"/>
            <ac:graphicFrameMk id="10" creationId="{1244DAB0-FB82-99E8-83FB-B5A07509697A}"/>
          </ac:graphicFrameMkLst>
        </pc:graphicFrameChg>
        <pc:graphicFrameChg chg="add mod modGraphic">
          <ac:chgData name="Arkar Than Win" userId="3c8250a4-c36e-434c-9640-1ec1d94cea55" providerId="ADAL" clId="{43480E00-951E-4B10-A21F-AA0E3C733DEE}" dt="2024-05-27T05:20:56.180" v="6196" actId="553"/>
          <ac:graphicFrameMkLst>
            <pc:docMk/>
            <pc:sldMk cId="2684696458" sldId="279"/>
            <ac:graphicFrameMk id="23" creationId="{1244DAB0-FB82-99E8-83FB-B5A07509697A}"/>
          </ac:graphicFrameMkLst>
        </pc:graphicFrameChg>
        <pc:picChg chg="mod">
          <ac:chgData name="Arkar Than Win" userId="3c8250a4-c36e-434c-9640-1ec1d94cea55" providerId="ADAL" clId="{43480E00-951E-4B10-A21F-AA0E3C733DEE}" dt="2024-05-29T04:06:09.399" v="6403"/>
          <ac:picMkLst>
            <pc:docMk/>
            <pc:sldMk cId="2684696458" sldId="279"/>
            <ac:picMk id="5" creationId="{C3E193FF-68ED-809A-95A4-2BF7260F4153}"/>
          </ac:picMkLst>
        </pc:picChg>
        <pc:picChg chg="mod">
          <ac:chgData name="Arkar Than Win" userId="3c8250a4-c36e-434c-9640-1ec1d94cea55" providerId="ADAL" clId="{43480E00-951E-4B10-A21F-AA0E3C733DEE}" dt="2024-05-29T04:06:09.399" v="6403"/>
          <ac:picMkLst>
            <pc:docMk/>
            <pc:sldMk cId="2684696458" sldId="279"/>
            <ac:picMk id="6" creationId="{2C6173BF-8930-578C-012D-C6394F88327B}"/>
          </ac:picMkLst>
        </pc:picChg>
        <pc:cxnChg chg="mod">
          <ac:chgData name="Arkar Than Win" userId="3c8250a4-c36e-434c-9640-1ec1d94cea55" providerId="ADAL" clId="{43480E00-951E-4B10-A21F-AA0E3C733DEE}" dt="2024-05-23T01:59:13.219" v="247" actId="478"/>
          <ac:cxnSpMkLst>
            <pc:docMk/>
            <pc:sldMk cId="2684696458" sldId="279"/>
            <ac:cxnSpMk id="5" creationId="{1E014DD8-F79B-691D-0D13-9B167A69090A}"/>
          </ac:cxnSpMkLst>
        </pc:cxnChg>
        <pc:cxnChg chg="mod">
          <ac:chgData name="Arkar Than Win" userId="3c8250a4-c36e-434c-9640-1ec1d94cea55" providerId="ADAL" clId="{43480E00-951E-4B10-A21F-AA0E3C733DEE}" dt="2024-05-23T01:59:13.219" v="247" actId="478"/>
          <ac:cxnSpMkLst>
            <pc:docMk/>
            <pc:sldMk cId="2684696458" sldId="279"/>
            <ac:cxnSpMk id="6" creationId="{B34058E2-9C64-F681-A073-B98573391543}"/>
          </ac:cxnSpMkLst>
        </pc:cxnChg>
      </pc:sldChg>
      <pc:sldChg chg="addSp delSp modSp mod modAnim modNotesTx">
        <pc:chgData name="Arkar Than Win" userId="3c8250a4-c36e-434c-9640-1ec1d94cea55" providerId="ADAL" clId="{43480E00-951E-4B10-A21F-AA0E3C733DEE}" dt="2024-05-27T04:43:17.686" v="5924"/>
        <pc:sldMkLst>
          <pc:docMk/>
          <pc:sldMk cId="19777434" sldId="280"/>
        </pc:sldMkLst>
        <pc:spChg chg="mod">
          <ac:chgData name="Arkar Than Win" userId="3c8250a4-c36e-434c-9640-1ec1d94cea55" providerId="ADAL" clId="{43480E00-951E-4B10-A21F-AA0E3C733DEE}" dt="2024-05-27T02:12:15.869" v="2546" actId="20577"/>
          <ac:spMkLst>
            <pc:docMk/>
            <pc:sldMk cId="19777434" sldId="280"/>
            <ac:spMk id="2" creationId="{CF74DB7E-CFA7-340D-92D5-29F98B99F8DA}"/>
          </ac:spMkLst>
        </pc:spChg>
        <pc:spChg chg="add mod">
          <ac:chgData name="Arkar Than Win" userId="3c8250a4-c36e-434c-9640-1ec1d94cea55" providerId="ADAL" clId="{43480E00-951E-4B10-A21F-AA0E3C733DEE}" dt="2024-05-27T04:42:02.514" v="5908" actId="20577"/>
          <ac:spMkLst>
            <pc:docMk/>
            <pc:sldMk cId="19777434" sldId="280"/>
            <ac:spMk id="4" creationId="{06487F5B-9CC5-A953-6E6C-52AB6309FC9F}"/>
          </ac:spMkLst>
        </pc:spChg>
        <pc:spChg chg="add mod">
          <ac:chgData name="Arkar Than Win" userId="3c8250a4-c36e-434c-9640-1ec1d94cea55" providerId="ADAL" clId="{43480E00-951E-4B10-A21F-AA0E3C733DEE}" dt="2024-05-27T04:39:22.423" v="5679"/>
          <ac:spMkLst>
            <pc:docMk/>
            <pc:sldMk cId="19777434" sldId="280"/>
            <ac:spMk id="5" creationId="{01AF2A86-5785-FC24-D712-34ACEE20E86B}"/>
          </ac:spMkLst>
        </pc:spChg>
        <pc:spChg chg="add mod">
          <ac:chgData name="Arkar Than Win" userId="3c8250a4-c36e-434c-9640-1ec1d94cea55" providerId="ADAL" clId="{43480E00-951E-4B10-A21F-AA0E3C733DEE}" dt="2024-05-27T04:42:27.772" v="5913" actId="14100"/>
          <ac:spMkLst>
            <pc:docMk/>
            <pc:sldMk cId="19777434" sldId="280"/>
            <ac:spMk id="6" creationId="{CFE2F18D-E3E9-7433-EF8E-C8AB6E82F173}"/>
          </ac:spMkLst>
        </pc:spChg>
        <pc:spChg chg="add mod">
          <ac:chgData name="Arkar Than Win" userId="3c8250a4-c36e-434c-9640-1ec1d94cea55" providerId="ADAL" clId="{43480E00-951E-4B10-A21F-AA0E3C733DEE}" dt="2024-05-27T04:42:47.903" v="5917" actId="1076"/>
          <ac:spMkLst>
            <pc:docMk/>
            <pc:sldMk cId="19777434" sldId="280"/>
            <ac:spMk id="7" creationId="{5ADDC282-7FF2-83AD-3B0C-7EF88ADB674D}"/>
          </ac:spMkLst>
        </pc:spChg>
        <pc:picChg chg="add mod">
          <ac:chgData name="Arkar Than Win" userId="3c8250a4-c36e-434c-9640-1ec1d94cea55" providerId="ADAL" clId="{43480E00-951E-4B10-A21F-AA0E3C733DEE}" dt="2024-05-27T02:12:47.202" v="2553"/>
          <ac:picMkLst>
            <pc:docMk/>
            <pc:sldMk cId="19777434" sldId="280"/>
            <ac:picMk id="3" creationId="{9E0288E6-DE25-C741-CDCD-F02231B36ABA}"/>
          </ac:picMkLst>
        </pc:picChg>
        <pc:picChg chg="del mod">
          <ac:chgData name="Arkar Than Win" userId="3c8250a4-c36e-434c-9640-1ec1d94cea55" providerId="ADAL" clId="{43480E00-951E-4B10-A21F-AA0E3C733DEE}" dt="2024-05-27T02:12:39.466" v="2549" actId="21"/>
          <ac:picMkLst>
            <pc:docMk/>
            <pc:sldMk cId="19777434" sldId="280"/>
            <ac:picMk id="12" creationId="{9E0288E6-DE25-C741-CDCD-F02231B36ABA}"/>
          </ac:picMkLst>
        </pc:picChg>
      </pc:sldChg>
      <pc:sldChg chg="addSp delSp modSp mod">
        <pc:chgData name="Arkar Than Win" userId="3c8250a4-c36e-434c-9640-1ec1d94cea55" providerId="ADAL" clId="{43480E00-951E-4B10-A21F-AA0E3C733DEE}" dt="2024-05-27T04:57:05.772" v="6007" actId="207"/>
        <pc:sldMkLst>
          <pc:docMk/>
          <pc:sldMk cId="2912699559" sldId="281"/>
        </pc:sldMkLst>
        <pc:spChg chg="mod">
          <ac:chgData name="Arkar Than Win" userId="3c8250a4-c36e-434c-9640-1ec1d94cea55" providerId="ADAL" clId="{43480E00-951E-4B10-A21F-AA0E3C733DEE}" dt="2024-05-27T02:14:00.485" v="2562" actId="108"/>
          <ac:spMkLst>
            <pc:docMk/>
            <pc:sldMk cId="2912699559" sldId="281"/>
            <ac:spMk id="2" creationId="{CF74DB7E-CFA7-340D-92D5-29F98B99F8DA}"/>
          </ac:spMkLst>
        </pc:spChg>
        <pc:spChg chg="add del mod">
          <ac:chgData name="Arkar Than Win" userId="3c8250a4-c36e-434c-9640-1ec1d94cea55" providerId="ADAL" clId="{43480E00-951E-4B10-A21F-AA0E3C733DEE}" dt="2024-05-27T04:54:06.401" v="6003" actId="478"/>
          <ac:spMkLst>
            <pc:docMk/>
            <pc:sldMk cId="2912699559" sldId="281"/>
            <ac:spMk id="3" creationId="{ED7B9F95-FF77-E2DB-B801-4D4DF70FB4D7}"/>
          </ac:spMkLst>
        </pc:spChg>
        <pc:spChg chg="mod">
          <ac:chgData name="Arkar Than Win" userId="3c8250a4-c36e-434c-9640-1ec1d94cea55" providerId="ADAL" clId="{43480E00-951E-4B10-A21F-AA0E3C733DEE}" dt="2024-05-27T04:43:59.504" v="5927" actId="1036"/>
          <ac:spMkLst>
            <pc:docMk/>
            <pc:sldMk cId="2912699559" sldId="281"/>
            <ac:spMk id="5" creationId="{B0B67509-2327-5619-D7AD-707C03ECEF37}"/>
          </ac:spMkLst>
        </pc:spChg>
        <pc:spChg chg="mod">
          <ac:chgData name="Arkar Than Win" userId="3c8250a4-c36e-434c-9640-1ec1d94cea55" providerId="ADAL" clId="{43480E00-951E-4B10-A21F-AA0E3C733DEE}" dt="2024-05-27T04:43:59.504" v="5927" actId="1036"/>
          <ac:spMkLst>
            <pc:docMk/>
            <pc:sldMk cId="2912699559" sldId="281"/>
            <ac:spMk id="6" creationId="{1E6F4C38-9A30-7E9C-E2CA-23211C26777D}"/>
          </ac:spMkLst>
        </pc:spChg>
        <pc:spChg chg="mod">
          <ac:chgData name="Arkar Than Win" userId="3c8250a4-c36e-434c-9640-1ec1d94cea55" providerId="ADAL" clId="{43480E00-951E-4B10-A21F-AA0E3C733DEE}" dt="2024-05-27T04:36:17.477" v="5647" actId="255"/>
          <ac:spMkLst>
            <pc:docMk/>
            <pc:sldMk cId="2912699559" sldId="281"/>
            <ac:spMk id="7" creationId="{69E03590-7459-F096-F138-7647F081D69D}"/>
          </ac:spMkLst>
        </pc:spChg>
        <pc:spChg chg="mod">
          <ac:chgData name="Arkar Than Win" userId="3c8250a4-c36e-434c-9640-1ec1d94cea55" providerId="ADAL" clId="{43480E00-951E-4B10-A21F-AA0E3C733DEE}" dt="2024-05-27T04:43:59.504" v="5927" actId="1036"/>
          <ac:spMkLst>
            <pc:docMk/>
            <pc:sldMk cId="2912699559" sldId="281"/>
            <ac:spMk id="10" creationId="{7770CC9A-0CA0-1475-A65A-64013862AC76}"/>
          </ac:spMkLst>
        </pc:spChg>
        <pc:spChg chg="mod">
          <ac:chgData name="Arkar Than Win" userId="3c8250a4-c36e-434c-9640-1ec1d94cea55" providerId="ADAL" clId="{43480E00-951E-4B10-A21F-AA0E3C733DEE}" dt="2024-05-27T04:43:59.504" v="5927" actId="1036"/>
          <ac:spMkLst>
            <pc:docMk/>
            <pc:sldMk cId="2912699559" sldId="281"/>
            <ac:spMk id="18" creationId="{B1AC5CF9-1C61-CD5E-1DCE-154CBB9C4024}"/>
          </ac:spMkLst>
        </pc:spChg>
        <pc:spChg chg="mod">
          <ac:chgData name="Arkar Than Win" userId="3c8250a4-c36e-434c-9640-1ec1d94cea55" providerId="ADAL" clId="{43480E00-951E-4B10-A21F-AA0E3C733DEE}" dt="2024-05-27T04:54:04.609" v="6002" actId="207"/>
          <ac:spMkLst>
            <pc:docMk/>
            <pc:sldMk cId="2912699559" sldId="281"/>
            <ac:spMk id="21" creationId="{F7221DB0-1106-8089-C3AA-8D1FFAEF49CF}"/>
          </ac:spMkLst>
        </pc:spChg>
        <pc:spChg chg="mod">
          <ac:chgData name="Arkar Than Win" userId="3c8250a4-c36e-434c-9640-1ec1d94cea55" providerId="ADAL" clId="{43480E00-951E-4B10-A21F-AA0E3C733DEE}" dt="2024-05-27T04:54:09.481" v="6004" actId="207"/>
          <ac:spMkLst>
            <pc:docMk/>
            <pc:sldMk cId="2912699559" sldId="281"/>
            <ac:spMk id="23" creationId="{690AF5EC-E9F2-D01E-5AF0-6F5EE7B7F4B1}"/>
          </ac:spMkLst>
        </pc:spChg>
        <pc:spChg chg="mod">
          <ac:chgData name="Arkar Than Win" userId="3c8250a4-c36e-434c-9640-1ec1d94cea55" providerId="ADAL" clId="{43480E00-951E-4B10-A21F-AA0E3C733DEE}" dt="2024-05-27T04:57:05.772" v="6007" actId="207"/>
          <ac:spMkLst>
            <pc:docMk/>
            <pc:sldMk cId="2912699559" sldId="281"/>
            <ac:spMk id="24" creationId="{61DC1367-69AE-354A-9AB7-60E41DE94A40}"/>
          </ac:spMkLst>
        </pc:spChg>
        <pc:spChg chg="mod">
          <ac:chgData name="Arkar Than Win" userId="3c8250a4-c36e-434c-9640-1ec1d94cea55" providerId="ADAL" clId="{43480E00-951E-4B10-A21F-AA0E3C733DEE}" dt="2024-05-27T04:57:05.772" v="6007" actId="207"/>
          <ac:spMkLst>
            <pc:docMk/>
            <pc:sldMk cId="2912699559" sldId="281"/>
            <ac:spMk id="25" creationId="{A6695C3F-E8B4-B24F-137E-D8041D002A76}"/>
          </ac:spMkLst>
        </pc:spChg>
        <pc:spChg chg="mod">
          <ac:chgData name="Arkar Than Win" userId="3c8250a4-c36e-434c-9640-1ec1d94cea55" providerId="ADAL" clId="{43480E00-951E-4B10-A21F-AA0E3C733DEE}" dt="2024-05-27T04:44:05.317" v="5930" actId="1036"/>
          <ac:spMkLst>
            <pc:docMk/>
            <pc:sldMk cId="2912699559" sldId="281"/>
            <ac:spMk id="27" creationId="{54BE230A-D4D2-1A4B-E5AB-4E92393B1F69}"/>
          </ac:spMkLst>
        </pc:spChg>
        <pc:spChg chg="mod">
          <ac:chgData name="Arkar Than Win" userId="3c8250a4-c36e-434c-9640-1ec1d94cea55" providerId="ADAL" clId="{43480E00-951E-4B10-A21F-AA0E3C733DEE}" dt="2024-05-27T04:44:05.317" v="5930" actId="1036"/>
          <ac:spMkLst>
            <pc:docMk/>
            <pc:sldMk cId="2912699559" sldId="281"/>
            <ac:spMk id="28" creationId="{84C08DB5-17F6-0982-ECD7-FE9B4C60B7B0}"/>
          </ac:spMkLst>
        </pc:spChg>
        <pc:spChg chg="mod">
          <ac:chgData name="Arkar Than Win" userId="3c8250a4-c36e-434c-9640-1ec1d94cea55" providerId="ADAL" clId="{43480E00-951E-4B10-A21F-AA0E3C733DEE}" dt="2024-05-27T04:36:32.440" v="5649" actId="255"/>
          <ac:spMkLst>
            <pc:docMk/>
            <pc:sldMk cId="2912699559" sldId="281"/>
            <ac:spMk id="29" creationId="{BC38AA78-D0E2-132F-23E7-DB0473AC02E5}"/>
          </ac:spMkLst>
        </pc:spChg>
        <pc:spChg chg="mod">
          <ac:chgData name="Arkar Than Win" userId="3c8250a4-c36e-434c-9640-1ec1d94cea55" providerId="ADAL" clId="{43480E00-951E-4B10-A21F-AA0E3C733DEE}" dt="2024-05-27T04:44:05.317" v="5930" actId="1036"/>
          <ac:spMkLst>
            <pc:docMk/>
            <pc:sldMk cId="2912699559" sldId="281"/>
            <ac:spMk id="30" creationId="{1D916076-9D0B-4C28-6F22-756424317994}"/>
          </ac:spMkLst>
        </pc:spChg>
        <pc:spChg chg="mod">
          <ac:chgData name="Arkar Than Win" userId="3c8250a4-c36e-434c-9640-1ec1d94cea55" providerId="ADAL" clId="{43480E00-951E-4B10-A21F-AA0E3C733DEE}" dt="2024-05-27T04:44:05.317" v="5930" actId="1036"/>
          <ac:spMkLst>
            <pc:docMk/>
            <pc:sldMk cId="2912699559" sldId="281"/>
            <ac:spMk id="31" creationId="{512D580B-FC32-AFEA-7CAB-D5186E598FEA}"/>
          </ac:spMkLst>
        </pc:spChg>
        <pc:spChg chg="mod">
          <ac:chgData name="Arkar Than Win" userId="3c8250a4-c36e-434c-9640-1ec1d94cea55" providerId="ADAL" clId="{43480E00-951E-4B10-A21F-AA0E3C733DEE}" dt="2024-05-27T04:54:12.011" v="6005" actId="207"/>
          <ac:spMkLst>
            <pc:docMk/>
            <pc:sldMk cId="2912699559" sldId="281"/>
            <ac:spMk id="35" creationId="{AED647F9-AE77-69C2-4D84-8C54BF39F735}"/>
          </ac:spMkLst>
        </pc:spChg>
        <pc:grpChg chg="mod">
          <ac:chgData name="Arkar Than Win" userId="3c8250a4-c36e-434c-9640-1ec1d94cea55" providerId="ADAL" clId="{43480E00-951E-4B10-A21F-AA0E3C733DEE}" dt="2024-05-27T02:14:15.317" v="2564" actId="207"/>
          <ac:grpSpMkLst>
            <pc:docMk/>
            <pc:sldMk cId="2912699559" sldId="281"/>
            <ac:grpSpMk id="19" creationId="{3B1CAF63-E711-4BFC-6347-86ED970A8A12}"/>
          </ac:grpSpMkLst>
        </pc:grpChg>
        <pc:grpChg chg="mod">
          <ac:chgData name="Arkar Than Win" userId="3c8250a4-c36e-434c-9640-1ec1d94cea55" providerId="ADAL" clId="{43480E00-951E-4B10-A21F-AA0E3C733DEE}" dt="2024-05-27T02:14:15.317" v="2564" actId="207"/>
          <ac:grpSpMkLst>
            <pc:docMk/>
            <pc:sldMk cId="2912699559" sldId="281"/>
            <ac:grpSpMk id="38" creationId="{BBFADC8D-DB93-9FDE-3E12-7846FE597329}"/>
          </ac:grpSpMkLst>
        </pc:grpChg>
      </pc:sldChg>
      <pc:sldChg chg="addSp delSp modSp mod modNotesTx">
        <pc:chgData name="Arkar Than Win" userId="3c8250a4-c36e-434c-9640-1ec1d94cea55" providerId="ADAL" clId="{43480E00-951E-4B10-A21F-AA0E3C733DEE}" dt="2024-05-27T04:57:16.084" v="6008" actId="208"/>
        <pc:sldMkLst>
          <pc:docMk/>
          <pc:sldMk cId="2208973582" sldId="282"/>
        </pc:sldMkLst>
        <pc:spChg chg="mod">
          <ac:chgData name="Arkar Than Win" userId="3c8250a4-c36e-434c-9640-1ec1d94cea55" providerId="ADAL" clId="{43480E00-951E-4B10-A21F-AA0E3C733DEE}" dt="2024-05-27T02:15:45.317" v="2578" actId="108"/>
          <ac:spMkLst>
            <pc:docMk/>
            <pc:sldMk cId="2208973582" sldId="282"/>
            <ac:spMk id="2" creationId="{CF74DB7E-CFA7-340D-92D5-29F98B99F8DA}"/>
          </ac:spMkLst>
        </pc:spChg>
        <pc:spChg chg="mod">
          <ac:chgData name="Arkar Than Win" userId="3c8250a4-c36e-434c-9640-1ec1d94cea55" providerId="ADAL" clId="{43480E00-951E-4B10-A21F-AA0E3C733DEE}" dt="2024-05-27T04:36:47.228" v="5651" actId="255"/>
          <ac:spMkLst>
            <pc:docMk/>
            <pc:sldMk cId="2208973582" sldId="282"/>
            <ac:spMk id="15" creationId="{21A1A3C5-8FDE-E326-B3E3-1230E6DFEEB4}"/>
          </ac:spMkLst>
        </pc:spChg>
        <pc:spChg chg="mod">
          <ac:chgData name="Arkar Than Win" userId="3c8250a4-c36e-434c-9640-1ec1d94cea55" providerId="ADAL" clId="{43480E00-951E-4B10-A21F-AA0E3C733DEE}" dt="2024-05-27T04:36:47.228" v="5651" actId="255"/>
          <ac:spMkLst>
            <pc:docMk/>
            <pc:sldMk cId="2208973582" sldId="282"/>
            <ac:spMk id="43" creationId="{9B265E76-C5A3-EA16-D0FA-F8E43F1F5CF5}"/>
          </ac:spMkLst>
        </pc:spChg>
        <pc:spChg chg="mod">
          <ac:chgData name="Arkar Than Win" userId="3c8250a4-c36e-434c-9640-1ec1d94cea55" providerId="ADAL" clId="{43480E00-951E-4B10-A21F-AA0E3C733DEE}" dt="2024-05-27T04:36:47.228" v="5651" actId="255"/>
          <ac:spMkLst>
            <pc:docMk/>
            <pc:sldMk cId="2208973582" sldId="282"/>
            <ac:spMk id="46" creationId="{4DAE59D8-6DED-0604-AD41-41265815A86D}"/>
          </ac:spMkLst>
        </pc:spChg>
        <pc:spChg chg="mod">
          <ac:chgData name="Arkar Than Win" userId="3c8250a4-c36e-434c-9640-1ec1d94cea55" providerId="ADAL" clId="{43480E00-951E-4B10-A21F-AA0E3C733DEE}" dt="2024-05-27T04:36:47.228" v="5651" actId="255"/>
          <ac:spMkLst>
            <pc:docMk/>
            <pc:sldMk cId="2208973582" sldId="282"/>
            <ac:spMk id="47" creationId="{6A9A329E-9239-5D6C-DBFE-55138A4B2CAA}"/>
          </ac:spMkLst>
        </pc:spChg>
        <pc:grpChg chg="add del mod">
          <ac:chgData name="Arkar Than Win" userId="3c8250a4-c36e-434c-9640-1ec1d94cea55" providerId="ADAL" clId="{43480E00-951E-4B10-A21F-AA0E3C733DEE}" dt="2024-05-27T00:18:42.501" v="880" actId="21"/>
          <ac:grpSpMkLst>
            <pc:docMk/>
            <pc:sldMk cId="2208973582" sldId="282"/>
            <ac:grpSpMk id="69" creationId="{53363EDE-FEC0-FCF2-B04A-91157E93C574}"/>
          </ac:grpSpMkLst>
        </pc:grpChg>
        <pc:graphicFrameChg chg="mod">
          <ac:chgData name="Arkar Than Win" userId="3c8250a4-c36e-434c-9640-1ec1d94cea55" providerId="ADAL" clId="{43480E00-951E-4B10-A21F-AA0E3C733DEE}" dt="2024-05-27T04:48:32.854" v="5942" actId="207"/>
          <ac:graphicFrameMkLst>
            <pc:docMk/>
            <pc:sldMk cId="2208973582" sldId="282"/>
            <ac:graphicFrameMk id="40" creationId="{D7021F83-3E31-1C79-978D-D5522660E9C3}"/>
          </ac:graphicFrameMkLst>
        </pc:graphicFrameChg>
        <pc:picChg chg="mod">
          <ac:chgData name="Arkar Than Win" userId="3c8250a4-c36e-434c-9640-1ec1d94cea55" providerId="ADAL" clId="{43480E00-951E-4B10-A21F-AA0E3C733DEE}" dt="2024-05-27T00:18:33.678" v="878"/>
          <ac:picMkLst>
            <pc:docMk/>
            <pc:sldMk cId="2208973582" sldId="282"/>
            <ac:picMk id="61" creationId="{3C578FB5-08C2-DBAA-D71E-60DF3FED464F}"/>
          </ac:picMkLst>
        </pc:picChg>
        <pc:picChg chg="mod">
          <ac:chgData name="Arkar Than Win" userId="3c8250a4-c36e-434c-9640-1ec1d94cea55" providerId="ADAL" clId="{43480E00-951E-4B10-A21F-AA0E3C733DEE}" dt="2024-05-27T00:18:33.678" v="878"/>
          <ac:picMkLst>
            <pc:docMk/>
            <pc:sldMk cId="2208973582" sldId="282"/>
            <ac:picMk id="62" creationId="{F0938268-C8C1-701A-B8C4-E4FBF9FEA3F7}"/>
          </ac:picMkLst>
        </pc:picChg>
        <pc:picChg chg="mod">
          <ac:chgData name="Arkar Than Win" userId="3c8250a4-c36e-434c-9640-1ec1d94cea55" providerId="ADAL" clId="{43480E00-951E-4B10-A21F-AA0E3C733DEE}" dt="2024-05-27T00:18:33.678" v="878"/>
          <ac:picMkLst>
            <pc:docMk/>
            <pc:sldMk cId="2208973582" sldId="282"/>
            <ac:picMk id="63" creationId="{A1DD04DE-6A48-1AB7-89C7-D44757BBD142}"/>
          </ac:picMkLst>
        </pc:picChg>
        <pc:picChg chg="mod">
          <ac:chgData name="Arkar Than Win" userId="3c8250a4-c36e-434c-9640-1ec1d94cea55" providerId="ADAL" clId="{43480E00-951E-4B10-A21F-AA0E3C733DEE}" dt="2024-05-27T00:18:33.678" v="878"/>
          <ac:picMkLst>
            <pc:docMk/>
            <pc:sldMk cId="2208973582" sldId="282"/>
            <ac:picMk id="64" creationId="{605C8A4E-16A6-0721-1A06-5EDECE6DE1BA}"/>
          </ac:picMkLst>
        </pc:picChg>
        <pc:picChg chg="mod">
          <ac:chgData name="Arkar Than Win" userId="3c8250a4-c36e-434c-9640-1ec1d94cea55" providerId="ADAL" clId="{43480E00-951E-4B10-A21F-AA0E3C733DEE}" dt="2024-05-27T00:18:33.678" v="878"/>
          <ac:picMkLst>
            <pc:docMk/>
            <pc:sldMk cId="2208973582" sldId="282"/>
            <ac:picMk id="65" creationId="{54F841B0-9C2F-0E15-F8C3-00478AD68898}"/>
          </ac:picMkLst>
        </pc:picChg>
        <pc:picChg chg="mod">
          <ac:chgData name="Arkar Than Win" userId="3c8250a4-c36e-434c-9640-1ec1d94cea55" providerId="ADAL" clId="{43480E00-951E-4B10-A21F-AA0E3C733DEE}" dt="2024-05-27T00:18:33.678" v="878"/>
          <ac:picMkLst>
            <pc:docMk/>
            <pc:sldMk cId="2208973582" sldId="282"/>
            <ac:picMk id="66" creationId="{9FDF0007-9021-C4B2-B82E-B0BD2E17A72D}"/>
          </ac:picMkLst>
        </pc:picChg>
        <pc:cxnChg chg="mod">
          <ac:chgData name="Arkar Than Win" userId="3c8250a4-c36e-434c-9640-1ec1d94cea55" providerId="ADAL" clId="{43480E00-951E-4B10-A21F-AA0E3C733DEE}" dt="2024-05-27T04:57:16.084" v="6008" actId="208"/>
          <ac:cxnSpMkLst>
            <pc:docMk/>
            <pc:sldMk cId="2208973582" sldId="282"/>
            <ac:cxnSpMk id="17" creationId="{6FD9F20D-6A68-9855-04B0-19CD31474BEE}"/>
          </ac:cxnSpMkLst>
        </pc:cxnChg>
        <pc:cxnChg chg="mod">
          <ac:chgData name="Arkar Than Win" userId="3c8250a4-c36e-434c-9640-1ec1d94cea55" providerId="ADAL" clId="{43480E00-951E-4B10-A21F-AA0E3C733DEE}" dt="2024-05-27T04:57:16.084" v="6008" actId="208"/>
          <ac:cxnSpMkLst>
            <pc:docMk/>
            <pc:sldMk cId="2208973582" sldId="282"/>
            <ac:cxnSpMk id="21" creationId="{4972BBC8-C7B4-A808-1EAD-EED4E22D8CBC}"/>
          </ac:cxnSpMkLst>
        </pc:cxnChg>
        <pc:cxnChg chg="mod">
          <ac:chgData name="Arkar Than Win" userId="3c8250a4-c36e-434c-9640-1ec1d94cea55" providerId="ADAL" clId="{43480E00-951E-4B10-A21F-AA0E3C733DEE}" dt="2024-05-27T04:57:16.084" v="6008" actId="208"/>
          <ac:cxnSpMkLst>
            <pc:docMk/>
            <pc:sldMk cId="2208973582" sldId="282"/>
            <ac:cxnSpMk id="24" creationId="{BB29D9EA-2590-7DAE-F3CE-8F728D247F76}"/>
          </ac:cxnSpMkLst>
        </pc:cxnChg>
        <pc:cxnChg chg="mod">
          <ac:chgData name="Arkar Than Win" userId="3c8250a4-c36e-434c-9640-1ec1d94cea55" providerId="ADAL" clId="{43480E00-951E-4B10-A21F-AA0E3C733DEE}" dt="2024-05-27T04:57:16.084" v="6008" actId="208"/>
          <ac:cxnSpMkLst>
            <pc:docMk/>
            <pc:sldMk cId="2208973582" sldId="282"/>
            <ac:cxnSpMk id="27" creationId="{67BE9537-96A2-4D06-EC46-517BBC8868AB}"/>
          </ac:cxnSpMkLst>
        </pc:cxnChg>
        <pc:cxnChg chg="mod">
          <ac:chgData name="Arkar Than Win" userId="3c8250a4-c36e-434c-9640-1ec1d94cea55" providerId="ADAL" clId="{43480E00-951E-4B10-A21F-AA0E3C733DEE}" dt="2024-05-27T04:57:16.084" v="6008" actId="208"/>
          <ac:cxnSpMkLst>
            <pc:docMk/>
            <pc:sldMk cId="2208973582" sldId="282"/>
            <ac:cxnSpMk id="30" creationId="{C85275DB-0C98-B470-E749-187BAC8C80C3}"/>
          </ac:cxnSpMkLst>
        </pc:cxnChg>
        <pc:cxnChg chg="mod">
          <ac:chgData name="Arkar Than Win" userId="3c8250a4-c36e-434c-9640-1ec1d94cea55" providerId="ADAL" clId="{43480E00-951E-4B10-A21F-AA0E3C733DEE}" dt="2024-05-27T04:57:16.084" v="6008" actId="208"/>
          <ac:cxnSpMkLst>
            <pc:docMk/>
            <pc:sldMk cId="2208973582" sldId="282"/>
            <ac:cxnSpMk id="33" creationId="{DFD14005-88CA-5067-C88A-117B5C5533D7}"/>
          </ac:cxnSpMkLst>
        </pc:cxnChg>
      </pc:sldChg>
      <pc:sldChg chg="addSp delSp modSp mod">
        <pc:chgData name="Arkar Than Win" userId="3c8250a4-c36e-434c-9640-1ec1d94cea55" providerId="ADAL" clId="{43480E00-951E-4B10-A21F-AA0E3C733DEE}" dt="2024-05-27T05:30:10.553" v="6288" actId="29295"/>
        <pc:sldMkLst>
          <pc:docMk/>
          <pc:sldMk cId="3409923022" sldId="283"/>
        </pc:sldMkLst>
        <pc:spChg chg="mod">
          <ac:chgData name="Arkar Than Win" userId="3c8250a4-c36e-434c-9640-1ec1d94cea55" providerId="ADAL" clId="{43480E00-951E-4B10-A21F-AA0E3C733DEE}" dt="2024-05-27T02:16:03.439" v="2581" actId="108"/>
          <ac:spMkLst>
            <pc:docMk/>
            <pc:sldMk cId="3409923022" sldId="283"/>
            <ac:spMk id="2" creationId="{CF74DB7E-CFA7-340D-92D5-29F98B99F8DA}"/>
          </ac:spMkLst>
        </pc:spChg>
        <pc:picChg chg="add mod ord">
          <ac:chgData name="Arkar Than Win" userId="3c8250a4-c36e-434c-9640-1ec1d94cea55" providerId="ADAL" clId="{43480E00-951E-4B10-A21F-AA0E3C733DEE}" dt="2024-05-27T05:30:10.553" v="6288" actId="29295"/>
          <ac:picMkLst>
            <pc:docMk/>
            <pc:sldMk cId="3409923022" sldId="283"/>
            <ac:picMk id="3" creationId="{D9A9E4BC-A370-7688-4F11-68C6FFAAE540}"/>
          </ac:picMkLst>
        </pc:picChg>
        <pc:picChg chg="add del mod">
          <ac:chgData name="Arkar Than Win" userId="3c8250a4-c36e-434c-9640-1ec1d94cea55" providerId="ADAL" clId="{43480E00-951E-4B10-A21F-AA0E3C733DEE}" dt="2024-05-27T05:29:19.111" v="6283" actId="21"/>
          <ac:picMkLst>
            <pc:docMk/>
            <pc:sldMk cId="3409923022" sldId="283"/>
            <ac:picMk id="4" creationId="{38F6D5C0-3196-327E-46E0-77841D81EC14}"/>
          </ac:picMkLst>
        </pc:picChg>
      </pc:sldChg>
      <pc:sldChg chg="addSp modSp mod">
        <pc:chgData name="Arkar Than Win" userId="3c8250a4-c36e-434c-9640-1ec1d94cea55" providerId="ADAL" clId="{43480E00-951E-4B10-A21F-AA0E3C733DEE}" dt="2024-05-27T05:30:21.200" v="6290" actId="29295"/>
        <pc:sldMkLst>
          <pc:docMk/>
          <pc:sldMk cId="2821942418" sldId="284"/>
        </pc:sldMkLst>
        <pc:spChg chg="mod">
          <ac:chgData name="Arkar Than Win" userId="3c8250a4-c36e-434c-9640-1ec1d94cea55" providerId="ADAL" clId="{43480E00-951E-4B10-A21F-AA0E3C733DEE}" dt="2024-05-27T02:16:16.813" v="2584" actId="108"/>
          <ac:spMkLst>
            <pc:docMk/>
            <pc:sldMk cId="2821942418" sldId="284"/>
            <ac:spMk id="2" creationId="{CF74DB7E-CFA7-340D-92D5-29F98B99F8DA}"/>
          </ac:spMkLst>
        </pc:spChg>
        <pc:picChg chg="add mod ord">
          <ac:chgData name="Arkar Than Win" userId="3c8250a4-c36e-434c-9640-1ec1d94cea55" providerId="ADAL" clId="{43480E00-951E-4B10-A21F-AA0E3C733DEE}" dt="2024-05-27T05:30:21.200" v="6290" actId="29295"/>
          <ac:picMkLst>
            <pc:docMk/>
            <pc:sldMk cId="2821942418" sldId="284"/>
            <ac:picMk id="3" creationId="{9810D092-7AD1-3F85-C128-5CD54D8C8B56}"/>
          </ac:picMkLst>
        </pc:picChg>
      </pc:sldChg>
      <pc:sldChg chg="addSp delSp modSp add del mod">
        <pc:chgData name="Arkar Than Win" userId="3c8250a4-c36e-434c-9640-1ec1d94cea55" providerId="ADAL" clId="{43480E00-951E-4B10-A21F-AA0E3C733DEE}" dt="2024-05-29T04:25:32.568" v="7487" actId="20577"/>
        <pc:sldMkLst>
          <pc:docMk/>
          <pc:sldMk cId="3780604414" sldId="286"/>
        </pc:sldMkLst>
        <pc:spChg chg="del mod">
          <ac:chgData name="Arkar Than Win" userId="3c8250a4-c36e-434c-9640-1ec1d94cea55" providerId="ADAL" clId="{43480E00-951E-4B10-A21F-AA0E3C733DEE}" dt="2024-05-29T04:23:10.682" v="7029" actId="478"/>
          <ac:spMkLst>
            <pc:docMk/>
            <pc:sldMk cId="3780604414" sldId="286"/>
            <ac:spMk id="2" creationId="{173A0350-D696-3CAC-C6AC-0FA2BCD26A11}"/>
          </ac:spMkLst>
        </pc:spChg>
        <pc:spChg chg="del mod">
          <ac:chgData name="Arkar Than Win" userId="3c8250a4-c36e-434c-9640-1ec1d94cea55" providerId="ADAL" clId="{43480E00-951E-4B10-A21F-AA0E3C733DEE}" dt="2024-05-29T04:23:22.867" v="7033" actId="21"/>
          <ac:spMkLst>
            <pc:docMk/>
            <pc:sldMk cId="3780604414" sldId="286"/>
            <ac:spMk id="3" creationId="{12FFBD44-E647-6CCA-AE18-6D73EC80D0E0}"/>
          </ac:spMkLst>
        </pc:spChg>
        <pc:spChg chg="add del mod">
          <ac:chgData name="Arkar Than Win" userId="3c8250a4-c36e-434c-9640-1ec1d94cea55" providerId="ADAL" clId="{43480E00-951E-4B10-A21F-AA0E3C733DEE}" dt="2024-05-29T04:21:36.983" v="6899" actId="478"/>
          <ac:spMkLst>
            <pc:docMk/>
            <pc:sldMk cId="3780604414" sldId="286"/>
            <ac:spMk id="12" creationId="{C2765EB3-2C5C-37C9-461B-5815B2C40112}"/>
          </ac:spMkLst>
        </pc:spChg>
        <pc:spChg chg="add del mod">
          <ac:chgData name="Arkar Than Win" userId="3c8250a4-c36e-434c-9640-1ec1d94cea55" providerId="ADAL" clId="{43480E00-951E-4B10-A21F-AA0E3C733DEE}" dt="2024-05-29T04:21:58.966" v="6902" actId="478"/>
          <ac:spMkLst>
            <pc:docMk/>
            <pc:sldMk cId="3780604414" sldId="286"/>
            <ac:spMk id="13" creationId="{2A2BB48D-85A7-7A6B-20E7-D2E5F187F29E}"/>
          </ac:spMkLst>
        </pc:spChg>
        <pc:spChg chg="add del mod">
          <ac:chgData name="Arkar Than Win" userId="3c8250a4-c36e-434c-9640-1ec1d94cea55" providerId="ADAL" clId="{43480E00-951E-4B10-A21F-AA0E3C733DEE}" dt="2024-05-29T04:24:49.492" v="7394" actId="478"/>
          <ac:spMkLst>
            <pc:docMk/>
            <pc:sldMk cId="3780604414" sldId="286"/>
            <ac:spMk id="14" creationId="{288F4768-56DC-3FDA-25B5-B72E26514F27}"/>
          </ac:spMkLst>
        </pc:spChg>
        <pc:spChg chg="add mod">
          <ac:chgData name="Arkar Than Win" userId="3c8250a4-c36e-434c-9640-1ec1d94cea55" providerId="ADAL" clId="{43480E00-951E-4B10-A21F-AA0E3C733DEE}" dt="2024-05-29T04:24:12.759" v="7359" actId="207"/>
          <ac:spMkLst>
            <pc:docMk/>
            <pc:sldMk cId="3780604414" sldId="286"/>
            <ac:spMk id="15" creationId="{105022E4-0A77-93A0-1B4D-6EEFFC870D60}"/>
          </ac:spMkLst>
        </pc:spChg>
        <pc:spChg chg="add del mod">
          <ac:chgData name="Arkar Than Win" userId="3c8250a4-c36e-434c-9640-1ec1d94cea55" providerId="ADAL" clId="{43480E00-951E-4B10-A21F-AA0E3C733DEE}" dt="2024-05-29T04:23:13.774" v="7030" actId="478"/>
          <ac:spMkLst>
            <pc:docMk/>
            <pc:sldMk cId="3780604414" sldId="286"/>
            <ac:spMk id="16" creationId="{560CFC2A-FF26-9023-A94F-48325CEB6EAE}"/>
          </ac:spMkLst>
        </pc:spChg>
        <pc:spChg chg="add del mod">
          <ac:chgData name="Arkar Than Win" userId="3c8250a4-c36e-434c-9640-1ec1d94cea55" providerId="ADAL" clId="{43480E00-951E-4B10-A21F-AA0E3C733DEE}" dt="2024-05-29T04:23:37.098" v="7037" actId="478"/>
          <ac:spMkLst>
            <pc:docMk/>
            <pc:sldMk cId="3780604414" sldId="286"/>
            <ac:spMk id="18" creationId="{A0DE65B2-A0D2-FC02-F18A-E764A9074F89}"/>
          </ac:spMkLst>
        </pc:spChg>
        <pc:spChg chg="add mod">
          <ac:chgData name="Arkar Than Win" userId="3c8250a4-c36e-434c-9640-1ec1d94cea55" providerId="ADAL" clId="{43480E00-951E-4B10-A21F-AA0E3C733DEE}" dt="2024-05-29T04:25:32.568" v="7487" actId="20577"/>
          <ac:spMkLst>
            <pc:docMk/>
            <pc:sldMk cId="3780604414" sldId="286"/>
            <ac:spMk id="19" creationId="{454C0192-A381-DA44-143D-E5FB609A13DD}"/>
          </ac:spMkLst>
        </pc:spChg>
        <pc:grpChg chg="add del mod">
          <ac:chgData name="Arkar Than Win" userId="3c8250a4-c36e-434c-9640-1ec1d94cea55" providerId="ADAL" clId="{43480E00-951E-4B10-A21F-AA0E3C733DEE}" dt="2024-05-29T04:06:05.771" v="6402" actId="21"/>
          <ac:grpSpMkLst>
            <pc:docMk/>
            <pc:sldMk cId="3780604414" sldId="286"/>
            <ac:grpSpMk id="7" creationId="{AFEA6F7D-1CDA-4B06-6A32-7B4A22912057}"/>
          </ac:grpSpMkLst>
        </pc:grpChg>
        <pc:grpChg chg="add mod">
          <ac:chgData name="Arkar Than Win" userId="3c8250a4-c36e-434c-9640-1ec1d94cea55" providerId="ADAL" clId="{43480E00-951E-4B10-A21F-AA0E3C733DEE}" dt="2024-05-29T04:22:49.555" v="6961" actId="1076"/>
          <ac:grpSpMkLst>
            <pc:docMk/>
            <pc:sldMk cId="3780604414" sldId="286"/>
            <ac:grpSpMk id="8" creationId="{AFEA6F7D-1CDA-4B06-6A32-7B4A22912057}"/>
          </ac:grpSpMkLst>
        </pc:grpChg>
        <pc:picChg chg="add del mod">
          <ac:chgData name="Arkar Than Win" userId="3c8250a4-c36e-434c-9640-1ec1d94cea55" providerId="ADAL" clId="{43480E00-951E-4B10-A21F-AA0E3C733DEE}" dt="2024-05-27T01:38:01.722" v="1986" actId="21"/>
          <ac:picMkLst>
            <pc:docMk/>
            <pc:sldMk cId="3780604414" sldId="286"/>
            <ac:picMk id="4" creationId="{15C0E5DA-B261-5B0F-9A33-B91AB6B846E8}"/>
          </ac:picMkLst>
        </pc:picChg>
        <pc:picChg chg="add del mod">
          <ac:chgData name="Arkar Than Win" userId="3c8250a4-c36e-434c-9640-1ec1d94cea55" providerId="ADAL" clId="{43480E00-951E-4B10-A21F-AA0E3C733DEE}" dt="2024-05-29T04:05:16.684" v="6387" actId="478"/>
          <ac:picMkLst>
            <pc:docMk/>
            <pc:sldMk cId="3780604414" sldId="286"/>
            <ac:picMk id="4" creationId="{A9E33733-A9B3-BF2A-3EDF-963741EEA73E}"/>
          </ac:picMkLst>
        </pc:picChg>
        <pc:picChg chg="add del mod">
          <ac:chgData name="Arkar Than Win" userId="3c8250a4-c36e-434c-9640-1ec1d94cea55" providerId="ADAL" clId="{43480E00-951E-4B10-A21F-AA0E3C733DEE}" dt="2024-05-27T05:26:18.351" v="6248" actId="478"/>
          <ac:picMkLst>
            <pc:docMk/>
            <pc:sldMk cId="3780604414" sldId="286"/>
            <ac:picMk id="5" creationId="{963BC1D7-385F-A38F-66FE-021B568DF769}"/>
          </ac:picMkLst>
        </pc:picChg>
        <pc:picChg chg="add mod">
          <ac:chgData name="Arkar Than Win" userId="3c8250a4-c36e-434c-9640-1ec1d94cea55" providerId="ADAL" clId="{43480E00-951E-4B10-A21F-AA0E3C733DEE}" dt="2024-05-29T04:06:03.621" v="6400" actId="164"/>
          <ac:picMkLst>
            <pc:docMk/>
            <pc:sldMk cId="3780604414" sldId="286"/>
            <ac:picMk id="5" creationId="{C3E193FF-68ED-809A-95A4-2BF7260F4153}"/>
          </ac:picMkLst>
        </pc:picChg>
        <pc:picChg chg="add mod">
          <ac:chgData name="Arkar Than Win" userId="3c8250a4-c36e-434c-9640-1ec1d94cea55" providerId="ADAL" clId="{43480E00-951E-4B10-A21F-AA0E3C733DEE}" dt="2024-05-29T04:06:03.621" v="6400" actId="164"/>
          <ac:picMkLst>
            <pc:docMk/>
            <pc:sldMk cId="3780604414" sldId="286"/>
            <ac:picMk id="6" creationId="{2C6173BF-8930-578C-012D-C6394F88327B}"/>
          </ac:picMkLst>
        </pc:picChg>
        <pc:picChg chg="add del mod">
          <ac:chgData name="Arkar Than Win" userId="3c8250a4-c36e-434c-9640-1ec1d94cea55" providerId="ADAL" clId="{43480E00-951E-4B10-A21F-AA0E3C733DEE}" dt="2024-05-27T01:41:28.123" v="2006" actId="478"/>
          <ac:picMkLst>
            <pc:docMk/>
            <pc:sldMk cId="3780604414" sldId="286"/>
            <ac:picMk id="6" creationId="{42F3B54F-664F-94F9-FB53-52F25321A974}"/>
          </ac:picMkLst>
        </pc:picChg>
        <pc:picChg chg="add del mod">
          <ac:chgData name="Arkar Than Win" userId="3c8250a4-c36e-434c-9640-1ec1d94cea55" providerId="ADAL" clId="{43480E00-951E-4B10-A21F-AA0E3C733DEE}" dt="2024-05-27T05:30:27.158" v="6292" actId="478"/>
          <ac:picMkLst>
            <pc:docMk/>
            <pc:sldMk cId="3780604414" sldId="286"/>
            <ac:picMk id="6" creationId="{5DFC688F-3E18-B15B-8494-FB9DDD31B4CF}"/>
          </ac:picMkLst>
        </pc:picChg>
        <pc:picChg chg="add del mod">
          <ac:chgData name="Arkar Than Win" userId="3c8250a4-c36e-434c-9640-1ec1d94cea55" providerId="ADAL" clId="{43480E00-951E-4B10-A21F-AA0E3C733DEE}" dt="2024-05-27T01:41:33.307" v="2008" actId="478"/>
          <ac:picMkLst>
            <pc:docMk/>
            <pc:sldMk cId="3780604414" sldId="286"/>
            <ac:picMk id="8" creationId="{5BA361A9-FA9C-D7C6-129B-BBE7792352F3}"/>
          </ac:picMkLst>
        </pc:picChg>
        <pc:picChg chg="mod">
          <ac:chgData name="Arkar Than Win" userId="3c8250a4-c36e-434c-9640-1ec1d94cea55" providerId="ADAL" clId="{43480E00-951E-4B10-A21F-AA0E3C733DEE}" dt="2024-05-29T04:06:17.152" v="6406"/>
          <ac:picMkLst>
            <pc:docMk/>
            <pc:sldMk cId="3780604414" sldId="286"/>
            <ac:picMk id="9" creationId="{C3E193FF-68ED-809A-95A4-2BF7260F4153}"/>
          </ac:picMkLst>
        </pc:picChg>
        <pc:picChg chg="add mod modCrop">
          <ac:chgData name="Arkar Than Win" userId="3c8250a4-c36e-434c-9640-1ec1d94cea55" providerId="ADAL" clId="{43480E00-951E-4B10-A21F-AA0E3C733DEE}" dt="2024-05-27T01:40:37.780" v="1997" actId="732"/>
          <ac:picMkLst>
            <pc:docMk/>
            <pc:sldMk cId="3780604414" sldId="286"/>
            <ac:picMk id="10" creationId="{0EFD3452-712D-BA70-0FD5-A852E70C27F2}"/>
          </ac:picMkLst>
        </pc:picChg>
        <pc:picChg chg="mod">
          <ac:chgData name="Arkar Than Win" userId="3c8250a4-c36e-434c-9640-1ec1d94cea55" providerId="ADAL" clId="{43480E00-951E-4B10-A21F-AA0E3C733DEE}" dt="2024-05-29T04:06:17.152" v="6406"/>
          <ac:picMkLst>
            <pc:docMk/>
            <pc:sldMk cId="3780604414" sldId="286"/>
            <ac:picMk id="11" creationId="{2C6173BF-8930-578C-012D-C6394F88327B}"/>
          </ac:picMkLst>
        </pc:picChg>
        <pc:picChg chg="add del mod">
          <ac:chgData name="Arkar Than Win" userId="3c8250a4-c36e-434c-9640-1ec1d94cea55" providerId="ADAL" clId="{43480E00-951E-4B10-A21F-AA0E3C733DEE}" dt="2024-05-29T04:05:42.757" v="6393" actId="478"/>
          <ac:picMkLst>
            <pc:docMk/>
            <pc:sldMk cId="3780604414" sldId="286"/>
            <ac:picMk id="44" creationId="{15C0E5DA-B261-5B0F-9A33-B91AB6B846E8}"/>
          </ac:picMkLst>
        </pc:picChg>
      </pc:sldChg>
      <pc:sldChg chg="addSp delSp modSp mod delAnim modAnim modShow">
        <pc:chgData name="Arkar Than Win" userId="3c8250a4-c36e-434c-9640-1ec1d94cea55" providerId="ADAL" clId="{43480E00-951E-4B10-A21F-AA0E3C733DEE}" dt="2024-05-29T04:08:35.154" v="6450" actId="1076"/>
        <pc:sldMkLst>
          <pc:docMk/>
          <pc:sldMk cId="185491373" sldId="287"/>
        </pc:sldMkLst>
        <pc:spChg chg="mod">
          <ac:chgData name="Arkar Than Win" userId="3c8250a4-c36e-434c-9640-1ec1d94cea55" providerId="ADAL" clId="{43480E00-951E-4B10-A21F-AA0E3C733DEE}" dt="2024-05-29T04:08:35.154" v="6450" actId="1076"/>
          <ac:spMkLst>
            <pc:docMk/>
            <pc:sldMk cId="185491373" sldId="287"/>
            <ac:spMk id="125" creationId="{9932F203-6410-E6C0-F6A4-AA55139DAD08}"/>
          </ac:spMkLst>
        </pc:spChg>
        <pc:spChg chg="mod">
          <ac:chgData name="Arkar Than Win" userId="3c8250a4-c36e-434c-9640-1ec1d94cea55" providerId="ADAL" clId="{43480E00-951E-4B10-A21F-AA0E3C733DEE}" dt="2024-05-29T04:08:35.154" v="6450" actId="1076"/>
          <ac:spMkLst>
            <pc:docMk/>
            <pc:sldMk cId="185491373" sldId="287"/>
            <ac:spMk id="126" creationId="{A1CC2E64-97B3-A294-A59C-C9FB1B5A855C}"/>
          </ac:spMkLst>
        </pc:spChg>
        <pc:grpChg chg="add del mod">
          <ac:chgData name="Arkar Than Win" userId="3c8250a4-c36e-434c-9640-1ec1d94cea55" providerId="ADAL" clId="{43480E00-951E-4B10-A21F-AA0E3C733DEE}" dt="2024-05-29T04:07:51.136" v="6433" actId="165"/>
          <ac:grpSpMkLst>
            <pc:docMk/>
            <pc:sldMk cId="185491373" sldId="287"/>
            <ac:grpSpMk id="4" creationId="{43DA6E8A-7BEE-6006-67F3-AF0164F15B69}"/>
          </ac:grpSpMkLst>
        </pc:grpChg>
        <pc:grpChg chg="mod topLvl">
          <ac:chgData name="Arkar Than Win" userId="3c8250a4-c36e-434c-9640-1ec1d94cea55" providerId="ADAL" clId="{43480E00-951E-4B10-A21F-AA0E3C733DEE}" dt="2024-05-29T04:07:53.380" v="6434" actId="1076"/>
          <ac:grpSpMkLst>
            <pc:docMk/>
            <pc:sldMk cId="185491373" sldId="287"/>
            <ac:grpSpMk id="33" creationId="{C67AE509-518C-1119-99A5-517AD384365E}"/>
          </ac:grpSpMkLst>
        </pc:grpChg>
        <pc:grpChg chg="add mod">
          <ac:chgData name="Arkar Than Win" userId="3c8250a4-c36e-434c-9640-1ec1d94cea55" providerId="ADAL" clId="{43480E00-951E-4B10-A21F-AA0E3C733DEE}" dt="2024-05-29T04:08:08.292" v="6440" actId="1076"/>
          <ac:grpSpMkLst>
            <pc:docMk/>
            <pc:sldMk cId="185491373" sldId="287"/>
            <ac:grpSpMk id="59" creationId="{BA16C32E-4C8F-E629-5ED6-58937F0805ED}"/>
          </ac:grpSpMkLst>
        </pc:grpChg>
        <pc:grpChg chg="mod">
          <ac:chgData name="Arkar Than Win" userId="3c8250a4-c36e-434c-9640-1ec1d94cea55" providerId="ADAL" clId="{43480E00-951E-4B10-A21F-AA0E3C733DEE}" dt="2024-05-29T04:08:05.905" v="6439"/>
          <ac:grpSpMkLst>
            <pc:docMk/>
            <pc:sldMk cId="185491373" sldId="287"/>
            <ac:grpSpMk id="60" creationId="{1B57C667-2035-1C1E-8106-3EBA8D8706C6}"/>
          </ac:grpSpMkLst>
        </pc:grpChg>
        <pc:grpChg chg="add del mod">
          <ac:chgData name="Arkar Than Win" userId="3c8250a4-c36e-434c-9640-1ec1d94cea55" providerId="ADAL" clId="{43480E00-951E-4B10-A21F-AA0E3C733DEE}" dt="2024-05-27T00:18:11.454" v="874" actId="165"/>
          <ac:grpSpMkLst>
            <pc:docMk/>
            <pc:sldMk cId="185491373" sldId="287"/>
            <ac:grpSpMk id="60" creationId="{4CB8350C-BF87-58FF-22F3-879D60E3D939}"/>
          </ac:grpSpMkLst>
        </pc:grpChg>
        <pc:grpChg chg="mod">
          <ac:chgData name="Arkar Than Win" userId="3c8250a4-c36e-434c-9640-1ec1d94cea55" providerId="ADAL" clId="{43480E00-951E-4B10-A21F-AA0E3C733DEE}" dt="2024-05-29T04:08:05.905" v="6439"/>
          <ac:grpSpMkLst>
            <pc:docMk/>
            <pc:sldMk cId="185491373" sldId="287"/>
            <ac:grpSpMk id="61" creationId="{8DB8C02B-58E9-F8AE-B2CB-1CD05A1ADA75}"/>
          </ac:grpSpMkLst>
        </pc:grpChg>
        <pc:grpChg chg="add del mod">
          <ac:chgData name="Arkar Than Win" userId="3c8250a4-c36e-434c-9640-1ec1d94cea55" providerId="ADAL" clId="{43480E00-951E-4B10-A21F-AA0E3C733DEE}" dt="2024-05-27T00:18:31.825" v="877" actId="21"/>
          <ac:grpSpMkLst>
            <pc:docMk/>
            <pc:sldMk cId="185491373" sldId="287"/>
            <ac:grpSpMk id="69" creationId="{53363EDE-FEC0-FCF2-B04A-91157E93C574}"/>
          </ac:grpSpMkLst>
        </pc:grpChg>
        <pc:grpChg chg="add del mod">
          <ac:chgData name="Arkar Than Win" userId="3c8250a4-c36e-434c-9640-1ec1d94cea55" providerId="ADAL" clId="{43480E00-951E-4B10-A21F-AA0E3C733DEE}" dt="2024-05-27T00:32:20.043" v="987" actId="165"/>
          <ac:grpSpMkLst>
            <pc:docMk/>
            <pc:sldMk cId="185491373" sldId="287"/>
            <ac:grpSpMk id="70" creationId="{53363EDE-FEC0-FCF2-B04A-91157E93C574}"/>
          </ac:grpSpMkLst>
        </pc:grpChg>
        <pc:grpChg chg="del">
          <ac:chgData name="Arkar Than Win" userId="3c8250a4-c36e-434c-9640-1ec1d94cea55" providerId="ADAL" clId="{43480E00-951E-4B10-A21F-AA0E3C733DEE}" dt="2024-05-29T04:07:35.687" v="6428" actId="478"/>
          <ac:grpSpMkLst>
            <pc:docMk/>
            <pc:sldMk cId="185491373" sldId="287"/>
            <ac:grpSpMk id="75" creationId="{4069B0D4-5587-C2EE-3D36-94776EEA9124}"/>
          </ac:grpSpMkLst>
        </pc:grpChg>
        <pc:grpChg chg="del">
          <ac:chgData name="Arkar Than Win" userId="3c8250a4-c36e-434c-9640-1ec1d94cea55" providerId="ADAL" clId="{43480E00-951E-4B10-A21F-AA0E3C733DEE}" dt="2024-05-29T04:07:32.816" v="6427" actId="478"/>
          <ac:grpSpMkLst>
            <pc:docMk/>
            <pc:sldMk cId="185491373" sldId="287"/>
            <ac:grpSpMk id="81" creationId="{95602055-FB7E-4CB3-0C1F-7CCD07DC4C2C}"/>
          </ac:grpSpMkLst>
        </pc:grpChg>
        <pc:grpChg chg="add mod">
          <ac:chgData name="Arkar Than Win" userId="3c8250a4-c36e-434c-9640-1ec1d94cea55" providerId="ADAL" clId="{43480E00-951E-4B10-A21F-AA0E3C733DEE}" dt="2024-05-29T04:08:25.634" v="6446" actId="1076"/>
          <ac:grpSpMkLst>
            <pc:docMk/>
            <pc:sldMk cId="185491373" sldId="287"/>
            <ac:grpSpMk id="89" creationId="{67C6974F-6501-1373-9D02-0F4D927E24A9}"/>
          </ac:grpSpMkLst>
        </pc:grpChg>
        <pc:grpChg chg="add del mod">
          <ac:chgData name="Arkar Than Win" userId="3c8250a4-c36e-434c-9640-1ec1d94cea55" providerId="ADAL" clId="{43480E00-951E-4B10-A21F-AA0E3C733DEE}" dt="2024-05-29T04:08:23.457" v="6445" actId="478"/>
          <ac:grpSpMkLst>
            <pc:docMk/>
            <pc:sldMk cId="185491373" sldId="287"/>
            <ac:grpSpMk id="99" creationId="{5996684E-14D8-08D6-163A-13FABD251D5A}"/>
          </ac:grpSpMkLst>
        </pc:grpChg>
        <pc:grpChg chg="add mod">
          <ac:chgData name="Arkar Than Win" userId="3c8250a4-c36e-434c-9640-1ec1d94cea55" providerId="ADAL" clId="{43480E00-951E-4B10-A21F-AA0E3C733DEE}" dt="2024-05-29T04:08:27.881" v="6447" actId="1076"/>
          <ac:grpSpMkLst>
            <pc:docMk/>
            <pc:sldMk cId="185491373" sldId="287"/>
            <ac:grpSpMk id="108" creationId="{9053D148-A659-B9F5-317D-E3B294A5749F}"/>
          </ac:grpSpMkLst>
        </pc:grpChg>
        <pc:grpChg chg="mod">
          <ac:chgData name="Arkar Than Win" userId="3c8250a4-c36e-434c-9640-1ec1d94cea55" providerId="ADAL" clId="{43480E00-951E-4B10-A21F-AA0E3C733DEE}" dt="2024-05-29T04:08:35.154" v="6450" actId="1076"/>
          <ac:grpSpMkLst>
            <pc:docMk/>
            <pc:sldMk cId="185491373" sldId="287"/>
            <ac:grpSpMk id="188" creationId="{CB0DC294-D264-08BF-F37C-529965B9BA05}"/>
          </ac:grpSpMkLst>
        </pc:grpChg>
        <pc:grpChg chg="mod">
          <ac:chgData name="Arkar Than Win" userId="3c8250a4-c36e-434c-9640-1ec1d94cea55" providerId="ADAL" clId="{43480E00-951E-4B10-A21F-AA0E3C733DEE}" dt="2024-05-29T04:08:35.154" v="6450" actId="1076"/>
          <ac:grpSpMkLst>
            <pc:docMk/>
            <pc:sldMk cId="185491373" sldId="287"/>
            <ac:grpSpMk id="189" creationId="{FA37F6E6-7DE2-3B84-B6CE-30AE055F3DFD}"/>
          </ac:grpSpMkLst>
        </pc:grpChg>
        <pc:grpChg chg="mod">
          <ac:chgData name="Arkar Than Win" userId="3c8250a4-c36e-434c-9640-1ec1d94cea55" providerId="ADAL" clId="{43480E00-951E-4B10-A21F-AA0E3C733DEE}" dt="2024-05-29T04:08:35.154" v="6450" actId="1076"/>
          <ac:grpSpMkLst>
            <pc:docMk/>
            <pc:sldMk cId="185491373" sldId="287"/>
            <ac:grpSpMk id="190" creationId="{70E841CD-C22B-72AF-69E6-0E0600C7068C}"/>
          </ac:grpSpMkLst>
        </pc:grpChg>
        <pc:picChg chg="add mod">
          <ac:chgData name="Arkar Than Win" userId="3c8250a4-c36e-434c-9640-1ec1d94cea55" providerId="ADAL" clId="{43480E00-951E-4B10-A21F-AA0E3C733DEE}" dt="2024-05-29T04:07:44.338" v="6431" actId="1076"/>
          <ac:picMkLst>
            <pc:docMk/>
            <pc:sldMk cId="185491373" sldId="287"/>
            <ac:picMk id="2" creationId="{91B0F25F-216D-3E42-E376-2F3926AF2650}"/>
          </ac:picMkLst>
        </pc:picChg>
        <pc:picChg chg="mod">
          <ac:chgData name="Arkar Than Win" userId="3c8250a4-c36e-434c-9640-1ec1d94cea55" providerId="ADAL" clId="{43480E00-951E-4B10-A21F-AA0E3C733DEE}" dt="2024-05-29T04:07:41.701" v="6430" actId="1076"/>
          <ac:picMkLst>
            <pc:docMk/>
            <pc:sldMk cId="185491373" sldId="287"/>
            <ac:picMk id="3" creationId="{E237F4C0-711B-085E-30E0-C68EC088A83C}"/>
          </ac:picMkLst>
        </pc:picChg>
        <pc:picChg chg="add del mod">
          <ac:chgData name="Arkar Than Win" userId="3c8250a4-c36e-434c-9640-1ec1d94cea55" providerId="ADAL" clId="{43480E00-951E-4B10-A21F-AA0E3C733DEE}" dt="2024-05-27T00:01:19.620" v="820" actId="21"/>
          <ac:picMkLst>
            <pc:docMk/>
            <pc:sldMk cId="185491373" sldId="287"/>
            <ac:picMk id="4" creationId="{3C578FB5-08C2-DBAA-D71E-60DF3FED464F}"/>
          </ac:picMkLst>
        </pc:picChg>
        <pc:picChg chg="del mod">
          <ac:chgData name="Arkar Than Win" userId="3c8250a4-c36e-434c-9640-1ec1d94cea55" providerId="ADAL" clId="{43480E00-951E-4B10-A21F-AA0E3C733DEE}" dt="2024-05-29T04:07:19.892" v="6418" actId="478"/>
          <ac:picMkLst>
            <pc:docMk/>
            <pc:sldMk cId="185491373" sldId="287"/>
            <ac:picMk id="5" creationId="{16E778EC-978B-800B-E11C-3634791EDE78}"/>
          </ac:picMkLst>
        </pc:picChg>
        <pc:picChg chg="add mod">
          <ac:chgData name="Arkar Than Win" userId="3c8250a4-c36e-434c-9640-1ec1d94cea55" providerId="ADAL" clId="{43480E00-951E-4B10-A21F-AA0E3C733DEE}" dt="2024-05-29T04:07:12.720" v="6416" actId="1076"/>
          <ac:picMkLst>
            <pc:docMk/>
            <pc:sldMk cId="185491373" sldId="287"/>
            <ac:picMk id="7" creationId="{AB8E1F93-95AA-554B-4CC2-3199E19469B8}"/>
          </ac:picMkLst>
        </pc:picChg>
        <pc:picChg chg="del">
          <ac:chgData name="Arkar Than Win" userId="3c8250a4-c36e-434c-9640-1ec1d94cea55" providerId="ADAL" clId="{43480E00-951E-4B10-A21F-AA0E3C733DEE}" dt="2024-05-29T04:07:20.644" v="6419" actId="478"/>
          <ac:picMkLst>
            <pc:docMk/>
            <pc:sldMk cId="185491373" sldId="287"/>
            <ac:picMk id="11" creationId="{EA475593-2E3B-10FF-A2C4-8AEBC55C38F0}"/>
          </ac:picMkLst>
        </pc:picChg>
        <pc:picChg chg="mod topLvl">
          <ac:chgData name="Arkar Than Win" userId="3c8250a4-c36e-434c-9640-1ec1d94cea55" providerId="ADAL" clId="{43480E00-951E-4B10-A21F-AA0E3C733DEE}" dt="2024-05-29T04:07:55.580" v="6435" actId="1076"/>
          <ac:picMkLst>
            <pc:docMk/>
            <pc:sldMk cId="185491373" sldId="287"/>
            <ac:picMk id="13" creationId="{3FA96226-EAD5-E853-B19E-B30DEDC0B004}"/>
          </ac:picMkLst>
        </pc:picChg>
        <pc:picChg chg="add del mod">
          <ac:chgData name="Arkar Than Win" userId="3c8250a4-c36e-434c-9640-1ec1d94cea55" providerId="ADAL" clId="{43480E00-951E-4B10-A21F-AA0E3C733DEE}" dt="2024-05-27T00:01:19.620" v="820" actId="21"/>
          <ac:picMkLst>
            <pc:docMk/>
            <pc:sldMk cId="185491373" sldId="287"/>
            <ac:picMk id="13" creationId="{F0938268-C8C1-701A-B8C4-E4FBF9FEA3F7}"/>
          </ac:picMkLst>
        </pc:picChg>
        <pc:picChg chg="del">
          <ac:chgData name="Arkar Than Win" userId="3c8250a4-c36e-434c-9640-1ec1d94cea55" providerId="ADAL" clId="{43480E00-951E-4B10-A21F-AA0E3C733DEE}" dt="2024-05-29T04:07:21.290" v="6420" actId="478"/>
          <ac:picMkLst>
            <pc:docMk/>
            <pc:sldMk cId="185491373" sldId="287"/>
            <ac:picMk id="26" creationId="{34849106-AA5B-9F2A-075C-7277931288AB}"/>
          </ac:picMkLst>
        </pc:picChg>
        <pc:picChg chg="add del mod">
          <ac:chgData name="Arkar Than Win" userId="3c8250a4-c36e-434c-9640-1ec1d94cea55" providerId="ADAL" clId="{43480E00-951E-4B10-A21F-AA0E3C733DEE}" dt="2024-05-27T00:01:26.095" v="824" actId="21"/>
          <ac:picMkLst>
            <pc:docMk/>
            <pc:sldMk cId="185491373" sldId="287"/>
            <ac:picMk id="37" creationId="{605C8A4E-16A6-0721-1A06-5EDECE6DE1BA}"/>
          </ac:picMkLst>
        </pc:picChg>
        <pc:picChg chg="mod">
          <ac:chgData name="Arkar Than Win" userId="3c8250a4-c36e-434c-9640-1ec1d94cea55" providerId="ADAL" clId="{43480E00-951E-4B10-A21F-AA0E3C733DEE}" dt="2024-05-29T04:07:51.136" v="6433" actId="165"/>
          <ac:picMkLst>
            <pc:docMk/>
            <pc:sldMk cId="185491373" sldId="287"/>
            <ac:picMk id="37" creationId="{6C00AC15-9EFB-C44B-F7C9-AECEEE531113}"/>
          </ac:picMkLst>
        </pc:picChg>
        <pc:picChg chg="mod">
          <ac:chgData name="Arkar Than Win" userId="3c8250a4-c36e-434c-9640-1ec1d94cea55" providerId="ADAL" clId="{43480E00-951E-4B10-A21F-AA0E3C733DEE}" dt="2024-05-29T04:07:51.136" v="6433" actId="165"/>
          <ac:picMkLst>
            <pc:docMk/>
            <pc:sldMk cId="185491373" sldId="287"/>
            <ac:picMk id="51" creationId="{D16B2F6E-AC4A-8F63-49BA-C1AADF4CA538}"/>
          </ac:picMkLst>
        </pc:picChg>
        <pc:picChg chg="add del mod">
          <ac:chgData name="Arkar Than Win" userId="3c8250a4-c36e-434c-9640-1ec1d94cea55" providerId="ADAL" clId="{43480E00-951E-4B10-A21F-AA0E3C733DEE}" dt="2024-05-27T00:01:26.095" v="824" actId="21"/>
          <ac:picMkLst>
            <pc:docMk/>
            <pc:sldMk cId="185491373" sldId="287"/>
            <ac:picMk id="53" creationId="{54F841B0-9C2F-0E15-F8C3-00478AD68898}"/>
          </ac:picMkLst>
        </pc:picChg>
        <pc:picChg chg="mod">
          <ac:chgData name="Arkar Than Win" userId="3c8250a4-c36e-434c-9640-1ec1d94cea55" providerId="ADAL" clId="{43480E00-951E-4B10-A21F-AA0E3C733DEE}" dt="2024-05-29T04:07:51.136" v="6433" actId="165"/>
          <ac:picMkLst>
            <pc:docMk/>
            <pc:sldMk cId="185491373" sldId="287"/>
            <ac:picMk id="53" creationId="{915A9FAF-8161-1A86-A3DB-6474027873DB}"/>
          </ac:picMkLst>
        </pc:picChg>
        <pc:picChg chg="mod">
          <ac:chgData name="Arkar Than Win" userId="3c8250a4-c36e-434c-9640-1ec1d94cea55" providerId="ADAL" clId="{43480E00-951E-4B10-A21F-AA0E3C733DEE}" dt="2024-05-29T04:07:51.136" v="6433" actId="165"/>
          <ac:picMkLst>
            <pc:docMk/>
            <pc:sldMk cId="185491373" sldId="287"/>
            <ac:picMk id="56" creationId="{24EF9E54-DE14-0F9F-6A7D-9B0436FBE332}"/>
          </ac:picMkLst>
        </pc:picChg>
        <pc:picChg chg="add del mod">
          <ac:chgData name="Arkar Than Win" userId="3c8250a4-c36e-434c-9640-1ec1d94cea55" providerId="ADAL" clId="{43480E00-951E-4B10-A21F-AA0E3C733DEE}" dt="2024-05-27T00:01:19.620" v="820" actId="21"/>
          <ac:picMkLst>
            <pc:docMk/>
            <pc:sldMk cId="185491373" sldId="287"/>
            <ac:picMk id="57" creationId="{A1DD04DE-6A48-1AB7-89C7-D44757BBD142}"/>
          </ac:picMkLst>
        </pc:picChg>
        <pc:picChg chg="mod">
          <ac:chgData name="Arkar Than Win" userId="3c8250a4-c36e-434c-9640-1ec1d94cea55" providerId="ADAL" clId="{43480E00-951E-4B10-A21F-AA0E3C733DEE}" dt="2024-05-29T04:07:51.136" v="6433" actId="165"/>
          <ac:picMkLst>
            <pc:docMk/>
            <pc:sldMk cId="185491373" sldId="287"/>
            <ac:picMk id="57" creationId="{DB49F931-1FD1-01BC-7AFC-90F33BB31CEE}"/>
          </ac:picMkLst>
        </pc:picChg>
        <pc:picChg chg="mod">
          <ac:chgData name="Arkar Than Win" userId="3c8250a4-c36e-434c-9640-1ec1d94cea55" providerId="ADAL" clId="{43480E00-951E-4B10-A21F-AA0E3C733DEE}" dt="2024-05-29T04:07:51.136" v="6433" actId="165"/>
          <ac:picMkLst>
            <pc:docMk/>
            <pc:sldMk cId="185491373" sldId="287"/>
            <ac:picMk id="58" creationId="{E5210248-226D-23AC-90B5-5E8B00EDC5C2}"/>
          </ac:picMkLst>
        </pc:picChg>
        <pc:picChg chg="add del mod">
          <ac:chgData name="Arkar Than Win" userId="3c8250a4-c36e-434c-9640-1ec1d94cea55" providerId="ADAL" clId="{43480E00-951E-4B10-A21F-AA0E3C733DEE}" dt="2024-05-27T00:01:26.095" v="824" actId="21"/>
          <ac:picMkLst>
            <pc:docMk/>
            <pc:sldMk cId="185491373" sldId="287"/>
            <ac:picMk id="59" creationId="{9FDF0007-9021-C4B2-B82E-B0BD2E17A72D}"/>
          </ac:picMkLst>
        </pc:picChg>
        <pc:picChg chg="mod topLvl">
          <ac:chgData name="Arkar Than Win" userId="3c8250a4-c36e-434c-9640-1ec1d94cea55" providerId="ADAL" clId="{43480E00-951E-4B10-A21F-AA0E3C733DEE}" dt="2024-05-27T00:18:17.564" v="876" actId="164"/>
          <ac:picMkLst>
            <pc:docMk/>
            <pc:sldMk cId="185491373" sldId="287"/>
            <ac:picMk id="61" creationId="{3C578FB5-08C2-DBAA-D71E-60DF3FED464F}"/>
          </ac:picMkLst>
        </pc:picChg>
        <pc:picChg chg="mod">
          <ac:chgData name="Arkar Than Win" userId="3c8250a4-c36e-434c-9640-1ec1d94cea55" providerId="ADAL" clId="{43480E00-951E-4B10-A21F-AA0E3C733DEE}" dt="2024-05-29T04:08:05.905" v="6439"/>
          <ac:picMkLst>
            <pc:docMk/>
            <pc:sldMk cId="185491373" sldId="287"/>
            <ac:picMk id="62" creationId="{8D256D99-FC47-515C-96FC-9BF65B236C72}"/>
          </ac:picMkLst>
        </pc:picChg>
        <pc:picChg chg="mod topLvl">
          <ac:chgData name="Arkar Than Win" userId="3c8250a4-c36e-434c-9640-1ec1d94cea55" providerId="ADAL" clId="{43480E00-951E-4B10-A21F-AA0E3C733DEE}" dt="2024-05-27T00:18:17.564" v="876" actId="164"/>
          <ac:picMkLst>
            <pc:docMk/>
            <pc:sldMk cId="185491373" sldId="287"/>
            <ac:picMk id="62" creationId="{F0938268-C8C1-701A-B8C4-E4FBF9FEA3F7}"/>
          </ac:picMkLst>
        </pc:picChg>
        <pc:picChg chg="mod">
          <ac:chgData name="Arkar Than Win" userId="3c8250a4-c36e-434c-9640-1ec1d94cea55" providerId="ADAL" clId="{43480E00-951E-4B10-A21F-AA0E3C733DEE}" dt="2024-05-29T04:08:05.905" v="6439"/>
          <ac:picMkLst>
            <pc:docMk/>
            <pc:sldMk cId="185491373" sldId="287"/>
            <ac:picMk id="63" creationId="{4D3AC329-CD26-57FB-CC72-E6C88FEF53D4}"/>
          </ac:picMkLst>
        </pc:picChg>
        <pc:picChg chg="mod topLvl">
          <ac:chgData name="Arkar Than Win" userId="3c8250a4-c36e-434c-9640-1ec1d94cea55" providerId="ADAL" clId="{43480E00-951E-4B10-A21F-AA0E3C733DEE}" dt="2024-05-27T00:18:17.564" v="876" actId="164"/>
          <ac:picMkLst>
            <pc:docMk/>
            <pc:sldMk cId="185491373" sldId="287"/>
            <ac:picMk id="63" creationId="{A1DD04DE-6A48-1AB7-89C7-D44757BBD142}"/>
          </ac:picMkLst>
        </pc:picChg>
        <pc:picChg chg="mod">
          <ac:chgData name="Arkar Than Win" userId="3c8250a4-c36e-434c-9640-1ec1d94cea55" providerId="ADAL" clId="{43480E00-951E-4B10-A21F-AA0E3C733DEE}" dt="2024-05-29T04:08:05.905" v="6439"/>
          <ac:picMkLst>
            <pc:docMk/>
            <pc:sldMk cId="185491373" sldId="287"/>
            <ac:picMk id="64" creationId="{4C1DCBBC-3DB8-656D-AAF6-6B98F8ABAD14}"/>
          </ac:picMkLst>
        </pc:picChg>
        <pc:picChg chg="mod topLvl">
          <ac:chgData name="Arkar Than Win" userId="3c8250a4-c36e-434c-9640-1ec1d94cea55" providerId="ADAL" clId="{43480E00-951E-4B10-A21F-AA0E3C733DEE}" dt="2024-05-27T00:18:17.564" v="876" actId="164"/>
          <ac:picMkLst>
            <pc:docMk/>
            <pc:sldMk cId="185491373" sldId="287"/>
            <ac:picMk id="64" creationId="{605C8A4E-16A6-0721-1A06-5EDECE6DE1BA}"/>
          </ac:picMkLst>
        </pc:picChg>
        <pc:picChg chg="mod topLvl">
          <ac:chgData name="Arkar Than Win" userId="3c8250a4-c36e-434c-9640-1ec1d94cea55" providerId="ADAL" clId="{43480E00-951E-4B10-A21F-AA0E3C733DEE}" dt="2024-05-27T00:18:17.564" v="876" actId="164"/>
          <ac:picMkLst>
            <pc:docMk/>
            <pc:sldMk cId="185491373" sldId="287"/>
            <ac:picMk id="65" creationId="{54F841B0-9C2F-0E15-F8C3-00478AD68898}"/>
          </ac:picMkLst>
        </pc:picChg>
        <pc:picChg chg="mod">
          <ac:chgData name="Arkar Than Win" userId="3c8250a4-c36e-434c-9640-1ec1d94cea55" providerId="ADAL" clId="{43480E00-951E-4B10-A21F-AA0E3C733DEE}" dt="2024-05-29T04:08:05.905" v="6439"/>
          <ac:picMkLst>
            <pc:docMk/>
            <pc:sldMk cId="185491373" sldId="287"/>
            <ac:picMk id="65" creationId="{7D1D081D-9033-2611-3D4D-7A5A39160761}"/>
          </ac:picMkLst>
        </pc:picChg>
        <pc:picChg chg="mod topLvl">
          <ac:chgData name="Arkar Than Win" userId="3c8250a4-c36e-434c-9640-1ec1d94cea55" providerId="ADAL" clId="{43480E00-951E-4B10-A21F-AA0E3C733DEE}" dt="2024-05-27T00:18:17.564" v="876" actId="164"/>
          <ac:picMkLst>
            <pc:docMk/>
            <pc:sldMk cId="185491373" sldId="287"/>
            <ac:picMk id="66" creationId="{9FDF0007-9021-C4B2-B82E-B0BD2E17A72D}"/>
          </ac:picMkLst>
        </pc:picChg>
        <pc:picChg chg="mod">
          <ac:chgData name="Arkar Than Win" userId="3c8250a4-c36e-434c-9640-1ec1d94cea55" providerId="ADAL" clId="{43480E00-951E-4B10-A21F-AA0E3C733DEE}" dt="2024-05-29T04:08:05.905" v="6439"/>
          <ac:picMkLst>
            <pc:docMk/>
            <pc:sldMk cId="185491373" sldId="287"/>
            <ac:picMk id="66" creationId="{E0012D08-41C9-997F-AB9E-21BA3387649D}"/>
          </ac:picMkLst>
        </pc:picChg>
        <pc:picChg chg="mod">
          <ac:chgData name="Arkar Than Win" userId="3c8250a4-c36e-434c-9640-1ec1d94cea55" providerId="ADAL" clId="{43480E00-951E-4B10-A21F-AA0E3C733DEE}" dt="2024-05-29T04:08:05.905" v="6439"/>
          <ac:picMkLst>
            <pc:docMk/>
            <pc:sldMk cId="185491373" sldId="287"/>
            <ac:picMk id="67" creationId="{FB58444E-E101-BCE6-BC97-53FAFE5BC875}"/>
          </ac:picMkLst>
        </pc:picChg>
        <pc:picChg chg="mod">
          <ac:chgData name="Arkar Than Win" userId="3c8250a4-c36e-434c-9640-1ec1d94cea55" providerId="ADAL" clId="{43480E00-951E-4B10-A21F-AA0E3C733DEE}" dt="2024-05-29T04:08:05.905" v="6439"/>
          <ac:picMkLst>
            <pc:docMk/>
            <pc:sldMk cId="185491373" sldId="287"/>
            <ac:picMk id="68" creationId="{07BE73BD-5094-8025-8EFB-92EBF43D4505}"/>
          </ac:picMkLst>
        </pc:picChg>
        <pc:picChg chg="add del mod">
          <ac:chgData name="Arkar Than Win" userId="3c8250a4-c36e-434c-9640-1ec1d94cea55" providerId="ADAL" clId="{43480E00-951E-4B10-A21F-AA0E3C733DEE}" dt="2024-05-27T00:53:37.825" v="1167" actId="21"/>
          <ac:picMkLst>
            <pc:docMk/>
            <pc:sldMk cId="185491373" sldId="287"/>
            <ac:picMk id="68" creationId="{73C2E50E-76D9-D31E-1B55-121C9BC50A16}"/>
          </ac:picMkLst>
        </pc:picChg>
        <pc:picChg chg="mod">
          <ac:chgData name="Arkar Than Win" userId="3c8250a4-c36e-434c-9640-1ec1d94cea55" providerId="ADAL" clId="{43480E00-951E-4B10-A21F-AA0E3C733DEE}" dt="2024-05-29T04:08:05.905" v="6439"/>
          <ac:picMkLst>
            <pc:docMk/>
            <pc:sldMk cId="185491373" sldId="287"/>
            <ac:picMk id="69" creationId="{7E7BE2BA-9929-D81D-68F3-69C52FB17FD5}"/>
          </ac:picMkLst>
        </pc:picChg>
        <pc:picChg chg="mod">
          <ac:chgData name="Arkar Than Win" userId="3c8250a4-c36e-434c-9640-1ec1d94cea55" providerId="ADAL" clId="{43480E00-951E-4B10-A21F-AA0E3C733DEE}" dt="2024-05-29T04:08:05.905" v="6439"/>
          <ac:picMkLst>
            <pc:docMk/>
            <pc:sldMk cId="185491373" sldId="287"/>
            <ac:picMk id="70" creationId="{5884B1D9-51F2-EB6B-B160-ECE4756B5666}"/>
          </ac:picMkLst>
        </pc:picChg>
        <pc:picChg chg="mod topLvl">
          <ac:chgData name="Arkar Than Win" userId="3c8250a4-c36e-434c-9640-1ec1d94cea55" providerId="ADAL" clId="{43480E00-951E-4B10-A21F-AA0E3C733DEE}" dt="2024-05-27T00:32:38.308" v="998" actId="164"/>
          <ac:picMkLst>
            <pc:docMk/>
            <pc:sldMk cId="185491373" sldId="287"/>
            <ac:picMk id="71" creationId="{3C578FB5-08C2-DBAA-D71E-60DF3FED464F}"/>
          </ac:picMkLst>
        </pc:picChg>
        <pc:picChg chg="mod topLvl">
          <ac:chgData name="Arkar Than Win" userId="3c8250a4-c36e-434c-9640-1ec1d94cea55" providerId="ADAL" clId="{43480E00-951E-4B10-A21F-AA0E3C733DEE}" dt="2024-05-27T00:32:38.308" v="998" actId="164"/>
          <ac:picMkLst>
            <pc:docMk/>
            <pc:sldMk cId="185491373" sldId="287"/>
            <ac:picMk id="72" creationId="{F0938268-C8C1-701A-B8C4-E4FBF9FEA3F7}"/>
          </ac:picMkLst>
        </pc:picChg>
        <pc:picChg chg="mod topLvl">
          <ac:chgData name="Arkar Than Win" userId="3c8250a4-c36e-434c-9640-1ec1d94cea55" providerId="ADAL" clId="{43480E00-951E-4B10-A21F-AA0E3C733DEE}" dt="2024-05-27T00:32:38.308" v="998" actId="164"/>
          <ac:picMkLst>
            <pc:docMk/>
            <pc:sldMk cId="185491373" sldId="287"/>
            <ac:picMk id="73" creationId="{A1DD04DE-6A48-1AB7-89C7-D44757BBD142}"/>
          </ac:picMkLst>
        </pc:picChg>
        <pc:picChg chg="del">
          <ac:chgData name="Arkar Than Win" userId="3c8250a4-c36e-434c-9640-1ec1d94cea55" providerId="ADAL" clId="{43480E00-951E-4B10-A21F-AA0E3C733DEE}" dt="2024-05-29T04:07:30.821" v="6425" actId="478"/>
          <ac:picMkLst>
            <pc:docMk/>
            <pc:sldMk cId="185491373" sldId="287"/>
            <ac:picMk id="74" creationId="{7FDF2838-B123-4753-A1E1-B9572AB13E48}"/>
          </ac:picMkLst>
        </pc:picChg>
        <pc:picChg chg="mod topLvl">
          <ac:chgData name="Arkar Than Win" userId="3c8250a4-c36e-434c-9640-1ec1d94cea55" providerId="ADAL" clId="{43480E00-951E-4B10-A21F-AA0E3C733DEE}" dt="2024-05-27T00:32:38.308" v="998" actId="164"/>
          <ac:picMkLst>
            <pc:docMk/>
            <pc:sldMk cId="185491373" sldId="287"/>
            <ac:picMk id="80" creationId="{605C8A4E-16A6-0721-1A06-5EDECE6DE1BA}"/>
          </ac:picMkLst>
        </pc:picChg>
        <pc:picChg chg="del">
          <ac:chgData name="Arkar Than Win" userId="3c8250a4-c36e-434c-9640-1ec1d94cea55" providerId="ADAL" clId="{43480E00-951E-4B10-A21F-AA0E3C733DEE}" dt="2024-05-29T04:07:31.639" v="6426" actId="478"/>
          <ac:picMkLst>
            <pc:docMk/>
            <pc:sldMk cId="185491373" sldId="287"/>
            <ac:picMk id="82" creationId="{E0CE0407-A1F1-0624-6D65-F268DFC4239D}"/>
          </ac:picMkLst>
        </pc:picChg>
        <pc:picChg chg="mod topLvl">
          <ac:chgData name="Arkar Than Win" userId="3c8250a4-c36e-434c-9640-1ec1d94cea55" providerId="ADAL" clId="{43480E00-951E-4B10-A21F-AA0E3C733DEE}" dt="2024-05-27T00:32:38.308" v="998" actId="164"/>
          <ac:picMkLst>
            <pc:docMk/>
            <pc:sldMk cId="185491373" sldId="287"/>
            <ac:picMk id="85" creationId="{54F841B0-9C2F-0E15-F8C3-00478AD68898}"/>
          </ac:picMkLst>
        </pc:picChg>
        <pc:picChg chg="mod topLvl">
          <ac:chgData name="Arkar Than Win" userId="3c8250a4-c36e-434c-9640-1ec1d94cea55" providerId="ADAL" clId="{43480E00-951E-4B10-A21F-AA0E3C733DEE}" dt="2024-05-27T00:32:38.308" v="998" actId="164"/>
          <ac:picMkLst>
            <pc:docMk/>
            <pc:sldMk cId="185491373" sldId="287"/>
            <ac:picMk id="86" creationId="{9FDF0007-9021-C4B2-B82E-B0BD2E17A72D}"/>
          </ac:picMkLst>
        </pc:picChg>
        <pc:picChg chg="mod">
          <ac:chgData name="Arkar Than Win" userId="3c8250a4-c36e-434c-9640-1ec1d94cea55" providerId="ADAL" clId="{43480E00-951E-4B10-A21F-AA0E3C733DEE}" dt="2024-05-29T04:08:05.905" v="6439"/>
          <ac:picMkLst>
            <pc:docMk/>
            <pc:sldMk cId="185491373" sldId="287"/>
            <ac:picMk id="87" creationId="{D729C33F-AF12-3CA7-36AF-A045FC8B65B2}"/>
          </ac:picMkLst>
        </pc:picChg>
        <pc:picChg chg="add mod">
          <ac:chgData name="Arkar Than Win" userId="3c8250a4-c36e-434c-9640-1ec1d94cea55" providerId="ADAL" clId="{43480E00-951E-4B10-A21F-AA0E3C733DEE}" dt="2024-05-27T00:32:38.308" v="998" actId="164"/>
          <ac:picMkLst>
            <pc:docMk/>
            <pc:sldMk cId="185491373" sldId="287"/>
            <ac:picMk id="88" creationId="{591623FA-0A21-6238-1BF2-392B91F3A6BC}"/>
          </ac:picMkLst>
        </pc:picChg>
        <pc:picChg chg="add mod">
          <ac:chgData name="Arkar Than Win" userId="3c8250a4-c36e-434c-9640-1ec1d94cea55" providerId="ADAL" clId="{43480E00-951E-4B10-A21F-AA0E3C733DEE}" dt="2024-05-27T00:32:38.308" v="998" actId="164"/>
          <ac:picMkLst>
            <pc:docMk/>
            <pc:sldMk cId="185491373" sldId="287"/>
            <ac:picMk id="90" creationId="{377C5343-D1D4-C440-C074-58D60A98654F}"/>
          </ac:picMkLst>
        </pc:picChg>
        <pc:picChg chg="mod">
          <ac:chgData name="Arkar Than Win" userId="3c8250a4-c36e-434c-9640-1ec1d94cea55" providerId="ADAL" clId="{43480E00-951E-4B10-A21F-AA0E3C733DEE}" dt="2024-05-29T04:08:13.457" v="6442"/>
          <ac:picMkLst>
            <pc:docMk/>
            <pc:sldMk cId="185491373" sldId="287"/>
            <ac:picMk id="91" creationId="{8FDB71FF-6757-3F9C-C14B-6C8110AE56FA}"/>
          </ac:picMkLst>
        </pc:picChg>
        <pc:picChg chg="add mod">
          <ac:chgData name="Arkar Than Win" userId="3c8250a4-c36e-434c-9640-1ec1d94cea55" providerId="ADAL" clId="{43480E00-951E-4B10-A21F-AA0E3C733DEE}" dt="2024-05-27T00:32:38.308" v="998" actId="164"/>
          <ac:picMkLst>
            <pc:docMk/>
            <pc:sldMk cId="185491373" sldId="287"/>
            <ac:picMk id="92" creationId="{2D2C3FCE-4076-5463-77A4-2ED47206D217}"/>
          </ac:picMkLst>
        </pc:picChg>
        <pc:picChg chg="mod">
          <ac:chgData name="Arkar Than Win" userId="3c8250a4-c36e-434c-9640-1ec1d94cea55" providerId="ADAL" clId="{43480E00-951E-4B10-A21F-AA0E3C733DEE}" dt="2024-05-29T04:08:13.457" v="6442"/>
          <ac:picMkLst>
            <pc:docMk/>
            <pc:sldMk cId="185491373" sldId="287"/>
            <ac:picMk id="93" creationId="{BBA65CD7-A275-1B41-CFA4-AD3F5F5EE331}"/>
          </ac:picMkLst>
        </pc:picChg>
        <pc:picChg chg="add mod">
          <ac:chgData name="Arkar Than Win" userId="3c8250a4-c36e-434c-9640-1ec1d94cea55" providerId="ADAL" clId="{43480E00-951E-4B10-A21F-AA0E3C733DEE}" dt="2024-05-27T00:32:38.308" v="998" actId="164"/>
          <ac:picMkLst>
            <pc:docMk/>
            <pc:sldMk cId="185491373" sldId="287"/>
            <ac:picMk id="94" creationId="{0E467C28-39A6-D3AA-BBD4-81305A5C2339}"/>
          </ac:picMkLst>
        </pc:picChg>
        <pc:picChg chg="mod">
          <ac:chgData name="Arkar Than Win" userId="3c8250a4-c36e-434c-9640-1ec1d94cea55" providerId="ADAL" clId="{43480E00-951E-4B10-A21F-AA0E3C733DEE}" dt="2024-05-29T04:08:13.457" v="6442"/>
          <ac:picMkLst>
            <pc:docMk/>
            <pc:sldMk cId="185491373" sldId="287"/>
            <ac:picMk id="95" creationId="{DC546C2C-C4FE-9CC8-8C08-25FBEC03C1C4}"/>
          </ac:picMkLst>
        </pc:picChg>
        <pc:picChg chg="add mod">
          <ac:chgData name="Arkar Than Win" userId="3c8250a4-c36e-434c-9640-1ec1d94cea55" providerId="ADAL" clId="{43480E00-951E-4B10-A21F-AA0E3C733DEE}" dt="2024-05-27T00:32:38.308" v="998" actId="164"/>
          <ac:picMkLst>
            <pc:docMk/>
            <pc:sldMk cId="185491373" sldId="287"/>
            <ac:picMk id="96" creationId="{2DCACD25-4C56-1E21-9007-76D2A3A6D7B8}"/>
          </ac:picMkLst>
        </pc:picChg>
        <pc:picChg chg="mod">
          <ac:chgData name="Arkar Than Win" userId="3c8250a4-c36e-434c-9640-1ec1d94cea55" providerId="ADAL" clId="{43480E00-951E-4B10-A21F-AA0E3C733DEE}" dt="2024-05-29T04:08:13.457" v="6442"/>
          <ac:picMkLst>
            <pc:docMk/>
            <pc:sldMk cId="185491373" sldId="287"/>
            <ac:picMk id="97" creationId="{8CF46033-4147-49EB-6054-5D34C2C9EA73}"/>
          </ac:picMkLst>
        </pc:picChg>
        <pc:picChg chg="add mod">
          <ac:chgData name="Arkar Than Win" userId="3c8250a4-c36e-434c-9640-1ec1d94cea55" providerId="ADAL" clId="{43480E00-951E-4B10-A21F-AA0E3C733DEE}" dt="2024-05-27T00:32:38.308" v="998" actId="164"/>
          <ac:picMkLst>
            <pc:docMk/>
            <pc:sldMk cId="185491373" sldId="287"/>
            <ac:picMk id="98" creationId="{6BBDC591-2BE4-224E-A844-F84C381379AF}"/>
          </ac:picMkLst>
        </pc:picChg>
        <pc:picChg chg="mod">
          <ac:chgData name="Arkar Than Win" userId="3c8250a4-c36e-434c-9640-1ec1d94cea55" providerId="ADAL" clId="{43480E00-951E-4B10-A21F-AA0E3C733DEE}" dt="2024-05-29T04:08:13.457" v="6442"/>
          <ac:picMkLst>
            <pc:docMk/>
            <pc:sldMk cId="185491373" sldId="287"/>
            <ac:picMk id="100" creationId="{BEACD906-80E4-3310-EBEA-FAF28E9E057A}"/>
          </ac:picMkLst>
        </pc:picChg>
        <pc:picChg chg="add del mod">
          <ac:chgData name="Arkar Than Win" userId="3c8250a4-c36e-434c-9640-1ec1d94cea55" providerId="ADAL" clId="{43480E00-951E-4B10-A21F-AA0E3C733DEE}" dt="2024-05-27T00:56:52.366" v="1181" actId="21"/>
          <ac:picMkLst>
            <pc:docMk/>
            <pc:sldMk cId="185491373" sldId="287"/>
            <ac:picMk id="101" creationId="{74BE00D4-C10D-834A-2DB5-A733656622CE}"/>
          </ac:picMkLst>
        </pc:picChg>
        <pc:picChg chg="mod">
          <ac:chgData name="Arkar Than Win" userId="3c8250a4-c36e-434c-9640-1ec1d94cea55" providerId="ADAL" clId="{43480E00-951E-4B10-A21F-AA0E3C733DEE}" dt="2024-05-29T04:08:13.457" v="6442"/>
          <ac:picMkLst>
            <pc:docMk/>
            <pc:sldMk cId="185491373" sldId="287"/>
            <ac:picMk id="101" creationId="{F98BDA33-C3D4-B230-90AB-34A4465E9E67}"/>
          </ac:picMkLst>
        </pc:picChg>
        <pc:picChg chg="mod">
          <ac:chgData name="Arkar Than Win" userId="3c8250a4-c36e-434c-9640-1ec1d94cea55" providerId="ADAL" clId="{43480E00-951E-4B10-A21F-AA0E3C733DEE}" dt="2024-05-29T04:08:13.457" v="6442"/>
          <ac:picMkLst>
            <pc:docMk/>
            <pc:sldMk cId="185491373" sldId="287"/>
            <ac:picMk id="102" creationId="{1D5818C4-3C12-640A-5C8D-68A2A2F18961}"/>
          </ac:picMkLst>
        </pc:picChg>
        <pc:picChg chg="add del mod">
          <ac:chgData name="Arkar Than Win" userId="3c8250a4-c36e-434c-9640-1ec1d94cea55" providerId="ADAL" clId="{43480E00-951E-4B10-A21F-AA0E3C733DEE}" dt="2024-05-27T00:56:52.366" v="1181" actId="21"/>
          <ac:picMkLst>
            <pc:docMk/>
            <pc:sldMk cId="185491373" sldId="287"/>
            <ac:picMk id="103" creationId="{6B11B6CE-CD0E-FC3A-FA62-B5C98E729245}"/>
          </ac:picMkLst>
        </pc:picChg>
        <pc:picChg chg="mod">
          <ac:chgData name="Arkar Than Win" userId="3c8250a4-c36e-434c-9640-1ec1d94cea55" providerId="ADAL" clId="{43480E00-951E-4B10-A21F-AA0E3C733DEE}" dt="2024-05-29T04:08:13.457" v="6442"/>
          <ac:picMkLst>
            <pc:docMk/>
            <pc:sldMk cId="185491373" sldId="287"/>
            <ac:picMk id="103" creationId="{900033C3-C3DE-4154-EB33-69803FD380DF}"/>
          </ac:picMkLst>
        </pc:picChg>
        <pc:picChg chg="mod">
          <ac:chgData name="Arkar Than Win" userId="3c8250a4-c36e-434c-9640-1ec1d94cea55" providerId="ADAL" clId="{43480E00-951E-4B10-A21F-AA0E3C733DEE}" dt="2024-05-29T04:08:13.457" v="6442"/>
          <ac:picMkLst>
            <pc:docMk/>
            <pc:sldMk cId="185491373" sldId="287"/>
            <ac:picMk id="104" creationId="{7CC7E7BE-AEF6-80CF-DFF2-5F22797C059E}"/>
          </ac:picMkLst>
        </pc:picChg>
        <pc:picChg chg="mod">
          <ac:chgData name="Arkar Than Win" userId="3c8250a4-c36e-434c-9640-1ec1d94cea55" providerId="ADAL" clId="{43480E00-951E-4B10-A21F-AA0E3C733DEE}" dt="2024-05-29T04:08:13.457" v="6442"/>
          <ac:picMkLst>
            <pc:docMk/>
            <pc:sldMk cId="185491373" sldId="287"/>
            <ac:picMk id="105" creationId="{1359F6F9-E426-CB33-9279-EA0B4EDFD270}"/>
          </ac:picMkLst>
        </pc:picChg>
        <pc:picChg chg="add del mod">
          <ac:chgData name="Arkar Than Win" userId="3c8250a4-c36e-434c-9640-1ec1d94cea55" providerId="ADAL" clId="{43480E00-951E-4B10-A21F-AA0E3C733DEE}" dt="2024-05-27T00:56:52.366" v="1181" actId="21"/>
          <ac:picMkLst>
            <pc:docMk/>
            <pc:sldMk cId="185491373" sldId="287"/>
            <ac:picMk id="105" creationId="{C07CD181-4308-20BB-BF2A-6ADA24E7B8F4}"/>
          </ac:picMkLst>
        </pc:picChg>
        <pc:picChg chg="mod">
          <ac:chgData name="Arkar Than Win" userId="3c8250a4-c36e-434c-9640-1ec1d94cea55" providerId="ADAL" clId="{43480E00-951E-4B10-A21F-AA0E3C733DEE}" dt="2024-05-29T04:08:13.457" v="6442"/>
          <ac:picMkLst>
            <pc:docMk/>
            <pc:sldMk cId="185491373" sldId="287"/>
            <ac:picMk id="106" creationId="{2FC09618-28D7-7004-5105-6B60E0C5BF4B}"/>
          </ac:picMkLst>
        </pc:picChg>
        <pc:picChg chg="mod">
          <ac:chgData name="Arkar Than Win" userId="3c8250a4-c36e-434c-9640-1ec1d94cea55" providerId="ADAL" clId="{43480E00-951E-4B10-A21F-AA0E3C733DEE}" dt="2024-05-29T04:08:13.457" v="6442"/>
          <ac:picMkLst>
            <pc:docMk/>
            <pc:sldMk cId="185491373" sldId="287"/>
            <ac:picMk id="107" creationId="{B2E5B3ED-FFA1-2C89-8187-ACFDBB5B5449}"/>
          </ac:picMkLst>
        </pc:picChg>
        <pc:picChg chg="add del mod">
          <ac:chgData name="Arkar Than Win" userId="3c8250a4-c36e-434c-9640-1ec1d94cea55" providerId="ADAL" clId="{43480E00-951E-4B10-A21F-AA0E3C733DEE}" dt="2024-05-27T00:56:52.366" v="1181" actId="21"/>
          <ac:picMkLst>
            <pc:docMk/>
            <pc:sldMk cId="185491373" sldId="287"/>
            <ac:picMk id="107" creationId="{FB44EFE5-F9DC-9423-AC30-1E5711DD2127}"/>
          </ac:picMkLst>
        </pc:picChg>
        <pc:picChg chg="mod">
          <ac:chgData name="Arkar Than Win" userId="3c8250a4-c36e-434c-9640-1ec1d94cea55" providerId="ADAL" clId="{43480E00-951E-4B10-A21F-AA0E3C733DEE}" dt="2024-05-29T04:08:13.457" v="6442"/>
          <ac:picMkLst>
            <pc:docMk/>
            <pc:sldMk cId="185491373" sldId="287"/>
            <ac:picMk id="109" creationId="{74BE00D4-C10D-834A-2DB5-A733656622CE}"/>
          </ac:picMkLst>
        </pc:picChg>
        <pc:picChg chg="add del mod">
          <ac:chgData name="Arkar Than Win" userId="3c8250a4-c36e-434c-9640-1ec1d94cea55" providerId="ADAL" clId="{43480E00-951E-4B10-A21F-AA0E3C733DEE}" dt="2024-05-27T00:56:52.366" v="1181" actId="21"/>
          <ac:picMkLst>
            <pc:docMk/>
            <pc:sldMk cId="185491373" sldId="287"/>
            <ac:picMk id="109" creationId="{A21A3A76-1D1E-3A71-14C9-00578D1E56C2}"/>
          </ac:picMkLst>
        </pc:picChg>
        <pc:picChg chg="mod">
          <ac:chgData name="Arkar Than Win" userId="3c8250a4-c36e-434c-9640-1ec1d94cea55" providerId="ADAL" clId="{43480E00-951E-4B10-A21F-AA0E3C733DEE}" dt="2024-05-29T04:08:13.457" v="6442"/>
          <ac:picMkLst>
            <pc:docMk/>
            <pc:sldMk cId="185491373" sldId="287"/>
            <ac:picMk id="110" creationId="{C07CD181-4308-20BB-BF2A-6ADA24E7B8F4}"/>
          </ac:picMkLst>
        </pc:picChg>
        <pc:picChg chg="add del mod">
          <ac:chgData name="Arkar Than Win" userId="3c8250a4-c36e-434c-9640-1ec1d94cea55" providerId="ADAL" clId="{43480E00-951E-4B10-A21F-AA0E3C733DEE}" dt="2024-05-27T00:56:52.366" v="1181" actId="21"/>
          <ac:picMkLst>
            <pc:docMk/>
            <pc:sldMk cId="185491373" sldId="287"/>
            <ac:picMk id="111" creationId="{1D9EF3A7-3A15-2828-AF18-A1531B1642BD}"/>
          </ac:picMkLst>
        </pc:picChg>
        <pc:picChg chg="mod">
          <ac:chgData name="Arkar Than Win" userId="3c8250a4-c36e-434c-9640-1ec1d94cea55" providerId="ADAL" clId="{43480E00-951E-4B10-A21F-AA0E3C733DEE}" dt="2024-05-29T04:08:13.457" v="6442"/>
          <ac:picMkLst>
            <pc:docMk/>
            <pc:sldMk cId="185491373" sldId="287"/>
            <ac:picMk id="111" creationId="{FB44EFE5-F9DC-9423-AC30-1E5711DD2127}"/>
          </ac:picMkLst>
        </pc:picChg>
        <pc:picChg chg="mod">
          <ac:chgData name="Arkar Than Win" userId="3c8250a4-c36e-434c-9640-1ec1d94cea55" providerId="ADAL" clId="{43480E00-951E-4B10-A21F-AA0E3C733DEE}" dt="2024-05-29T04:08:13.457" v="6442"/>
          <ac:picMkLst>
            <pc:docMk/>
            <pc:sldMk cId="185491373" sldId="287"/>
            <ac:picMk id="112" creationId="{A21A3A76-1D1E-3A71-14C9-00578D1E56C2}"/>
          </ac:picMkLst>
        </pc:picChg>
        <pc:picChg chg="mod">
          <ac:chgData name="Arkar Than Win" userId="3c8250a4-c36e-434c-9640-1ec1d94cea55" providerId="ADAL" clId="{43480E00-951E-4B10-A21F-AA0E3C733DEE}" dt="2024-05-29T04:08:13.457" v="6442"/>
          <ac:picMkLst>
            <pc:docMk/>
            <pc:sldMk cId="185491373" sldId="287"/>
            <ac:picMk id="113" creationId="{1D9EF3A7-3A15-2828-AF18-A1531B1642BD}"/>
          </ac:picMkLst>
        </pc:picChg>
        <pc:picChg chg="add del mod">
          <ac:chgData name="Arkar Than Win" userId="3c8250a4-c36e-434c-9640-1ec1d94cea55" providerId="ADAL" clId="{43480E00-951E-4B10-A21F-AA0E3C733DEE}" dt="2024-05-27T00:56:52.366" v="1181" actId="21"/>
          <ac:picMkLst>
            <pc:docMk/>
            <pc:sldMk cId="185491373" sldId="287"/>
            <ac:picMk id="113" creationId="{48988860-0560-EED0-F398-1E35692C8605}"/>
          </ac:picMkLst>
        </pc:picChg>
        <pc:picChg chg="mod">
          <ac:chgData name="Arkar Than Win" userId="3c8250a4-c36e-434c-9640-1ec1d94cea55" providerId="ADAL" clId="{43480E00-951E-4B10-A21F-AA0E3C733DEE}" dt="2024-05-29T04:08:13.457" v="6442"/>
          <ac:picMkLst>
            <pc:docMk/>
            <pc:sldMk cId="185491373" sldId="287"/>
            <ac:picMk id="114" creationId="{48988860-0560-EED0-F398-1E35692C8605}"/>
          </ac:picMkLst>
        </pc:picChg>
        <pc:picChg chg="add del mod">
          <ac:chgData name="Arkar Than Win" userId="3c8250a4-c36e-434c-9640-1ec1d94cea55" providerId="ADAL" clId="{43480E00-951E-4B10-A21F-AA0E3C733DEE}" dt="2024-05-29T04:08:13.457" v="6442"/>
          <ac:picMkLst>
            <pc:docMk/>
            <pc:sldMk cId="185491373" sldId="287"/>
            <ac:picMk id="115" creationId="{43DB71D3-C60F-65A3-D49F-58D5CC5CF3E9}"/>
          </ac:picMkLst>
        </pc:picChg>
        <pc:picChg chg="mod">
          <ac:chgData name="Arkar Than Win" userId="3c8250a4-c36e-434c-9640-1ec1d94cea55" providerId="ADAL" clId="{43480E00-951E-4B10-A21F-AA0E3C733DEE}" dt="2024-05-29T04:08:13.457" v="6442"/>
          <ac:picMkLst>
            <pc:docMk/>
            <pc:sldMk cId="185491373" sldId="287"/>
            <ac:picMk id="116" creationId="{6B11B6CE-CD0E-FC3A-FA62-B5C98E729245}"/>
          </ac:picMkLst>
        </pc:picChg>
        <pc:picChg chg="add del mod">
          <ac:chgData name="Arkar Than Win" userId="3c8250a4-c36e-434c-9640-1ec1d94cea55" providerId="ADAL" clId="{43480E00-951E-4B10-A21F-AA0E3C733DEE}" dt="2024-05-29T04:08:13.457" v="6442"/>
          <ac:picMkLst>
            <pc:docMk/>
            <pc:sldMk cId="185491373" sldId="287"/>
            <ac:picMk id="117" creationId="{E88FAA24-F9B9-FFED-76AE-318429BE228C}"/>
          </ac:picMkLst>
        </pc:picChg>
        <pc:picChg chg="mod">
          <ac:chgData name="Arkar Than Win" userId="3c8250a4-c36e-434c-9640-1ec1d94cea55" providerId="ADAL" clId="{43480E00-951E-4B10-A21F-AA0E3C733DEE}" dt="2024-05-29T04:08:13.457" v="6442"/>
          <ac:picMkLst>
            <pc:docMk/>
            <pc:sldMk cId="185491373" sldId="287"/>
            <ac:picMk id="118" creationId="{23C4C44E-AB65-D462-9E5D-CC3AC3392EF7}"/>
          </ac:picMkLst>
        </pc:picChg>
        <pc:picChg chg="add del mod">
          <ac:chgData name="Arkar Than Win" userId="3c8250a4-c36e-434c-9640-1ec1d94cea55" providerId="ADAL" clId="{43480E00-951E-4B10-A21F-AA0E3C733DEE}" dt="2024-05-29T04:08:13.457" v="6442"/>
          <ac:picMkLst>
            <pc:docMk/>
            <pc:sldMk cId="185491373" sldId="287"/>
            <ac:picMk id="119" creationId="{7849536F-3D3F-5EF9-C085-B8CF74C5CC08}"/>
          </ac:picMkLst>
        </pc:picChg>
        <pc:picChg chg="add del mod">
          <ac:chgData name="Arkar Than Win" userId="3c8250a4-c36e-434c-9640-1ec1d94cea55" providerId="ADAL" clId="{43480E00-951E-4B10-A21F-AA0E3C733DEE}" dt="2024-05-29T04:08:13.457" v="6442"/>
          <ac:picMkLst>
            <pc:docMk/>
            <pc:sldMk cId="185491373" sldId="287"/>
            <ac:picMk id="127" creationId="{CB1A5E37-A479-73F3-ED5C-E5FE8D0EC202}"/>
          </ac:picMkLst>
        </pc:picChg>
        <pc:picChg chg="del">
          <ac:chgData name="Arkar Than Win" userId="3c8250a4-c36e-434c-9640-1ec1d94cea55" providerId="ADAL" clId="{43480E00-951E-4B10-A21F-AA0E3C733DEE}" dt="2024-05-29T04:07:27.474" v="6424" actId="478"/>
          <ac:picMkLst>
            <pc:docMk/>
            <pc:sldMk cId="185491373" sldId="287"/>
            <ac:picMk id="142" creationId="{5321E792-FAEE-C2CA-91F9-028D36524F12}"/>
          </ac:picMkLst>
        </pc:picChg>
        <pc:picChg chg="del">
          <ac:chgData name="Arkar Than Win" userId="3c8250a4-c36e-434c-9640-1ec1d94cea55" providerId="ADAL" clId="{43480E00-951E-4B10-A21F-AA0E3C733DEE}" dt="2024-05-29T04:07:24.665" v="6422" actId="478"/>
          <ac:picMkLst>
            <pc:docMk/>
            <pc:sldMk cId="185491373" sldId="287"/>
            <ac:picMk id="172" creationId="{539B4ABE-ACA0-2A97-CFC8-2899787F5077}"/>
          </ac:picMkLst>
        </pc:picChg>
      </pc:sldChg>
      <pc:sldChg chg="addSp delSp modSp del mod">
        <pc:chgData name="Arkar Than Win" userId="3c8250a4-c36e-434c-9640-1ec1d94cea55" providerId="ADAL" clId="{43480E00-951E-4B10-A21F-AA0E3C733DEE}" dt="2024-05-29T04:08:37.115" v="6451" actId="47"/>
        <pc:sldMkLst>
          <pc:docMk/>
          <pc:sldMk cId="3334879737" sldId="288"/>
        </pc:sldMkLst>
        <pc:grpChg chg="add del mod">
          <ac:chgData name="Arkar Than Win" userId="3c8250a4-c36e-434c-9640-1ec1d94cea55" providerId="ADAL" clId="{43480E00-951E-4B10-A21F-AA0E3C733DEE}" dt="2024-05-27T00:03:10.537" v="851" actId="21"/>
          <ac:grpSpMkLst>
            <pc:docMk/>
            <pc:sldMk cId="3334879737" sldId="288"/>
            <ac:grpSpMk id="2" creationId="{4CB8350C-BF87-58FF-22F3-879D60E3D939}"/>
          </ac:grpSpMkLst>
        </pc:grpChg>
        <pc:grpChg chg="add del mod">
          <ac:chgData name="Arkar Than Win" userId="3c8250a4-c36e-434c-9640-1ec1d94cea55" providerId="ADAL" clId="{43480E00-951E-4B10-A21F-AA0E3C733DEE}" dt="2024-05-27T03:01:22.282" v="2721" actId="21"/>
          <ac:grpSpMkLst>
            <pc:docMk/>
            <pc:sldMk cId="3334879737" sldId="288"/>
            <ac:grpSpMk id="11" creationId="{8DB8C02B-58E9-F8AE-B2CB-1CD05A1ADA75}"/>
          </ac:grpSpMkLst>
        </pc:grpChg>
        <pc:grpChg chg="add mod">
          <ac:chgData name="Arkar Than Win" userId="3c8250a4-c36e-434c-9640-1ec1d94cea55" providerId="ADAL" clId="{43480E00-951E-4B10-A21F-AA0E3C733DEE}" dt="2024-05-27T00:33:38.701" v="1011" actId="164"/>
          <ac:grpSpMkLst>
            <pc:docMk/>
            <pc:sldMk cId="3334879737" sldId="288"/>
            <ac:grpSpMk id="19" creationId="{1DADEAF7-806D-72AC-F29A-37E7A1CBA236}"/>
          </ac:grpSpMkLst>
        </pc:grpChg>
        <pc:grpChg chg="add del mod">
          <ac:chgData name="Arkar Than Win" userId="3c8250a4-c36e-434c-9640-1ec1d94cea55" providerId="ADAL" clId="{43480E00-951E-4B10-A21F-AA0E3C733DEE}" dt="2024-05-27T03:01:16.182" v="2720" actId="478"/>
          <ac:grpSpMkLst>
            <pc:docMk/>
            <pc:sldMk cId="3334879737" sldId="288"/>
            <ac:grpSpMk id="32" creationId="{948B8E7D-2B4F-3430-F0D3-12A4B653B641}"/>
          </ac:grpSpMkLst>
        </pc:grpChg>
        <pc:grpChg chg="add mod">
          <ac:chgData name="Arkar Than Win" userId="3c8250a4-c36e-434c-9640-1ec1d94cea55" providerId="ADAL" clId="{43480E00-951E-4B10-A21F-AA0E3C733DEE}" dt="2024-05-27T03:10:19.788" v="2866" actId="164"/>
          <ac:grpSpMkLst>
            <pc:docMk/>
            <pc:sldMk cId="3334879737" sldId="288"/>
            <ac:grpSpMk id="33" creationId="{C67AE509-518C-1119-99A5-517AD384365E}"/>
          </ac:grpSpMkLst>
        </pc:grpChg>
        <pc:grpChg chg="add del mod">
          <ac:chgData name="Arkar Than Win" userId="3c8250a4-c36e-434c-9640-1ec1d94cea55" providerId="ADAL" clId="{43480E00-951E-4B10-A21F-AA0E3C733DEE}" dt="2024-05-29T04:07:08.928" v="6414" actId="21"/>
          <ac:grpSpMkLst>
            <pc:docMk/>
            <pc:sldMk cId="3334879737" sldId="288"/>
            <ac:grpSpMk id="41" creationId="{43DA6E8A-7BEE-6006-67F3-AF0164F15B69}"/>
          </ac:grpSpMkLst>
        </pc:grpChg>
        <pc:picChg chg="add mod">
          <ac:chgData name="Arkar Than Win" userId="3c8250a4-c36e-434c-9640-1ec1d94cea55" providerId="ADAL" clId="{43480E00-951E-4B10-A21F-AA0E3C733DEE}" dt="2024-05-27T00:02:42.710" v="845" actId="164"/>
          <ac:picMkLst>
            <pc:docMk/>
            <pc:sldMk cId="3334879737" sldId="288"/>
            <ac:picMk id="4" creationId="{3C578FB5-08C2-DBAA-D71E-60DF3FED464F}"/>
          </ac:picMkLst>
        </pc:picChg>
        <pc:picChg chg="add del mod">
          <ac:chgData name="Arkar Than Win" userId="3c8250a4-c36e-434c-9640-1ec1d94cea55" providerId="ADAL" clId="{43480E00-951E-4B10-A21F-AA0E3C733DEE}" dt="2024-05-29T04:07:08.928" v="6414" actId="21"/>
          <ac:picMkLst>
            <pc:docMk/>
            <pc:sldMk cId="3334879737" sldId="288"/>
            <ac:picMk id="5" creationId="{91B0F25F-216D-3E42-E376-2F3926AF2650}"/>
          </ac:picMkLst>
        </pc:picChg>
        <pc:picChg chg="add del mod">
          <ac:chgData name="Arkar Than Win" userId="3c8250a4-c36e-434c-9640-1ec1d94cea55" providerId="ADAL" clId="{43480E00-951E-4B10-A21F-AA0E3C733DEE}" dt="2024-05-29T04:07:08.928" v="6414" actId="21"/>
          <ac:picMkLst>
            <pc:docMk/>
            <pc:sldMk cId="3334879737" sldId="288"/>
            <ac:picMk id="7" creationId="{AB8E1F93-95AA-554B-4CC2-3199E19469B8}"/>
          </ac:picMkLst>
        </pc:picChg>
        <pc:picChg chg="add mod">
          <ac:chgData name="Arkar Than Win" userId="3c8250a4-c36e-434c-9640-1ec1d94cea55" providerId="ADAL" clId="{43480E00-951E-4B10-A21F-AA0E3C733DEE}" dt="2024-05-27T03:10:19.788" v="2866" actId="164"/>
          <ac:picMkLst>
            <pc:docMk/>
            <pc:sldMk cId="3334879737" sldId="288"/>
            <ac:picMk id="9" creationId="{3FA96226-EAD5-E853-B19E-B30DEDC0B004}"/>
          </ac:picMkLst>
        </pc:picChg>
        <pc:picChg chg="add mod">
          <ac:chgData name="Arkar Than Win" userId="3c8250a4-c36e-434c-9640-1ec1d94cea55" providerId="ADAL" clId="{43480E00-951E-4B10-A21F-AA0E3C733DEE}" dt="2024-05-27T00:33:38.701" v="1011" actId="164"/>
          <ac:picMkLst>
            <pc:docMk/>
            <pc:sldMk cId="3334879737" sldId="288"/>
            <ac:picMk id="10" creationId="{D1F1CF4F-1566-4BAF-DD69-9BC2AD68936C}"/>
          </ac:picMkLst>
        </pc:picChg>
        <pc:picChg chg="mod">
          <ac:chgData name="Arkar Than Win" userId="3c8250a4-c36e-434c-9640-1ec1d94cea55" providerId="ADAL" clId="{43480E00-951E-4B10-A21F-AA0E3C733DEE}" dt="2024-05-27T00:27:43.826" v="938" actId="207"/>
          <ac:picMkLst>
            <pc:docMk/>
            <pc:sldMk cId="3334879737" sldId="288"/>
            <ac:picMk id="12" creationId="{8D256D99-FC47-515C-96FC-9BF65B236C72}"/>
          </ac:picMkLst>
        </pc:picChg>
        <pc:picChg chg="add mod">
          <ac:chgData name="Arkar Than Win" userId="3c8250a4-c36e-434c-9640-1ec1d94cea55" providerId="ADAL" clId="{43480E00-951E-4B10-A21F-AA0E3C733DEE}" dt="2024-05-27T00:02:42.710" v="845" actId="164"/>
          <ac:picMkLst>
            <pc:docMk/>
            <pc:sldMk cId="3334879737" sldId="288"/>
            <ac:picMk id="13" creationId="{F0938268-C8C1-701A-B8C4-E4FBF9FEA3F7}"/>
          </ac:picMkLst>
        </pc:picChg>
        <pc:picChg chg="mod">
          <ac:chgData name="Arkar Than Win" userId="3c8250a4-c36e-434c-9640-1ec1d94cea55" providerId="ADAL" clId="{43480E00-951E-4B10-A21F-AA0E3C733DEE}" dt="2024-05-27T00:27:43.826" v="938" actId="207"/>
          <ac:picMkLst>
            <pc:docMk/>
            <pc:sldMk cId="3334879737" sldId="288"/>
            <ac:picMk id="14" creationId="{4D3AC329-CD26-57FB-CC72-E6C88FEF53D4}"/>
          </ac:picMkLst>
        </pc:picChg>
        <pc:picChg chg="mod">
          <ac:chgData name="Arkar Than Win" userId="3c8250a4-c36e-434c-9640-1ec1d94cea55" providerId="ADAL" clId="{43480E00-951E-4B10-A21F-AA0E3C733DEE}" dt="2024-05-27T00:27:43.826" v="938" actId="207"/>
          <ac:picMkLst>
            <pc:docMk/>
            <pc:sldMk cId="3334879737" sldId="288"/>
            <ac:picMk id="15" creationId="{4C1DCBBC-3DB8-656D-AAF6-6B98F8ABAD14}"/>
          </ac:picMkLst>
        </pc:picChg>
        <pc:picChg chg="mod">
          <ac:chgData name="Arkar Than Win" userId="3c8250a4-c36e-434c-9640-1ec1d94cea55" providerId="ADAL" clId="{43480E00-951E-4B10-A21F-AA0E3C733DEE}" dt="2024-05-27T00:27:43.826" v="938" actId="207"/>
          <ac:picMkLst>
            <pc:docMk/>
            <pc:sldMk cId="3334879737" sldId="288"/>
            <ac:picMk id="16" creationId="{7D1D081D-9033-2611-3D4D-7A5A39160761}"/>
          </ac:picMkLst>
        </pc:picChg>
        <pc:picChg chg="mod">
          <ac:chgData name="Arkar Than Win" userId="3c8250a4-c36e-434c-9640-1ec1d94cea55" providerId="ADAL" clId="{43480E00-951E-4B10-A21F-AA0E3C733DEE}" dt="2024-05-27T00:27:43.826" v="938" actId="207"/>
          <ac:picMkLst>
            <pc:docMk/>
            <pc:sldMk cId="3334879737" sldId="288"/>
            <ac:picMk id="17" creationId="{E0012D08-41C9-997F-AB9E-21BA3387649D}"/>
          </ac:picMkLst>
        </pc:picChg>
        <pc:picChg chg="mod">
          <ac:chgData name="Arkar Than Win" userId="3c8250a4-c36e-434c-9640-1ec1d94cea55" providerId="ADAL" clId="{43480E00-951E-4B10-A21F-AA0E3C733DEE}" dt="2024-05-27T00:27:43.826" v="938" actId="207"/>
          <ac:picMkLst>
            <pc:docMk/>
            <pc:sldMk cId="3334879737" sldId="288"/>
            <ac:picMk id="18" creationId="{FB58444E-E101-BCE6-BC97-53FAFE5BC875}"/>
          </ac:picMkLst>
        </pc:picChg>
        <pc:picChg chg="mod">
          <ac:chgData name="Arkar Than Win" userId="3c8250a4-c36e-434c-9640-1ec1d94cea55" providerId="ADAL" clId="{43480E00-951E-4B10-A21F-AA0E3C733DEE}" dt="2024-05-27T00:32:51.737" v="1002" actId="207"/>
          <ac:picMkLst>
            <pc:docMk/>
            <pc:sldMk cId="3334879737" sldId="288"/>
            <ac:picMk id="20" creationId="{6D965E0C-A036-5F14-0AAF-2C68AC4CA0DF}"/>
          </ac:picMkLst>
        </pc:picChg>
        <pc:picChg chg="mod">
          <ac:chgData name="Arkar Than Win" userId="3c8250a4-c36e-434c-9640-1ec1d94cea55" providerId="ADAL" clId="{43480E00-951E-4B10-A21F-AA0E3C733DEE}" dt="2024-05-27T00:32:51.737" v="1002" actId="207"/>
          <ac:picMkLst>
            <pc:docMk/>
            <pc:sldMk cId="3334879737" sldId="288"/>
            <ac:picMk id="21" creationId="{4C79F556-7EEB-DF14-118F-440F4A673B34}"/>
          </ac:picMkLst>
        </pc:picChg>
        <pc:picChg chg="mod">
          <ac:chgData name="Arkar Than Win" userId="3c8250a4-c36e-434c-9640-1ec1d94cea55" providerId="ADAL" clId="{43480E00-951E-4B10-A21F-AA0E3C733DEE}" dt="2024-05-27T00:32:51.737" v="1002" actId="207"/>
          <ac:picMkLst>
            <pc:docMk/>
            <pc:sldMk cId="3334879737" sldId="288"/>
            <ac:picMk id="22" creationId="{6C03973F-5D92-0392-B522-085AB7915D87}"/>
          </ac:picMkLst>
        </pc:picChg>
        <pc:picChg chg="mod">
          <ac:chgData name="Arkar Than Win" userId="3c8250a4-c36e-434c-9640-1ec1d94cea55" providerId="ADAL" clId="{43480E00-951E-4B10-A21F-AA0E3C733DEE}" dt="2024-05-27T00:32:51.737" v="1002" actId="207"/>
          <ac:picMkLst>
            <pc:docMk/>
            <pc:sldMk cId="3334879737" sldId="288"/>
            <ac:picMk id="23" creationId="{C46B5E8C-2DDA-2C54-1009-8D9713BFC422}"/>
          </ac:picMkLst>
        </pc:picChg>
        <pc:picChg chg="mod">
          <ac:chgData name="Arkar Than Win" userId="3c8250a4-c36e-434c-9640-1ec1d94cea55" providerId="ADAL" clId="{43480E00-951E-4B10-A21F-AA0E3C733DEE}" dt="2024-05-27T00:32:51.737" v="1002" actId="207"/>
          <ac:picMkLst>
            <pc:docMk/>
            <pc:sldMk cId="3334879737" sldId="288"/>
            <ac:picMk id="24" creationId="{59BD0186-9370-20C1-242A-67CA41384483}"/>
          </ac:picMkLst>
        </pc:picChg>
        <pc:picChg chg="mod">
          <ac:chgData name="Arkar Than Win" userId="3c8250a4-c36e-434c-9640-1ec1d94cea55" providerId="ADAL" clId="{43480E00-951E-4B10-A21F-AA0E3C733DEE}" dt="2024-05-27T00:32:51.737" v="1002" actId="207"/>
          <ac:picMkLst>
            <pc:docMk/>
            <pc:sldMk cId="3334879737" sldId="288"/>
            <ac:picMk id="25" creationId="{203B9131-963E-C051-AFC6-9ABD3720414D}"/>
          </ac:picMkLst>
        </pc:picChg>
        <pc:picChg chg="mod">
          <ac:chgData name="Arkar Than Win" userId="3c8250a4-c36e-434c-9640-1ec1d94cea55" providerId="ADAL" clId="{43480E00-951E-4B10-A21F-AA0E3C733DEE}" dt="2024-05-27T00:32:51.737" v="1002" actId="207"/>
          <ac:picMkLst>
            <pc:docMk/>
            <pc:sldMk cId="3334879737" sldId="288"/>
            <ac:picMk id="26" creationId="{0785C23D-D088-8850-6680-AA6DFFE24A2C}"/>
          </ac:picMkLst>
        </pc:picChg>
        <pc:picChg chg="mod">
          <ac:chgData name="Arkar Than Win" userId="3c8250a4-c36e-434c-9640-1ec1d94cea55" providerId="ADAL" clId="{43480E00-951E-4B10-A21F-AA0E3C733DEE}" dt="2024-05-27T00:32:51.737" v="1002" actId="207"/>
          <ac:picMkLst>
            <pc:docMk/>
            <pc:sldMk cId="3334879737" sldId="288"/>
            <ac:picMk id="27" creationId="{BA39FF2A-C861-AB53-FF38-F3EE70E221D4}"/>
          </ac:picMkLst>
        </pc:picChg>
        <pc:picChg chg="mod">
          <ac:chgData name="Arkar Than Win" userId="3c8250a4-c36e-434c-9640-1ec1d94cea55" providerId="ADAL" clId="{43480E00-951E-4B10-A21F-AA0E3C733DEE}" dt="2024-05-27T00:32:51.737" v="1002" actId="207"/>
          <ac:picMkLst>
            <pc:docMk/>
            <pc:sldMk cId="3334879737" sldId="288"/>
            <ac:picMk id="28" creationId="{45E6F2D9-A7FC-B37A-FC6E-86A4983CA388}"/>
          </ac:picMkLst>
        </pc:picChg>
        <pc:picChg chg="mod">
          <ac:chgData name="Arkar Than Win" userId="3c8250a4-c36e-434c-9640-1ec1d94cea55" providerId="ADAL" clId="{43480E00-951E-4B10-A21F-AA0E3C733DEE}" dt="2024-05-27T00:32:51.737" v="1002" actId="207"/>
          <ac:picMkLst>
            <pc:docMk/>
            <pc:sldMk cId="3334879737" sldId="288"/>
            <ac:picMk id="29" creationId="{52167A35-0BD6-7C9B-8858-3C54D1BAE2EF}"/>
          </ac:picMkLst>
        </pc:picChg>
        <pc:picChg chg="mod">
          <ac:chgData name="Arkar Than Win" userId="3c8250a4-c36e-434c-9640-1ec1d94cea55" providerId="ADAL" clId="{43480E00-951E-4B10-A21F-AA0E3C733DEE}" dt="2024-05-27T00:32:51.737" v="1002" actId="207"/>
          <ac:picMkLst>
            <pc:docMk/>
            <pc:sldMk cId="3334879737" sldId="288"/>
            <ac:picMk id="30" creationId="{FDB67DEB-C59C-1DE8-52A7-1D1E054F6A29}"/>
          </ac:picMkLst>
        </pc:picChg>
        <pc:picChg chg="mod">
          <ac:chgData name="Arkar Than Win" userId="3c8250a4-c36e-434c-9640-1ec1d94cea55" providerId="ADAL" clId="{43480E00-951E-4B10-A21F-AA0E3C733DEE}" dt="2024-05-27T00:32:51.737" v="1002" actId="207"/>
          <ac:picMkLst>
            <pc:docMk/>
            <pc:sldMk cId="3334879737" sldId="288"/>
            <ac:picMk id="31" creationId="{6326F400-6C99-6F97-4670-BAB09580F5FF}"/>
          </ac:picMkLst>
        </pc:picChg>
        <pc:picChg chg="mod">
          <ac:chgData name="Arkar Than Win" userId="3c8250a4-c36e-434c-9640-1ec1d94cea55" providerId="ADAL" clId="{43480E00-951E-4B10-A21F-AA0E3C733DEE}" dt="2024-05-27T03:10:09.408" v="2863" actId="207"/>
          <ac:picMkLst>
            <pc:docMk/>
            <pc:sldMk cId="3334879737" sldId="288"/>
            <ac:picMk id="34" creationId="{6C00AC15-9EFB-C44B-F7C9-AECEEE531113}"/>
          </ac:picMkLst>
        </pc:picChg>
        <pc:picChg chg="mod">
          <ac:chgData name="Arkar Than Win" userId="3c8250a4-c36e-434c-9640-1ec1d94cea55" providerId="ADAL" clId="{43480E00-951E-4B10-A21F-AA0E3C733DEE}" dt="2024-05-27T03:10:09.408" v="2863" actId="207"/>
          <ac:picMkLst>
            <pc:docMk/>
            <pc:sldMk cId="3334879737" sldId="288"/>
            <ac:picMk id="35" creationId="{D16B2F6E-AC4A-8F63-49BA-C1AADF4CA538}"/>
          </ac:picMkLst>
        </pc:picChg>
        <pc:picChg chg="mod">
          <ac:chgData name="Arkar Than Win" userId="3c8250a4-c36e-434c-9640-1ec1d94cea55" providerId="ADAL" clId="{43480E00-951E-4B10-A21F-AA0E3C733DEE}" dt="2024-05-27T03:10:09.408" v="2863" actId="207"/>
          <ac:picMkLst>
            <pc:docMk/>
            <pc:sldMk cId="3334879737" sldId="288"/>
            <ac:picMk id="36" creationId="{915A9FAF-8161-1A86-A3DB-6474027873DB}"/>
          </ac:picMkLst>
        </pc:picChg>
        <pc:picChg chg="add mod">
          <ac:chgData name="Arkar Than Win" userId="3c8250a4-c36e-434c-9640-1ec1d94cea55" providerId="ADAL" clId="{43480E00-951E-4B10-A21F-AA0E3C733DEE}" dt="2024-05-27T00:02:42.710" v="845" actId="164"/>
          <ac:picMkLst>
            <pc:docMk/>
            <pc:sldMk cId="3334879737" sldId="288"/>
            <ac:picMk id="37" creationId="{605C8A4E-16A6-0721-1A06-5EDECE6DE1BA}"/>
          </ac:picMkLst>
        </pc:picChg>
        <pc:picChg chg="mod">
          <ac:chgData name="Arkar Than Win" userId="3c8250a4-c36e-434c-9640-1ec1d94cea55" providerId="ADAL" clId="{43480E00-951E-4B10-A21F-AA0E3C733DEE}" dt="2024-05-27T03:10:09.408" v="2863" actId="207"/>
          <ac:picMkLst>
            <pc:docMk/>
            <pc:sldMk cId="3334879737" sldId="288"/>
            <ac:picMk id="38" creationId="{24EF9E54-DE14-0F9F-6A7D-9B0436FBE332}"/>
          </ac:picMkLst>
        </pc:picChg>
        <pc:picChg chg="mod">
          <ac:chgData name="Arkar Than Win" userId="3c8250a4-c36e-434c-9640-1ec1d94cea55" providerId="ADAL" clId="{43480E00-951E-4B10-A21F-AA0E3C733DEE}" dt="2024-05-27T03:10:09.408" v="2863" actId="207"/>
          <ac:picMkLst>
            <pc:docMk/>
            <pc:sldMk cId="3334879737" sldId="288"/>
            <ac:picMk id="39" creationId="{DB49F931-1FD1-01BC-7AFC-90F33BB31CEE}"/>
          </ac:picMkLst>
        </pc:picChg>
        <pc:picChg chg="mod">
          <ac:chgData name="Arkar Than Win" userId="3c8250a4-c36e-434c-9640-1ec1d94cea55" providerId="ADAL" clId="{43480E00-951E-4B10-A21F-AA0E3C733DEE}" dt="2024-05-27T03:10:09.408" v="2863" actId="207"/>
          <ac:picMkLst>
            <pc:docMk/>
            <pc:sldMk cId="3334879737" sldId="288"/>
            <ac:picMk id="40" creationId="{E5210248-226D-23AC-90B5-5E8B00EDC5C2}"/>
          </ac:picMkLst>
        </pc:picChg>
        <pc:picChg chg="add mod">
          <ac:chgData name="Arkar Than Win" userId="3c8250a4-c36e-434c-9640-1ec1d94cea55" providerId="ADAL" clId="{43480E00-951E-4B10-A21F-AA0E3C733DEE}" dt="2024-05-27T00:02:42.710" v="845" actId="164"/>
          <ac:picMkLst>
            <pc:docMk/>
            <pc:sldMk cId="3334879737" sldId="288"/>
            <ac:picMk id="53" creationId="{54F841B0-9C2F-0E15-F8C3-00478AD68898}"/>
          </ac:picMkLst>
        </pc:picChg>
        <pc:picChg chg="add mod">
          <ac:chgData name="Arkar Than Win" userId="3c8250a4-c36e-434c-9640-1ec1d94cea55" providerId="ADAL" clId="{43480E00-951E-4B10-A21F-AA0E3C733DEE}" dt="2024-05-27T00:02:42.710" v="845" actId="164"/>
          <ac:picMkLst>
            <pc:docMk/>
            <pc:sldMk cId="3334879737" sldId="288"/>
            <ac:picMk id="57" creationId="{A1DD04DE-6A48-1AB7-89C7-D44757BBD142}"/>
          </ac:picMkLst>
        </pc:picChg>
        <pc:picChg chg="add mod">
          <ac:chgData name="Arkar Than Win" userId="3c8250a4-c36e-434c-9640-1ec1d94cea55" providerId="ADAL" clId="{43480E00-951E-4B10-A21F-AA0E3C733DEE}" dt="2024-05-27T00:02:42.710" v="845" actId="164"/>
          <ac:picMkLst>
            <pc:docMk/>
            <pc:sldMk cId="3334879737" sldId="288"/>
            <ac:picMk id="59" creationId="{9FDF0007-9021-C4B2-B82E-B0BD2E17A72D}"/>
          </ac:picMkLst>
        </pc:picChg>
        <pc:picChg chg="del">
          <ac:chgData name="Arkar Than Win" userId="3c8250a4-c36e-434c-9640-1ec1d94cea55" providerId="ADAL" clId="{43480E00-951E-4B10-A21F-AA0E3C733DEE}" dt="2024-05-27T00:01:22.797" v="822" actId="478"/>
          <ac:picMkLst>
            <pc:docMk/>
            <pc:sldMk cId="3334879737" sldId="288"/>
            <ac:picMk id="68" creationId="{EF4742B6-4F09-635F-3CC1-F8DE2C2F52CC}"/>
          </ac:picMkLst>
        </pc:picChg>
        <pc:picChg chg="del">
          <ac:chgData name="Arkar Than Win" userId="3c8250a4-c36e-434c-9640-1ec1d94cea55" providerId="ADAL" clId="{43480E00-951E-4B10-A21F-AA0E3C733DEE}" dt="2024-05-27T00:01:23.470" v="823" actId="478"/>
          <ac:picMkLst>
            <pc:docMk/>
            <pc:sldMk cId="3334879737" sldId="288"/>
            <ac:picMk id="69" creationId="{6C5548FD-14A4-40AE-BB71-BA01A6DE3E00}"/>
          </ac:picMkLst>
        </pc:picChg>
      </pc:sldChg>
      <pc:sldChg chg="del">
        <pc:chgData name="Arkar Than Win" userId="3c8250a4-c36e-434c-9640-1ec1d94cea55" providerId="ADAL" clId="{43480E00-951E-4B10-A21F-AA0E3C733DEE}" dt="2024-05-27T01:23:36.771" v="1793" actId="47"/>
        <pc:sldMkLst>
          <pc:docMk/>
          <pc:sldMk cId="3868315729" sldId="289"/>
        </pc:sldMkLst>
      </pc:sldChg>
      <pc:sldChg chg="del">
        <pc:chgData name="Arkar Than Win" userId="3c8250a4-c36e-434c-9640-1ec1d94cea55" providerId="ADAL" clId="{43480E00-951E-4B10-A21F-AA0E3C733DEE}" dt="2024-05-27T01:26:54.479" v="1827" actId="47"/>
        <pc:sldMkLst>
          <pc:docMk/>
          <pc:sldMk cId="3191745554" sldId="290"/>
        </pc:sldMkLst>
      </pc:sldChg>
      <pc:sldChg chg="del">
        <pc:chgData name="Arkar Than Win" userId="3c8250a4-c36e-434c-9640-1ec1d94cea55" providerId="ADAL" clId="{43480E00-951E-4B10-A21F-AA0E3C733DEE}" dt="2024-05-27T01:28:41.662" v="1845" actId="47"/>
        <pc:sldMkLst>
          <pc:docMk/>
          <pc:sldMk cId="3042849430" sldId="291"/>
        </pc:sldMkLst>
      </pc:sldChg>
      <pc:sldChg chg="addSp delSp modSp mod modAnim modNotesTx">
        <pc:chgData name="Arkar Than Win" userId="3c8250a4-c36e-434c-9640-1ec1d94cea55" providerId="ADAL" clId="{43480E00-951E-4B10-A21F-AA0E3C733DEE}" dt="2024-05-29T05:50:57.333" v="7870" actId="20577"/>
        <pc:sldMkLst>
          <pc:docMk/>
          <pc:sldMk cId="1327576110" sldId="292"/>
        </pc:sldMkLst>
        <pc:spChg chg="mod">
          <ac:chgData name="Arkar Than Win" userId="3c8250a4-c36e-434c-9640-1ec1d94cea55" providerId="ADAL" clId="{43480E00-951E-4B10-A21F-AA0E3C733DEE}" dt="2024-05-27T02:11:37.622" v="2538" actId="20577"/>
          <ac:spMkLst>
            <pc:docMk/>
            <pc:sldMk cId="1327576110" sldId="292"/>
            <ac:spMk id="2" creationId="{CF74DB7E-CFA7-340D-92D5-29F98B99F8DA}"/>
          </ac:spMkLst>
        </pc:spChg>
        <pc:spChg chg="add mod">
          <ac:chgData name="Arkar Than Win" userId="3c8250a4-c36e-434c-9640-1ec1d94cea55" providerId="ADAL" clId="{43480E00-951E-4B10-A21F-AA0E3C733DEE}" dt="2024-05-27T04:11:38.864" v="4680" actId="14100"/>
          <ac:spMkLst>
            <pc:docMk/>
            <pc:sldMk cId="1327576110" sldId="292"/>
            <ac:spMk id="3" creationId="{BE5B95BC-51F0-02C9-D38D-AD981B71186D}"/>
          </ac:spMkLst>
        </pc:spChg>
        <pc:spChg chg="mod">
          <ac:chgData name="Arkar Than Win" userId="3c8250a4-c36e-434c-9640-1ec1d94cea55" providerId="ADAL" clId="{43480E00-951E-4B10-A21F-AA0E3C733DEE}" dt="2024-05-27T04:09:25.885" v="4647" actId="20577"/>
          <ac:spMkLst>
            <pc:docMk/>
            <pc:sldMk cId="1327576110" sldId="292"/>
            <ac:spMk id="6" creationId="{5A80E810-72AC-CADD-6CDA-F2E80C810CC4}"/>
          </ac:spMkLst>
        </pc:spChg>
        <pc:picChg chg="add del mod">
          <ac:chgData name="Arkar Than Win" userId="3c8250a4-c36e-434c-9640-1ec1d94cea55" providerId="ADAL" clId="{43480E00-951E-4B10-A21F-AA0E3C733DEE}" dt="2024-05-27T02:12:45.671" v="2552" actId="21"/>
          <ac:picMkLst>
            <pc:docMk/>
            <pc:sldMk cId="1327576110" sldId="292"/>
            <ac:picMk id="12" creationId="{9E0288E6-DE25-C741-CDCD-F02231B36ABA}"/>
          </ac:picMkLst>
        </pc:picChg>
      </pc:sldChg>
      <pc:sldChg chg="addSp modSp mod modAnim">
        <pc:chgData name="Arkar Than Win" userId="3c8250a4-c36e-434c-9640-1ec1d94cea55" providerId="ADAL" clId="{43480E00-951E-4B10-A21F-AA0E3C733DEE}" dt="2024-05-27T04:53:32.626" v="6000"/>
        <pc:sldMkLst>
          <pc:docMk/>
          <pc:sldMk cId="32528978" sldId="293"/>
        </pc:sldMkLst>
        <pc:spChg chg="mod">
          <ac:chgData name="Arkar Than Win" userId="3c8250a4-c36e-434c-9640-1ec1d94cea55" providerId="ADAL" clId="{43480E00-951E-4B10-A21F-AA0E3C733DEE}" dt="2024-05-27T02:13:27.233" v="2555" actId="255"/>
          <ac:spMkLst>
            <pc:docMk/>
            <pc:sldMk cId="32528978" sldId="293"/>
            <ac:spMk id="2" creationId="{CF74DB7E-CFA7-340D-92D5-29F98B99F8DA}"/>
          </ac:spMkLst>
        </pc:spChg>
        <pc:spChg chg="add mod">
          <ac:chgData name="Arkar Than Win" userId="3c8250a4-c36e-434c-9640-1ec1d94cea55" providerId="ADAL" clId="{43480E00-951E-4B10-A21F-AA0E3C733DEE}" dt="2024-05-27T04:51:54.041" v="5968" actId="164"/>
          <ac:spMkLst>
            <pc:docMk/>
            <pc:sldMk cId="32528978" sldId="293"/>
            <ac:spMk id="3" creationId="{328171C6-DEA8-DF63-BBCF-F9786C98B817}"/>
          </ac:spMkLst>
        </pc:spChg>
        <pc:spChg chg="mod">
          <ac:chgData name="Arkar Than Win" userId="3c8250a4-c36e-434c-9640-1ec1d94cea55" providerId="ADAL" clId="{43480E00-951E-4B10-A21F-AA0E3C733DEE}" dt="2024-05-27T04:50:35.071" v="5946" actId="207"/>
          <ac:spMkLst>
            <pc:docMk/>
            <pc:sldMk cId="32528978" sldId="293"/>
            <ac:spMk id="5" creationId="{1B36F5BB-EEB6-F753-7461-CFE47F0CECA2}"/>
          </ac:spMkLst>
        </pc:spChg>
        <pc:spChg chg="add mod">
          <ac:chgData name="Arkar Than Win" userId="3c8250a4-c36e-434c-9640-1ec1d94cea55" providerId="ADAL" clId="{43480E00-951E-4B10-A21F-AA0E3C733DEE}" dt="2024-05-27T04:51:54.041" v="5968" actId="164"/>
          <ac:spMkLst>
            <pc:docMk/>
            <pc:sldMk cId="32528978" sldId="293"/>
            <ac:spMk id="6" creationId="{3D5A121C-55D9-E01D-414F-CD3EE9011D3F}"/>
          </ac:spMkLst>
        </pc:spChg>
        <pc:spChg chg="mod">
          <ac:chgData name="Arkar Than Win" userId="3c8250a4-c36e-434c-9640-1ec1d94cea55" providerId="ADAL" clId="{43480E00-951E-4B10-A21F-AA0E3C733DEE}" dt="2024-05-23T02:03:03.415" v="512" actId="20577"/>
          <ac:spMkLst>
            <pc:docMk/>
            <pc:sldMk cId="32528978" sldId="293"/>
            <ac:spMk id="7" creationId="{DC53952A-6F96-2CE3-E70E-1AE95D73B588}"/>
          </ac:spMkLst>
        </pc:spChg>
        <pc:spChg chg="mod">
          <ac:chgData name="Arkar Than Win" userId="3c8250a4-c36e-434c-9640-1ec1d94cea55" providerId="ADAL" clId="{43480E00-951E-4B10-A21F-AA0E3C733DEE}" dt="2024-05-27T04:52:13.199" v="5971"/>
          <ac:spMkLst>
            <pc:docMk/>
            <pc:sldMk cId="32528978" sldId="293"/>
            <ac:spMk id="10" creationId="{C54CD32B-9BE8-C7CC-ECCD-A1D477A3E243}"/>
          </ac:spMkLst>
        </pc:spChg>
        <pc:spChg chg="mod">
          <ac:chgData name="Arkar Than Win" userId="3c8250a4-c36e-434c-9640-1ec1d94cea55" providerId="ADAL" clId="{43480E00-951E-4B10-A21F-AA0E3C733DEE}" dt="2024-05-27T04:52:13.199" v="5971"/>
          <ac:spMkLst>
            <pc:docMk/>
            <pc:sldMk cId="32528978" sldId="293"/>
            <ac:spMk id="11" creationId="{D4CBDD16-8E0A-AB17-8958-89D055CC4F12}"/>
          </ac:spMkLst>
        </pc:spChg>
        <pc:spChg chg="mod">
          <ac:chgData name="Arkar Than Win" userId="3c8250a4-c36e-434c-9640-1ec1d94cea55" providerId="ADAL" clId="{43480E00-951E-4B10-A21F-AA0E3C733DEE}" dt="2024-05-27T04:52:58.296" v="5986"/>
          <ac:spMkLst>
            <pc:docMk/>
            <pc:sldMk cId="32528978" sldId="293"/>
            <ac:spMk id="13" creationId="{6AA669F7-F368-45A5-4660-43BBCEC0F74E}"/>
          </ac:spMkLst>
        </pc:spChg>
        <pc:spChg chg="mod">
          <ac:chgData name="Arkar Than Win" userId="3c8250a4-c36e-434c-9640-1ec1d94cea55" providerId="ADAL" clId="{43480E00-951E-4B10-A21F-AA0E3C733DEE}" dt="2024-05-27T04:53:09.316" v="5996" actId="1036"/>
          <ac:spMkLst>
            <pc:docMk/>
            <pc:sldMk cId="32528978" sldId="293"/>
            <ac:spMk id="14" creationId="{A1F1D3AE-2504-68C4-030B-D37F1941DA6C}"/>
          </ac:spMkLst>
        </pc:spChg>
        <pc:grpChg chg="add mod">
          <ac:chgData name="Arkar Than Win" userId="3c8250a4-c36e-434c-9640-1ec1d94cea55" providerId="ADAL" clId="{43480E00-951E-4B10-A21F-AA0E3C733DEE}" dt="2024-05-27T04:52:23.229" v="5985" actId="1035"/>
          <ac:grpSpMkLst>
            <pc:docMk/>
            <pc:sldMk cId="32528978" sldId="293"/>
            <ac:grpSpMk id="8" creationId="{7077725E-22B3-D749-E10B-3D9D288E4824}"/>
          </ac:grpSpMkLst>
        </pc:grpChg>
        <pc:grpChg chg="add mod">
          <ac:chgData name="Arkar Than Win" userId="3c8250a4-c36e-434c-9640-1ec1d94cea55" providerId="ADAL" clId="{43480E00-951E-4B10-A21F-AA0E3C733DEE}" dt="2024-05-27T04:52:17.250" v="5983" actId="1037"/>
          <ac:grpSpMkLst>
            <pc:docMk/>
            <pc:sldMk cId="32528978" sldId="293"/>
            <ac:grpSpMk id="9" creationId="{72044D07-5F71-2535-5714-0359BF087EBC}"/>
          </ac:grpSpMkLst>
        </pc:grpChg>
        <pc:grpChg chg="add mod">
          <ac:chgData name="Arkar Than Win" userId="3c8250a4-c36e-434c-9640-1ec1d94cea55" providerId="ADAL" clId="{43480E00-951E-4B10-A21F-AA0E3C733DEE}" dt="2024-05-27T04:53:13.575" v="5998" actId="1036"/>
          <ac:grpSpMkLst>
            <pc:docMk/>
            <pc:sldMk cId="32528978" sldId="293"/>
            <ac:grpSpMk id="12" creationId="{023B935B-F05D-1698-460B-96DDF5A8C7F6}"/>
          </ac:grpSpMkLst>
        </pc:grpChg>
        <pc:graphicFrameChg chg="mod">
          <ac:chgData name="Arkar Than Win" userId="3c8250a4-c36e-434c-9640-1ec1d94cea55" providerId="ADAL" clId="{43480E00-951E-4B10-A21F-AA0E3C733DEE}" dt="2024-05-27T02:13:38.988" v="2558" actId="1076"/>
          <ac:graphicFrameMkLst>
            <pc:docMk/>
            <pc:sldMk cId="32528978" sldId="293"/>
            <ac:graphicFrameMk id="15" creationId="{D2D20F60-E809-D77C-2CF5-D2D301F1FFE8}"/>
          </ac:graphicFrameMkLst>
        </pc:graphicFrameChg>
        <pc:picChg chg="mod">
          <ac:chgData name="Arkar Than Win" userId="3c8250a4-c36e-434c-9640-1ec1d94cea55" providerId="ADAL" clId="{43480E00-951E-4B10-A21F-AA0E3C733DEE}" dt="2024-05-27T02:13:36.712" v="2557" actId="1076"/>
          <ac:picMkLst>
            <pc:docMk/>
            <pc:sldMk cId="32528978" sldId="293"/>
            <ac:picMk id="19" creationId="{82D77704-57DA-C333-5F3A-80D04C8363DF}"/>
          </ac:picMkLst>
        </pc:picChg>
      </pc:sldChg>
      <pc:sldChg chg="addSp delSp modSp mod">
        <pc:chgData name="Arkar Than Win" userId="3c8250a4-c36e-434c-9640-1ec1d94cea55" providerId="ADAL" clId="{43480E00-951E-4B10-A21F-AA0E3C733DEE}" dt="2024-05-27T05:30:16.970" v="6289" actId="29295"/>
        <pc:sldMkLst>
          <pc:docMk/>
          <pc:sldMk cId="1771346147" sldId="294"/>
        </pc:sldMkLst>
        <pc:spChg chg="mod">
          <ac:chgData name="Arkar Than Win" userId="3c8250a4-c36e-434c-9640-1ec1d94cea55" providerId="ADAL" clId="{43480E00-951E-4B10-A21F-AA0E3C733DEE}" dt="2024-05-27T02:16:09.489" v="2582" actId="108"/>
          <ac:spMkLst>
            <pc:docMk/>
            <pc:sldMk cId="1771346147" sldId="294"/>
            <ac:spMk id="2" creationId="{CF74DB7E-CFA7-340D-92D5-29F98B99F8DA}"/>
          </ac:spMkLst>
        </pc:spChg>
        <pc:picChg chg="del">
          <ac:chgData name="Arkar Than Win" userId="3c8250a4-c36e-434c-9640-1ec1d94cea55" providerId="ADAL" clId="{43480E00-951E-4B10-A21F-AA0E3C733DEE}" dt="2024-05-27T05:29:10.886" v="6280" actId="21"/>
          <ac:picMkLst>
            <pc:docMk/>
            <pc:sldMk cId="1771346147" sldId="294"/>
            <ac:picMk id="3" creationId="{38F6D5C0-3196-327E-46E0-77841D81EC14}"/>
          </ac:picMkLst>
        </pc:picChg>
        <pc:picChg chg="add del mod ord">
          <ac:chgData name="Arkar Than Win" userId="3c8250a4-c36e-434c-9640-1ec1d94cea55" providerId="ADAL" clId="{43480E00-951E-4B10-A21F-AA0E3C733DEE}" dt="2024-05-27T05:29:01.404" v="6277" actId="478"/>
          <ac:picMkLst>
            <pc:docMk/>
            <pc:sldMk cId="1771346147" sldId="294"/>
            <ac:picMk id="4" creationId="{3B968CC3-F089-CB0D-F935-2347F6E0DF79}"/>
          </ac:picMkLst>
        </pc:picChg>
        <pc:picChg chg="add mod">
          <ac:chgData name="Arkar Than Win" userId="3c8250a4-c36e-434c-9640-1ec1d94cea55" providerId="ADAL" clId="{43480E00-951E-4B10-A21F-AA0E3C733DEE}" dt="2024-05-27T05:29:20.236" v="6284"/>
          <ac:picMkLst>
            <pc:docMk/>
            <pc:sldMk cId="1771346147" sldId="294"/>
            <ac:picMk id="5" creationId="{38F6D5C0-3196-327E-46E0-77841D81EC14}"/>
          </ac:picMkLst>
        </pc:picChg>
        <pc:picChg chg="add mod">
          <ac:chgData name="Arkar Than Win" userId="3c8250a4-c36e-434c-9640-1ec1d94cea55" providerId="ADAL" clId="{43480E00-951E-4B10-A21F-AA0E3C733DEE}" dt="2024-05-27T05:29:21.330" v="6285"/>
          <ac:picMkLst>
            <pc:docMk/>
            <pc:sldMk cId="1771346147" sldId="294"/>
            <ac:picMk id="6" creationId="{44A743DA-29C3-997F-B48E-43850CA03FED}"/>
          </ac:picMkLst>
        </pc:picChg>
        <pc:picChg chg="add mod ord">
          <ac:chgData name="Arkar Than Win" userId="3c8250a4-c36e-434c-9640-1ec1d94cea55" providerId="ADAL" clId="{43480E00-951E-4B10-A21F-AA0E3C733DEE}" dt="2024-05-27T05:30:16.970" v="6289" actId="29295"/>
          <ac:picMkLst>
            <pc:docMk/>
            <pc:sldMk cId="1771346147" sldId="294"/>
            <ac:picMk id="7" creationId="{AAF1EA35-1945-E496-FE51-86E53785FDC0}"/>
          </ac:picMkLst>
        </pc:picChg>
      </pc:sldChg>
      <pc:sldChg chg="addSp delSp modSp mod">
        <pc:chgData name="Arkar Than Win" userId="3c8250a4-c36e-434c-9640-1ec1d94cea55" providerId="ADAL" clId="{43480E00-951E-4B10-A21F-AA0E3C733DEE}" dt="2024-05-27T05:28:37.114" v="6270" actId="478"/>
        <pc:sldMkLst>
          <pc:docMk/>
          <pc:sldMk cId="1426852280" sldId="295"/>
        </pc:sldMkLst>
        <pc:spChg chg="mod">
          <ac:chgData name="Arkar Than Win" userId="3c8250a4-c36e-434c-9640-1ec1d94cea55" providerId="ADAL" clId="{43480E00-951E-4B10-A21F-AA0E3C733DEE}" dt="2024-05-27T02:16:25.088" v="2585" actId="108"/>
          <ac:spMkLst>
            <pc:docMk/>
            <pc:sldMk cId="1426852280" sldId="295"/>
            <ac:spMk id="2" creationId="{CF74DB7E-CFA7-340D-92D5-29F98B99F8DA}"/>
          </ac:spMkLst>
        </pc:spChg>
        <pc:spChg chg="add del mod">
          <ac:chgData name="Arkar Than Win" userId="3c8250a4-c36e-434c-9640-1ec1d94cea55" providerId="ADAL" clId="{43480E00-951E-4B10-A21F-AA0E3C733DEE}" dt="2024-05-27T05:13:34.852" v="6069" actId="478"/>
          <ac:spMkLst>
            <pc:docMk/>
            <pc:sldMk cId="1426852280" sldId="295"/>
            <ac:spMk id="4" creationId="{74A50171-84A6-87AF-D7EB-BD76D639A462}"/>
          </ac:spMkLst>
        </pc:spChg>
        <pc:spChg chg="add del mod">
          <ac:chgData name="Arkar Than Win" userId="3c8250a4-c36e-434c-9640-1ec1d94cea55" providerId="ADAL" clId="{43480E00-951E-4B10-A21F-AA0E3C733DEE}" dt="2024-05-27T05:14:09.045" v="6076" actId="478"/>
          <ac:spMkLst>
            <pc:docMk/>
            <pc:sldMk cId="1426852280" sldId="295"/>
            <ac:spMk id="6" creationId="{1554E444-1C2B-124B-9C31-E89BB0D3037D}"/>
          </ac:spMkLst>
        </pc:spChg>
        <pc:spChg chg="add del mod">
          <ac:chgData name="Arkar Than Win" userId="3c8250a4-c36e-434c-9640-1ec1d94cea55" providerId="ADAL" clId="{43480E00-951E-4B10-A21F-AA0E3C733DEE}" dt="2024-05-27T05:15:18.099" v="6104" actId="20577"/>
          <ac:spMkLst>
            <pc:docMk/>
            <pc:sldMk cId="1426852280" sldId="295"/>
            <ac:spMk id="7" creationId="{5607720C-9632-81BC-5D1F-0ADE5F99A667}"/>
          </ac:spMkLst>
        </pc:spChg>
        <pc:spChg chg="add mod">
          <ac:chgData name="Arkar Than Win" userId="3c8250a4-c36e-434c-9640-1ec1d94cea55" providerId="ADAL" clId="{43480E00-951E-4B10-A21F-AA0E3C733DEE}" dt="2024-05-27T05:14:24.669" v="6080"/>
          <ac:spMkLst>
            <pc:docMk/>
            <pc:sldMk cId="1426852280" sldId="295"/>
            <ac:spMk id="8" creationId="{ACFA902B-99C3-E462-A570-C7291CD99427}"/>
          </ac:spMkLst>
        </pc:spChg>
        <pc:picChg chg="add del mod">
          <ac:chgData name="Arkar Than Win" userId="3c8250a4-c36e-434c-9640-1ec1d94cea55" providerId="ADAL" clId="{43480E00-951E-4B10-A21F-AA0E3C733DEE}" dt="2024-05-27T05:28:37.114" v="6270" actId="478"/>
          <ac:picMkLst>
            <pc:docMk/>
            <pc:sldMk cId="1426852280" sldId="295"/>
            <ac:picMk id="3" creationId="{0B0C0271-2C0A-3E60-1664-1049E72FF385}"/>
          </ac:picMkLst>
        </pc:picChg>
      </pc:sldChg>
      <pc:sldChg chg="addSp delSp modSp mod ord">
        <pc:chgData name="Arkar Than Win" userId="3c8250a4-c36e-434c-9640-1ec1d94cea55" providerId="ADAL" clId="{43480E00-951E-4B10-A21F-AA0E3C733DEE}" dt="2024-05-27T01:25:31.587" v="1821"/>
        <pc:sldMkLst>
          <pc:docMk/>
          <pc:sldMk cId="2722507039" sldId="296"/>
        </pc:sldMkLst>
        <pc:spChg chg="mod">
          <ac:chgData name="Arkar Than Win" userId="3c8250a4-c36e-434c-9640-1ec1d94cea55" providerId="ADAL" clId="{43480E00-951E-4B10-A21F-AA0E3C733DEE}" dt="2024-05-27T01:23:27.674" v="1787"/>
          <ac:spMkLst>
            <pc:docMk/>
            <pc:sldMk cId="2722507039" sldId="296"/>
            <ac:spMk id="2" creationId="{B02448C5-CD3D-B595-0EFB-3F65B9FAFD9C}"/>
          </ac:spMkLst>
        </pc:spChg>
        <pc:spChg chg="mod">
          <ac:chgData name="Arkar Than Win" userId="3c8250a4-c36e-434c-9640-1ec1d94cea55" providerId="ADAL" clId="{43480E00-951E-4B10-A21F-AA0E3C733DEE}" dt="2024-05-27T01:23:32.985" v="1790" actId="20577"/>
          <ac:spMkLst>
            <pc:docMk/>
            <pc:sldMk cId="2722507039" sldId="296"/>
            <ac:spMk id="3" creationId="{73403D2D-AF6A-7DDE-FAAD-477C9F216677}"/>
          </ac:spMkLst>
        </pc:spChg>
        <pc:spChg chg="add del mod">
          <ac:chgData name="Arkar Than Win" userId="3c8250a4-c36e-434c-9640-1ec1d94cea55" providerId="ADAL" clId="{43480E00-951E-4B10-A21F-AA0E3C733DEE}" dt="2024-05-27T00:35:22.978" v="1053" actId="21"/>
          <ac:spMkLst>
            <pc:docMk/>
            <pc:sldMk cId="2722507039" sldId="296"/>
            <ac:spMk id="4" creationId="{B2AC975A-5BFB-DC60-6AED-0006DC3FB0F6}"/>
          </ac:spMkLst>
        </pc:spChg>
        <pc:spChg chg="add mod">
          <ac:chgData name="Arkar Than Win" userId="3c8250a4-c36e-434c-9640-1ec1d94cea55" providerId="ADAL" clId="{43480E00-951E-4B10-A21F-AA0E3C733DEE}" dt="2024-05-27T01:23:24.105" v="1786"/>
          <ac:spMkLst>
            <pc:docMk/>
            <pc:sldMk cId="2722507039" sldId="296"/>
            <ac:spMk id="5" creationId="{857E7BD2-78E8-6A6B-7643-641EBE0FBE59}"/>
          </ac:spMkLst>
        </pc:spChg>
        <pc:spChg chg="add mod">
          <ac:chgData name="Arkar Than Win" userId="3c8250a4-c36e-434c-9640-1ec1d94cea55" providerId="ADAL" clId="{43480E00-951E-4B10-A21F-AA0E3C733DEE}" dt="2024-05-27T01:23:24.105" v="1786"/>
          <ac:spMkLst>
            <pc:docMk/>
            <pc:sldMk cId="2722507039" sldId="296"/>
            <ac:spMk id="6" creationId="{A2D4146B-57E6-F291-D169-96E2C1F42CE1}"/>
          </ac:spMkLst>
        </pc:spChg>
        <pc:picChg chg="add mod">
          <ac:chgData name="Arkar Than Win" userId="3c8250a4-c36e-434c-9640-1ec1d94cea55" providerId="ADAL" clId="{43480E00-951E-4B10-A21F-AA0E3C733DEE}" dt="2024-05-27T01:25:31.587" v="1821"/>
          <ac:picMkLst>
            <pc:docMk/>
            <pc:sldMk cId="2722507039" sldId="296"/>
            <ac:picMk id="7" creationId="{F8F95844-C03F-4900-3548-8DEC287C7813}"/>
          </ac:picMkLst>
        </pc:picChg>
        <pc:picChg chg="add mod">
          <ac:chgData name="Arkar Than Win" userId="3c8250a4-c36e-434c-9640-1ec1d94cea55" providerId="ADAL" clId="{43480E00-951E-4B10-A21F-AA0E3C733DEE}" dt="2024-05-27T01:25:28.961" v="1820"/>
          <ac:picMkLst>
            <pc:docMk/>
            <pc:sldMk cId="2722507039" sldId="296"/>
            <ac:picMk id="9" creationId="{BE3D3372-84A3-0C0C-5E34-6CB3D01EE18F}"/>
          </ac:picMkLst>
        </pc:picChg>
      </pc:sldChg>
      <pc:sldChg chg="addSp delSp modSp add del mod">
        <pc:chgData name="Arkar Than Win" userId="3c8250a4-c36e-434c-9640-1ec1d94cea55" providerId="ADAL" clId="{43480E00-951E-4B10-A21F-AA0E3C733DEE}" dt="2024-05-29T04:08:40.097" v="6452" actId="47"/>
        <pc:sldMkLst>
          <pc:docMk/>
          <pc:sldMk cId="640274822" sldId="297"/>
        </pc:sldMkLst>
        <pc:grpChg chg="add del mod">
          <ac:chgData name="Arkar Than Win" userId="3c8250a4-c36e-434c-9640-1ec1d94cea55" providerId="ADAL" clId="{43480E00-951E-4B10-A21F-AA0E3C733DEE}" dt="2024-05-29T04:08:11.950" v="6441" actId="21"/>
          <ac:grpSpMkLst>
            <pc:docMk/>
            <pc:sldMk cId="640274822" sldId="297"/>
            <ac:grpSpMk id="2" creationId="{67C6974F-6501-1373-9D02-0F4D927E24A9}"/>
          </ac:grpSpMkLst>
        </pc:grpChg>
        <pc:grpChg chg="del">
          <ac:chgData name="Arkar Than Win" userId="3c8250a4-c36e-434c-9640-1ec1d94cea55" providerId="ADAL" clId="{43480E00-951E-4B10-A21F-AA0E3C733DEE}" dt="2024-05-27T00:56:57.458" v="1183" actId="478"/>
          <ac:grpSpMkLst>
            <pc:docMk/>
            <pc:sldMk cId="640274822" sldId="297"/>
            <ac:grpSpMk id="11" creationId="{8DB8C02B-58E9-F8AE-B2CB-1CD05A1ADA75}"/>
          </ac:grpSpMkLst>
        </pc:grpChg>
        <pc:grpChg chg="del">
          <ac:chgData name="Arkar Than Win" userId="3c8250a4-c36e-434c-9640-1ec1d94cea55" providerId="ADAL" clId="{43480E00-951E-4B10-A21F-AA0E3C733DEE}" dt="2024-05-27T00:56:57.458" v="1183" actId="478"/>
          <ac:grpSpMkLst>
            <pc:docMk/>
            <pc:sldMk cId="640274822" sldId="297"/>
            <ac:grpSpMk id="32" creationId="{948B8E7D-2B4F-3430-F0D3-12A4B653B641}"/>
          </ac:grpSpMkLst>
        </pc:grpChg>
        <pc:grpChg chg="add del mod">
          <ac:chgData name="Arkar Than Win" userId="3c8250a4-c36e-434c-9640-1ec1d94cea55" providerId="ADAL" clId="{43480E00-951E-4B10-A21F-AA0E3C733DEE}" dt="2024-05-29T04:08:11.950" v="6441" actId="21"/>
          <ac:grpSpMkLst>
            <pc:docMk/>
            <pc:sldMk cId="640274822" sldId="297"/>
            <ac:grpSpMk id="41" creationId="{9053D148-A659-B9F5-317D-E3B294A5749F}"/>
          </ac:grpSpMkLst>
        </pc:grpChg>
        <pc:grpChg chg="add mod">
          <ac:chgData name="Arkar Than Win" userId="3c8250a4-c36e-434c-9640-1ec1d94cea55" providerId="ADAL" clId="{43480E00-951E-4B10-A21F-AA0E3C733DEE}" dt="2024-05-27T03:02:09.121" v="2733" actId="164"/>
          <ac:grpSpMkLst>
            <pc:docMk/>
            <pc:sldMk cId="640274822" sldId="297"/>
            <ac:grpSpMk id="42" creationId="{1B57C667-2035-1C1E-8106-3EBA8D8706C6}"/>
          </ac:grpSpMkLst>
        </pc:grpChg>
        <pc:grpChg chg="add mod">
          <ac:chgData name="Arkar Than Win" userId="3c8250a4-c36e-434c-9640-1ec1d94cea55" providerId="ADAL" clId="{43480E00-951E-4B10-A21F-AA0E3C733DEE}" dt="2024-05-27T03:02:09.121" v="2733" actId="164"/>
          <ac:grpSpMkLst>
            <pc:docMk/>
            <pc:sldMk cId="640274822" sldId="297"/>
            <ac:grpSpMk id="47" creationId="{8DB8C02B-58E9-F8AE-B2CB-1CD05A1ADA75}"/>
          </ac:grpSpMkLst>
        </pc:grpChg>
        <pc:grpChg chg="add del mod">
          <ac:chgData name="Arkar Than Win" userId="3c8250a4-c36e-434c-9640-1ec1d94cea55" providerId="ADAL" clId="{43480E00-951E-4B10-A21F-AA0E3C733DEE}" dt="2024-05-29T04:08:04.555" v="6438" actId="21"/>
          <ac:grpSpMkLst>
            <pc:docMk/>
            <pc:sldMk cId="640274822" sldId="297"/>
            <ac:grpSpMk id="54" creationId="{BA16C32E-4C8F-E629-5ED6-58937F0805ED}"/>
          </ac:grpSpMkLst>
        </pc:grpChg>
        <pc:grpChg chg="add del mod">
          <ac:chgData name="Arkar Than Win" userId="3c8250a4-c36e-434c-9640-1ec1d94cea55" providerId="ADAL" clId="{43480E00-951E-4B10-A21F-AA0E3C733DEE}" dt="2024-05-27T03:10:01.088" v="2860" actId="165"/>
          <ac:grpSpMkLst>
            <pc:docMk/>
            <pc:sldMk cId="640274822" sldId="297"/>
            <ac:grpSpMk id="55" creationId="{D47810A3-64DC-6AEE-2648-1D48D45D58ED}"/>
          </ac:grpSpMkLst>
        </pc:grpChg>
        <pc:grpChg chg="del mod topLvl">
          <ac:chgData name="Arkar Than Win" userId="3c8250a4-c36e-434c-9640-1ec1d94cea55" providerId="ADAL" clId="{43480E00-951E-4B10-A21F-AA0E3C733DEE}" dt="2024-05-29T04:08:02.687" v="6436" actId="478"/>
          <ac:grpSpMkLst>
            <pc:docMk/>
            <pc:sldMk cId="640274822" sldId="297"/>
            <ac:grpSpMk id="56" creationId="{23959835-7BE0-DC99-AB42-11076E4247D8}"/>
          </ac:grpSpMkLst>
        </pc:grpChg>
        <pc:grpChg chg="del mod topLvl">
          <ac:chgData name="Arkar Than Win" userId="3c8250a4-c36e-434c-9640-1ec1d94cea55" providerId="ADAL" clId="{43480E00-951E-4B10-A21F-AA0E3C733DEE}" dt="2024-05-29T04:08:03.331" v="6437" actId="478"/>
          <ac:grpSpMkLst>
            <pc:docMk/>
            <pc:sldMk cId="640274822" sldId="297"/>
            <ac:grpSpMk id="57" creationId="{3CC77B12-FC71-881C-A725-20E2E2F79C35}"/>
          </ac:grpSpMkLst>
        </pc:grpChg>
        <pc:picChg chg="mod">
          <ac:chgData name="Arkar Than Win" userId="3c8250a4-c36e-434c-9640-1ec1d94cea55" providerId="ADAL" clId="{43480E00-951E-4B10-A21F-AA0E3C733DEE}" dt="2024-05-27T00:57:16.274" v="1187"/>
          <ac:picMkLst>
            <pc:docMk/>
            <pc:sldMk cId="640274822" sldId="297"/>
            <ac:picMk id="3" creationId="{8FDB71FF-6757-3F9C-C14B-6C8110AE56FA}"/>
          </ac:picMkLst>
        </pc:picChg>
        <pc:picChg chg="mod">
          <ac:chgData name="Arkar Than Win" userId="3c8250a4-c36e-434c-9640-1ec1d94cea55" providerId="ADAL" clId="{43480E00-951E-4B10-A21F-AA0E3C733DEE}" dt="2024-05-27T00:57:16.274" v="1187"/>
          <ac:picMkLst>
            <pc:docMk/>
            <pc:sldMk cId="640274822" sldId="297"/>
            <ac:picMk id="4" creationId="{BBA65CD7-A275-1B41-CFA4-AD3F5F5EE331}"/>
          </ac:picMkLst>
        </pc:picChg>
        <pc:picChg chg="del">
          <ac:chgData name="Arkar Than Win" userId="3c8250a4-c36e-434c-9640-1ec1d94cea55" providerId="ADAL" clId="{43480E00-951E-4B10-A21F-AA0E3C733DEE}" dt="2024-05-27T00:56:57.458" v="1183" actId="478"/>
          <ac:picMkLst>
            <pc:docMk/>
            <pc:sldMk cId="640274822" sldId="297"/>
            <ac:picMk id="5" creationId="{91B0F25F-216D-3E42-E376-2F3926AF2650}"/>
          </ac:picMkLst>
        </pc:picChg>
        <pc:picChg chg="mod">
          <ac:chgData name="Arkar Than Win" userId="3c8250a4-c36e-434c-9640-1ec1d94cea55" providerId="ADAL" clId="{43480E00-951E-4B10-A21F-AA0E3C733DEE}" dt="2024-05-27T00:57:16.274" v="1187"/>
          <ac:picMkLst>
            <pc:docMk/>
            <pc:sldMk cId="640274822" sldId="297"/>
            <ac:picMk id="6" creationId="{DC546C2C-C4FE-9CC8-8C08-25FBEC03C1C4}"/>
          </ac:picMkLst>
        </pc:picChg>
        <pc:picChg chg="del">
          <ac:chgData name="Arkar Than Win" userId="3c8250a4-c36e-434c-9640-1ec1d94cea55" providerId="ADAL" clId="{43480E00-951E-4B10-A21F-AA0E3C733DEE}" dt="2024-05-27T00:56:57.458" v="1183" actId="478"/>
          <ac:picMkLst>
            <pc:docMk/>
            <pc:sldMk cId="640274822" sldId="297"/>
            <ac:picMk id="7" creationId="{AB8E1F93-95AA-554B-4CC2-3199E19469B8}"/>
          </ac:picMkLst>
        </pc:picChg>
        <pc:picChg chg="mod">
          <ac:chgData name="Arkar Than Win" userId="3c8250a4-c36e-434c-9640-1ec1d94cea55" providerId="ADAL" clId="{43480E00-951E-4B10-A21F-AA0E3C733DEE}" dt="2024-05-27T00:57:16.274" v="1187"/>
          <ac:picMkLst>
            <pc:docMk/>
            <pc:sldMk cId="640274822" sldId="297"/>
            <ac:picMk id="8" creationId="{8CF46033-4147-49EB-6054-5D34C2C9EA73}"/>
          </ac:picMkLst>
        </pc:picChg>
        <pc:picChg chg="del">
          <ac:chgData name="Arkar Than Win" userId="3c8250a4-c36e-434c-9640-1ec1d94cea55" providerId="ADAL" clId="{43480E00-951E-4B10-A21F-AA0E3C733DEE}" dt="2024-05-27T00:56:57.458" v="1183" actId="478"/>
          <ac:picMkLst>
            <pc:docMk/>
            <pc:sldMk cId="640274822" sldId="297"/>
            <ac:picMk id="9" creationId="{3FA96226-EAD5-E853-B19E-B30DEDC0B004}"/>
          </ac:picMkLst>
        </pc:picChg>
        <pc:picChg chg="mod">
          <ac:chgData name="Arkar Than Win" userId="3c8250a4-c36e-434c-9640-1ec1d94cea55" providerId="ADAL" clId="{43480E00-951E-4B10-A21F-AA0E3C733DEE}" dt="2024-05-27T00:57:16.274" v="1187"/>
          <ac:picMkLst>
            <pc:docMk/>
            <pc:sldMk cId="640274822" sldId="297"/>
            <ac:picMk id="13" creationId="{BEACD906-80E4-3310-EBEA-FAF28E9E057A}"/>
          </ac:picMkLst>
        </pc:picChg>
        <pc:picChg chg="mod">
          <ac:chgData name="Arkar Than Win" userId="3c8250a4-c36e-434c-9640-1ec1d94cea55" providerId="ADAL" clId="{43480E00-951E-4B10-A21F-AA0E3C733DEE}" dt="2024-05-27T00:57:16.274" v="1187"/>
          <ac:picMkLst>
            <pc:docMk/>
            <pc:sldMk cId="640274822" sldId="297"/>
            <ac:picMk id="33" creationId="{F98BDA33-C3D4-B230-90AB-34A4465E9E67}"/>
          </ac:picMkLst>
        </pc:picChg>
        <pc:picChg chg="mod">
          <ac:chgData name="Arkar Than Win" userId="3c8250a4-c36e-434c-9640-1ec1d94cea55" providerId="ADAL" clId="{43480E00-951E-4B10-A21F-AA0E3C733DEE}" dt="2024-05-27T00:57:16.274" v="1187"/>
          <ac:picMkLst>
            <pc:docMk/>
            <pc:sldMk cId="640274822" sldId="297"/>
            <ac:picMk id="34" creationId="{1D5818C4-3C12-640A-5C8D-68A2A2F18961}"/>
          </ac:picMkLst>
        </pc:picChg>
        <pc:picChg chg="mod">
          <ac:chgData name="Arkar Than Win" userId="3c8250a4-c36e-434c-9640-1ec1d94cea55" providerId="ADAL" clId="{43480E00-951E-4B10-A21F-AA0E3C733DEE}" dt="2024-05-27T00:57:16.274" v="1187"/>
          <ac:picMkLst>
            <pc:docMk/>
            <pc:sldMk cId="640274822" sldId="297"/>
            <ac:picMk id="35" creationId="{900033C3-C3DE-4154-EB33-69803FD380DF}"/>
          </ac:picMkLst>
        </pc:picChg>
        <pc:picChg chg="mod">
          <ac:chgData name="Arkar Than Win" userId="3c8250a4-c36e-434c-9640-1ec1d94cea55" providerId="ADAL" clId="{43480E00-951E-4B10-A21F-AA0E3C733DEE}" dt="2024-05-27T00:57:16.274" v="1187"/>
          <ac:picMkLst>
            <pc:docMk/>
            <pc:sldMk cId="640274822" sldId="297"/>
            <ac:picMk id="36" creationId="{7CC7E7BE-AEF6-80CF-DFF2-5F22797C059E}"/>
          </ac:picMkLst>
        </pc:picChg>
        <pc:picChg chg="mod">
          <ac:chgData name="Arkar Than Win" userId="3c8250a4-c36e-434c-9640-1ec1d94cea55" providerId="ADAL" clId="{43480E00-951E-4B10-A21F-AA0E3C733DEE}" dt="2024-05-27T00:57:16.274" v="1187"/>
          <ac:picMkLst>
            <pc:docMk/>
            <pc:sldMk cId="640274822" sldId="297"/>
            <ac:picMk id="37" creationId="{1359F6F9-E426-CB33-9279-EA0B4EDFD270}"/>
          </ac:picMkLst>
        </pc:picChg>
        <pc:picChg chg="mod">
          <ac:chgData name="Arkar Than Win" userId="3c8250a4-c36e-434c-9640-1ec1d94cea55" providerId="ADAL" clId="{43480E00-951E-4B10-A21F-AA0E3C733DEE}" dt="2024-05-27T00:57:16.274" v="1187"/>
          <ac:picMkLst>
            <pc:docMk/>
            <pc:sldMk cId="640274822" sldId="297"/>
            <ac:picMk id="38" creationId="{2FC09618-28D7-7004-5105-6B60E0C5BF4B}"/>
          </ac:picMkLst>
        </pc:picChg>
        <pc:picChg chg="mod">
          <ac:chgData name="Arkar Than Win" userId="3c8250a4-c36e-434c-9640-1ec1d94cea55" providerId="ADAL" clId="{43480E00-951E-4B10-A21F-AA0E3C733DEE}" dt="2024-05-27T00:57:16.274" v="1187"/>
          <ac:picMkLst>
            <pc:docMk/>
            <pc:sldMk cId="640274822" sldId="297"/>
            <ac:picMk id="39" creationId="{B2E5B3ED-FFA1-2C89-8187-ACFDBB5B5449}"/>
          </ac:picMkLst>
        </pc:picChg>
        <pc:picChg chg="add mod">
          <ac:chgData name="Arkar Than Win" userId="3c8250a4-c36e-434c-9640-1ec1d94cea55" providerId="ADAL" clId="{43480E00-951E-4B10-A21F-AA0E3C733DEE}" dt="2024-05-27T01:00:59.883" v="1298" actId="164"/>
          <ac:picMkLst>
            <pc:docMk/>
            <pc:sldMk cId="640274822" sldId="297"/>
            <ac:picMk id="40" creationId="{23C4C44E-AB65-D462-9E5D-CC3AC3392EF7}"/>
          </ac:picMkLst>
        </pc:picChg>
        <pc:picChg chg="mod">
          <ac:chgData name="Arkar Than Win" userId="3c8250a4-c36e-434c-9640-1ec1d94cea55" providerId="ADAL" clId="{43480E00-951E-4B10-A21F-AA0E3C733DEE}" dt="2024-05-27T03:01:06.999" v="2719"/>
          <ac:picMkLst>
            <pc:docMk/>
            <pc:sldMk cId="640274822" sldId="297"/>
            <ac:picMk id="43" creationId="{07BE73BD-5094-8025-8EFB-92EBF43D4505}"/>
          </ac:picMkLst>
        </pc:picChg>
        <pc:picChg chg="mod">
          <ac:chgData name="Arkar Than Win" userId="3c8250a4-c36e-434c-9640-1ec1d94cea55" providerId="ADAL" clId="{43480E00-951E-4B10-A21F-AA0E3C733DEE}" dt="2024-05-27T03:01:06.999" v="2719"/>
          <ac:picMkLst>
            <pc:docMk/>
            <pc:sldMk cId="640274822" sldId="297"/>
            <ac:picMk id="44" creationId="{7E7BE2BA-9929-D81D-68F3-69C52FB17FD5}"/>
          </ac:picMkLst>
        </pc:picChg>
        <pc:picChg chg="mod">
          <ac:chgData name="Arkar Than Win" userId="3c8250a4-c36e-434c-9640-1ec1d94cea55" providerId="ADAL" clId="{43480E00-951E-4B10-A21F-AA0E3C733DEE}" dt="2024-05-27T03:01:06.999" v="2719"/>
          <ac:picMkLst>
            <pc:docMk/>
            <pc:sldMk cId="640274822" sldId="297"/>
            <ac:picMk id="45" creationId="{5884B1D9-51F2-EB6B-B160-ECE4756B5666}"/>
          </ac:picMkLst>
        </pc:picChg>
        <pc:picChg chg="mod">
          <ac:chgData name="Arkar Than Win" userId="3c8250a4-c36e-434c-9640-1ec1d94cea55" providerId="ADAL" clId="{43480E00-951E-4B10-A21F-AA0E3C733DEE}" dt="2024-05-27T03:01:06.999" v="2719"/>
          <ac:picMkLst>
            <pc:docMk/>
            <pc:sldMk cId="640274822" sldId="297"/>
            <ac:picMk id="46" creationId="{D729C33F-AF12-3CA7-36AF-A045FC8B65B2}"/>
          </ac:picMkLst>
        </pc:picChg>
        <pc:picChg chg="mod">
          <ac:chgData name="Arkar Than Win" userId="3c8250a4-c36e-434c-9640-1ec1d94cea55" providerId="ADAL" clId="{43480E00-951E-4B10-A21F-AA0E3C733DEE}" dt="2024-05-27T03:01:32.343" v="2725" actId="207"/>
          <ac:picMkLst>
            <pc:docMk/>
            <pc:sldMk cId="640274822" sldId="297"/>
            <ac:picMk id="48" creationId="{8D256D99-FC47-515C-96FC-9BF65B236C72}"/>
          </ac:picMkLst>
        </pc:picChg>
        <pc:picChg chg="mod">
          <ac:chgData name="Arkar Than Win" userId="3c8250a4-c36e-434c-9640-1ec1d94cea55" providerId="ADAL" clId="{43480E00-951E-4B10-A21F-AA0E3C733DEE}" dt="2024-05-27T03:01:32.343" v="2725" actId="207"/>
          <ac:picMkLst>
            <pc:docMk/>
            <pc:sldMk cId="640274822" sldId="297"/>
            <ac:picMk id="49" creationId="{4D3AC329-CD26-57FB-CC72-E6C88FEF53D4}"/>
          </ac:picMkLst>
        </pc:picChg>
        <pc:picChg chg="mod">
          <ac:chgData name="Arkar Than Win" userId="3c8250a4-c36e-434c-9640-1ec1d94cea55" providerId="ADAL" clId="{43480E00-951E-4B10-A21F-AA0E3C733DEE}" dt="2024-05-27T03:01:32.343" v="2725" actId="207"/>
          <ac:picMkLst>
            <pc:docMk/>
            <pc:sldMk cId="640274822" sldId="297"/>
            <ac:picMk id="50" creationId="{4C1DCBBC-3DB8-656D-AAF6-6B98F8ABAD14}"/>
          </ac:picMkLst>
        </pc:picChg>
        <pc:picChg chg="mod">
          <ac:chgData name="Arkar Than Win" userId="3c8250a4-c36e-434c-9640-1ec1d94cea55" providerId="ADAL" clId="{43480E00-951E-4B10-A21F-AA0E3C733DEE}" dt="2024-05-27T03:01:32.343" v="2725" actId="207"/>
          <ac:picMkLst>
            <pc:docMk/>
            <pc:sldMk cId="640274822" sldId="297"/>
            <ac:picMk id="51" creationId="{7D1D081D-9033-2611-3D4D-7A5A39160761}"/>
          </ac:picMkLst>
        </pc:picChg>
        <pc:picChg chg="mod">
          <ac:chgData name="Arkar Than Win" userId="3c8250a4-c36e-434c-9640-1ec1d94cea55" providerId="ADAL" clId="{43480E00-951E-4B10-A21F-AA0E3C733DEE}" dt="2024-05-27T03:01:32.343" v="2725" actId="207"/>
          <ac:picMkLst>
            <pc:docMk/>
            <pc:sldMk cId="640274822" sldId="297"/>
            <ac:picMk id="52" creationId="{E0012D08-41C9-997F-AB9E-21BA3387649D}"/>
          </ac:picMkLst>
        </pc:picChg>
        <pc:picChg chg="mod">
          <ac:chgData name="Arkar Than Win" userId="3c8250a4-c36e-434c-9640-1ec1d94cea55" providerId="ADAL" clId="{43480E00-951E-4B10-A21F-AA0E3C733DEE}" dt="2024-05-27T03:01:32.343" v="2725" actId="207"/>
          <ac:picMkLst>
            <pc:docMk/>
            <pc:sldMk cId="640274822" sldId="297"/>
            <ac:picMk id="53" creationId="{FB58444E-E101-BCE6-BC97-53FAFE5BC875}"/>
          </ac:picMkLst>
        </pc:picChg>
        <pc:picChg chg="mod">
          <ac:chgData name="Arkar Than Win" userId="3c8250a4-c36e-434c-9640-1ec1d94cea55" providerId="ADAL" clId="{43480E00-951E-4B10-A21F-AA0E3C733DEE}" dt="2024-05-27T03:10:01.088" v="2860" actId="165"/>
          <ac:picMkLst>
            <pc:docMk/>
            <pc:sldMk cId="640274822" sldId="297"/>
            <ac:picMk id="58" creationId="{653C201C-608C-143F-DF78-A66756DC1AF6}"/>
          </ac:picMkLst>
        </pc:picChg>
        <pc:picChg chg="mod">
          <ac:chgData name="Arkar Than Win" userId="3c8250a4-c36e-434c-9640-1ec1d94cea55" providerId="ADAL" clId="{43480E00-951E-4B10-A21F-AA0E3C733DEE}" dt="2024-05-27T03:10:01.088" v="2860" actId="165"/>
          <ac:picMkLst>
            <pc:docMk/>
            <pc:sldMk cId="640274822" sldId="297"/>
            <ac:picMk id="59" creationId="{DF8A8651-1072-FD3F-16C3-20D4B57A76B1}"/>
          </ac:picMkLst>
        </pc:picChg>
        <pc:picChg chg="mod">
          <ac:chgData name="Arkar Than Win" userId="3c8250a4-c36e-434c-9640-1ec1d94cea55" providerId="ADAL" clId="{43480E00-951E-4B10-A21F-AA0E3C733DEE}" dt="2024-05-27T03:10:01.088" v="2860" actId="165"/>
          <ac:picMkLst>
            <pc:docMk/>
            <pc:sldMk cId="640274822" sldId="297"/>
            <ac:picMk id="60" creationId="{DB378EBC-7706-1F6E-82F2-9977914EABE2}"/>
          </ac:picMkLst>
        </pc:picChg>
        <pc:picChg chg="mod">
          <ac:chgData name="Arkar Than Win" userId="3c8250a4-c36e-434c-9640-1ec1d94cea55" providerId="ADAL" clId="{43480E00-951E-4B10-A21F-AA0E3C733DEE}" dt="2024-05-27T03:10:01.088" v="2860" actId="165"/>
          <ac:picMkLst>
            <pc:docMk/>
            <pc:sldMk cId="640274822" sldId="297"/>
            <ac:picMk id="61" creationId="{93C50BE8-3A7B-F4FE-9BE8-92178C48463D}"/>
          </ac:picMkLst>
        </pc:picChg>
        <pc:picChg chg="mod">
          <ac:chgData name="Arkar Than Win" userId="3c8250a4-c36e-434c-9640-1ec1d94cea55" providerId="ADAL" clId="{43480E00-951E-4B10-A21F-AA0E3C733DEE}" dt="2024-05-27T03:10:01.088" v="2860" actId="165"/>
          <ac:picMkLst>
            <pc:docMk/>
            <pc:sldMk cId="640274822" sldId="297"/>
            <ac:picMk id="62" creationId="{D5DD485D-7C2E-051E-F73F-F4E6BB690691}"/>
          </ac:picMkLst>
        </pc:picChg>
        <pc:picChg chg="mod">
          <ac:chgData name="Arkar Than Win" userId="3c8250a4-c36e-434c-9640-1ec1d94cea55" providerId="ADAL" clId="{43480E00-951E-4B10-A21F-AA0E3C733DEE}" dt="2024-05-27T03:10:01.088" v="2860" actId="165"/>
          <ac:picMkLst>
            <pc:docMk/>
            <pc:sldMk cId="640274822" sldId="297"/>
            <ac:picMk id="63" creationId="{F4CAA694-4EA0-C4C6-93A1-E7087C481B32}"/>
          </ac:picMkLst>
        </pc:picChg>
        <pc:picChg chg="mod">
          <ac:chgData name="Arkar Than Win" userId="3c8250a4-c36e-434c-9640-1ec1d94cea55" providerId="ADAL" clId="{43480E00-951E-4B10-A21F-AA0E3C733DEE}" dt="2024-05-27T03:10:01.088" v="2860" actId="165"/>
          <ac:picMkLst>
            <pc:docMk/>
            <pc:sldMk cId="640274822" sldId="297"/>
            <ac:picMk id="64" creationId="{575E85B3-4380-0B58-DC57-2FB55824F240}"/>
          </ac:picMkLst>
        </pc:picChg>
        <pc:picChg chg="mod">
          <ac:chgData name="Arkar Than Win" userId="3c8250a4-c36e-434c-9640-1ec1d94cea55" providerId="ADAL" clId="{43480E00-951E-4B10-A21F-AA0E3C733DEE}" dt="2024-05-27T03:10:01.088" v="2860" actId="165"/>
          <ac:picMkLst>
            <pc:docMk/>
            <pc:sldMk cId="640274822" sldId="297"/>
            <ac:picMk id="65" creationId="{38A04155-C0A2-B7FE-5026-A151DB5F6483}"/>
          </ac:picMkLst>
        </pc:picChg>
        <pc:picChg chg="mod">
          <ac:chgData name="Arkar Than Win" userId="3c8250a4-c36e-434c-9640-1ec1d94cea55" providerId="ADAL" clId="{43480E00-951E-4B10-A21F-AA0E3C733DEE}" dt="2024-05-27T03:10:01.088" v="2860" actId="165"/>
          <ac:picMkLst>
            <pc:docMk/>
            <pc:sldMk cId="640274822" sldId="297"/>
            <ac:picMk id="66" creationId="{CF60CF79-6F27-1C86-5F76-AEAB25F212AB}"/>
          </ac:picMkLst>
        </pc:picChg>
        <pc:picChg chg="mod">
          <ac:chgData name="Arkar Than Win" userId="3c8250a4-c36e-434c-9640-1ec1d94cea55" providerId="ADAL" clId="{43480E00-951E-4B10-A21F-AA0E3C733DEE}" dt="2024-05-27T03:10:01.088" v="2860" actId="165"/>
          <ac:picMkLst>
            <pc:docMk/>
            <pc:sldMk cId="640274822" sldId="297"/>
            <ac:picMk id="67" creationId="{F4D68CAE-D1BD-656F-E2CE-6997EB619219}"/>
          </ac:picMkLst>
        </pc:picChg>
        <pc:picChg chg="add mod">
          <ac:chgData name="Arkar Than Win" userId="3c8250a4-c36e-434c-9640-1ec1d94cea55" providerId="ADAL" clId="{43480E00-951E-4B10-A21F-AA0E3C733DEE}" dt="2024-05-27T01:00:59.883" v="1298" actId="164"/>
          <ac:picMkLst>
            <pc:docMk/>
            <pc:sldMk cId="640274822" sldId="297"/>
            <ac:picMk id="101" creationId="{74BE00D4-C10D-834A-2DB5-A733656622CE}"/>
          </ac:picMkLst>
        </pc:picChg>
        <pc:picChg chg="add mod ord">
          <ac:chgData name="Arkar Than Win" userId="3c8250a4-c36e-434c-9640-1ec1d94cea55" providerId="ADAL" clId="{43480E00-951E-4B10-A21F-AA0E3C733DEE}" dt="2024-05-27T01:00:59.883" v="1298" actId="164"/>
          <ac:picMkLst>
            <pc:docMk/>
            <pc:sldMk cId="640274822" sldId="297"/>
            <ac:picMk id="103" creationId="{6B11B6CE-CD0E-FC3A-FA62-B5C98E729245}"/>
          </ac:picMkLst>
        </pc:picChg>
        <pc:picChg chg="add mod">
          <ac:chgData name="Arkar Than Win" userId="3c8250a4-c36e-434c-9640-1ec1d94cea55" providerId="ADAL" clId="{43480E00-951E-4B10-A21F-AA0E3C733DEE}" dt="2024-05-27T01:00:59.883" v="1298" actId="164"/>
          <ac:picMkLst>
            <pc:docMk/>
            <pc:sldMk cId="640274822" sldId="297"/>
            <ac:picMk id="105" creationId="{C07CD181-4308-20BB-BF2A-6ADA24E7B8F4}"/>
          </ac:picMkLst>
        </pc:picChg>
        <pc:picChg chg="add mod">
          <ac:chgData name="Arkar Than Win" userId="3c8250a4-c36e-434c-9640-1ec1d94cea55" providerId="ADAL" clId="{43480E00-951E-4B10-A21F-AA0E3C733DEE}" dt="2024-05-27T01:00:59.883" v="1298" actId="164"/>
          <ac:picMkLst>
            <pc:docMk/>
            <pc:sldMk cId="640274822" sldId="297"/>
            <ac:picMk id="107" creationId="{FB44EFE5-F9DC-9423-AC30-1E5711DD2127}"/>
          </ac:picMkLst>
        </pc:picChg>
        <pc:picChg chg="add mod">
          <ac:chgData name="Arkar Than Win" userId="3c8250a4-c36e-434c-9640-1ec1d94cea55" providerId="ADAL" clId="{43480E00-951E-4B10-A21F-AA0E3C733DEE}" dt="2024-05-27T01:00:59.883" v="1298" actId="164"/>
          <ac:picMkLst>
            <pc:docMk/>
            <pc:sldMk cId="640274822" sldId="297"/>
            <ac:picMk id="109" creationId="{A21A3A76-1D1E-3A71-14C9-00578D1E56C2}"/>
          </ac:picMkLst>
        </pc:picChg>
        <pc:picChg chg="add mod">
          <ac:chgData name="Arkar Than Win" userId="3c8250a4-c36e-434c-9640-1ec1d94cea55" providerId="ADAL" clId="{43480E00-951E-4B10-A21F-AA0E3C733DEE}" dt="2024-05-27T01:00:59.883" v="1298" actId="164"/>
          <ac:picMkLst>
            <pc:docMk/>
            <pc:sldMk cId="640274822" sldId="297"/>
            <ac:picMk id="111" creationId="{1D9EF3A7-3A15-2828-AF18-A1531B1642BD}"/>
          </ac:picMkLst>
        </pc:picChg>
        <pc:picChg chg="add mod">
          <ac:chgData name="Arkar Than Win" userId="3c8250a4-c36e-434c-9640-1ec1d94cea55" providerId="ADAL" clId="{43480E00-951E-4B10-A21F-AA0E3C733DEE}" dt="2024-05-27T01:00:59.883" v="1298" actId="164"/>
          <ac:picMkLst>
            <pc:docMk/>
            <pc:sldMk cId="640274822" sldId="297"/>
            <ac:picMk id="113" creationId="{48988860-0560-EED0-F398-1E35692C8605}"/>
          </ac:picMkLst>
        </pc:picChg>
        <pc:picChg chg="add mod">
          <ac:chgData name="Arkar Than Win" userId="3c8250a4-c36e-434c-9640-1ec1d94cea55" providerId="ADAL" clId="{43480E00-951E-4B10-A21F-AA0E3C733DEE}" dt="2024-05-27T01:00:59.883" v="1298" actId="164"/>
          <ac:picMkLst>
            <pc:docMk/>
            <pc:sldMk cId="640274822" sldId="297"/>
            <ac:picMk id="115" creationId="{43DB71D3-C60F-65A3-D49F-58D5CC5CF3E9}"/>
          </ac:picMkLst>
        </pc:picChg>
        <pc:picChg chg="add mod ord">
          <ac:chgData name="Arkar Than Win" userId="3c8250a4-c36e-434c-9640-1ec1d94cea55" providerId="ADAL" clId="{43480E00-951E-4B10-A21F-AA0E3C733DEE}" dt="2024-05-27T01:00:59.883" v="1298" actId="164"/>
          <ac:picMkLst>
            <pc:docMk/>
            <pc:sldMk cId="640274822" sldId="297"/>
            <ac:picMk id="117" creationId="{E88FAA24-F9B9-FFED-76AE-318429BE228C}"/>
          </ac:picMkLst>
        </pc:picChg>
        <pc:picChg chg="add mod">
          <ac:chgData name="Arkar Than Win" userId="3c8250a4-c36e-434c-9640-1ec1d94cea55" providerId="ADAL" clId="{43480E00-951E-4B10-A21F-AA0E3C733DEE}" dt="2024-05-27T01:00:59.883" v="1298" actId="164"/>
          <ac:picMkLst>
            <pc:docMk/>
            <pc:sldMk cId="640274822" sldId="297"/>
            <ac:picMk id="119" creationId="{7849536F-3D3F-5EF9-C085-B8CF74C5CC08}"/>
          </ac:picMkLst>
        </pc:picChg>
        <pc:picChg chg="add mod">
          <ac:chgData name="Arkar Than Win" userId="3c8250a4-c36e-434c-9640-1ec1d94cea55" providerId="ADAL" clId="{43480E00-951E-4B10-A21F-AA0E3C733DEE}" dt="2024-05-27T01:00:59.883" v="1298" actId="164"/>
          <ac:picMkLst>
            <pc:docMk/>
            <pc:sldMk cId="640274822" sldId="297"/>
            <ac:picMk id="127" creationId="{CB1A5E37-A479-73F3-ED5C-E5FE8D0EC202}"/>
          </ac:picMkLst>
        </pc:picChg>
      </pc:sldChg>
      <pc:sldChg chg="addSp delSp modSp add mod delAnim modAnim modNotesTx">
        <pc:chgData name="Arkar Than Win" userId="3c8250a4-c36e-434c-9640-1ec1d94cea55" providerId="ADAL" clId="{43480E00-951E-4B10-A21F-AA0E3C733DEE}" dt="2024-05-29T04:39:19.617" v="7555" actId="29295"/>
        <pc:sldMkLst>
          <pc:docMk/>
          <pc:sldMk cId="690698490" sldId="298"/>
        </pc:sldMkLst>
        <pc:spChg chg="mod">
          <ac:chgData name="Arkar Than Win" userId="3c8250a4-c36e-434c-9640-1ec1d94cea55" providerId="ADAL" clId="{43480E00-951E-4B10-A21F-AA0E3C733DEE}" dt="2024-05-27T01:19:37.243" v="1651" actId="20577"/>
          <ac:spMkLst>
            <pc:docMk/>
            <pc:sldMk cId="690698490" sldId="298"/>
            <ac:spMk id="2" creationId="{CF74DB7E-CFA7-340D-92D5-29F98B99F8DA}"/>
          </ac:spMkLst>
        </pc:spChg>
        <pc:spChg chg="del">
          <ac:chgData name="Arkar Than Win" userId="3c8250a4-c36e-434c-9640-1ec1d94cea55" providerId="ADAL" clId="{43480E00-951E-4B10-A21F-AA0E3C733DEE}" dt="2024-05-27T01:19:25.473" v="1612" actId="478"/>
          <ac:spMkLst>
            <pc:docMk/>
            <pc:sldMk cId="690698490" sldId="298"/>
            <ac:spMk id="3" creationId="{4D41F93C-BC8B-D4B1-F3DE-9F6BD71B4B23}"/>
          </ac:spMkLst>
        </pc:spChg>
        <pc:spChg chg="add mod topLvl">
          <ac:chgData name="Arkar Than Win" userId="3c8250a4-c36e-434c-9640-1ec1d94cea55" providerId="ADAL" clId="{43480E00-951E-4B10-A21F-AA0E3C733DEE}" dt="2024-05-29T04:36:10.031" v="7503" actId="12788"/>
          <ac:spMkLst>
            <pc:docMk/>
            <pc:sldMk cId="690698490" sldId="298"/>
            <ac:spMk id="3" creationId="{AFD6AB0C-FA26-AB85-1174-1DE34203FB4D}"/>
          </ac:spMkLst>
        </pc:spChg>
        <pc:spChg chg="mod topLvl">
          <ac:chgData name="Arkar Than Win" userId="3c8250a4-c36e-434c-9640-1ec1d94cea55" providerId="ADAL" clId="{43480E00-951E-4B10-A21F-AA0E3C733DEE}" dt="2024-05-29T04:35:26.708" v="7492" actId="164"/>
          <ac:spMkLst>
            <pc:docMk/>
            <pc:sldMk cId="690698490" sldId="298"/>
            <ac:spMk id="5" creationId="{1E761A7E-E9FA-E460-5FFA-58EE9ADAC119}"/>
          </ac:spMkLst>
        </pc:spChg>
        <pc:spChg chg="mod topLvl">
          <ac:chgData name="Arkar Than Win" userId="3c8250a4-c36e-434c-9640-1ec1d94cea55" providerId="ADAL" clId="{43480E00-951E-4B10-A21F-AA0E3C733DEE}" dt="2024-05-29T04:35:26.708" v="7492" actId="164"/>
          <ac:spMkLst>
            <pc:docMk/>
            <pc:sldMk cId="690698490" sldId="298"/>
            <ac:spMk id="6" creationId="{A0D8561B-C376-095F-C8E6-505EED0CD5A0}"/>
          </ac:spMkLst>
        </pc:spChg>
        <pc:spChg chg="add del mod">
          <ac:chgData name="Arkar Than Win" userId="3c8250a4-c36e-434c-9640-1ec1d94cea55" providerId="ADAL" clId="{43480E00-951E-4B10-A21F-AA0E3C733DEE}" dt="2024-05-27T03:24:05.052" v="3217" actId="478"/>
          <ac:spMkLst>
            <pc:docMk/>
            <pc:sldMk cId="690698490" sldId="298"/>
            <ac:spMk id="6" creationId="{B4023636-70B6-5B26-CD9E-0730D9F61063}"/>
          </ac:spMkLst>
        </pc:spChg>
        <pc:spChg chg="add del mod ord">
          <ac:chgData name="Arkar Than Win" userId="3c8250a4-c36e-434c-9640-1ec1d94cea55" providerId="ADAL" clId="{43480E00-951E-4B10-A21F-AA0E3C733DEE}" dt="2024-05-27T03:21:13.331" v="3027"/>
          <ac:spMkLst>
            <pc:docMk/>
            <pc:sldMk cId="690698490" sldId="298"/>
            <ac:spMk id="16" creationId="{5DF14D82-FB51-05BB-F734-588091546667}"/>
          </ac:spMkLst>
        </pc:spChg>
        <pc:spChg chg="add mod topLvl">
          <ac:chgData name="Arkar Than Win" userId="3c8250a4-c36e-434c-9640-1ec1d94cea55" providerId="ADAL" clId="{43480E00-951E-4B10-A21F-AA0E3C733DEE}" dt="2024-05-29T04:35:22.482" v="7491" actId="164"/>
          <ac:spMkLst>
            <pc:docMk/>
            <pc:sldMk cId="690698490" sldId="298"/>
            <ac:spMk id="22" creationId="{C4C5C573-2598-8A83-5EDA-10165612ABFF}"/>
          </ac:spMkLst>
        </pc:spChg>
        <pc:spChg chg="add mod topLvl">
          <ac:chgData name="Arkar Than Win" userId="3c8250a4-c36e-434c-9640-1ec1d94cea55" providerId="ADAL" clId="{43480E00-951E-4B10-A21F-AA0E3C733DEE}" dt="2024-05-29T04:35:22.482" v="7491" actId="164"/>
          <ac:spMkLst>
            <pc:docMk/>
            <pc:sldMk cId="690698490" sldId="298"/>
            <ac:spMk id="23" creationId="{85CBF410-7B64-DAB4-A501-31F3D49AF96E}"/>
          </ac:spMkLst>
        </pc:spChg>
        <pc:spChg chg="add del mod">
          <ac:chgData name="Arkar Than Win" userId="3c8250a4-c36e-434c-9640-1ec1d94cea55" providerId="ADAL" clId="{43480E00-951E-4B10-A21F-AA0E3C733DEE}" dt="2024-05-27T03:23:21.168" v="3072" actId="478"/>
          <ac:spMkLst>
            <pc:docMk/>
            <pc:sldMk cId="690698490" sldId="298"/>
            <ac:spMk id="36" creationId="{887FD4B9-2BA4-E631-06BC-6A2E1C68CC13}"/>
          </ac:spMkLst>
        </pc:spChg>
        <pc:spChg chg="add mod">
          <ac:chgData name="Arkar Than Win" userId="3c8250a4-c36e-434c-9640-1ec1d94cea55" providerId="ADAL" clId="{43480E00-951E-4B10-A21F-AA0E3C733DEE}" dt="2024-05-27T03:51:46.171" v="4155" actId="12788"/>
          <ac:spMkLst>
            <pc:docMk/>
            <pc:sldMk cId="690698490" sldId="298"/>
            <ac:spMk id="37" creationId="{8143991A-2DF6-03BF-805C-1B83129D9D56}"/>
          </ac:spMkLst>
        </pc:spChg>
        <pc:spChg chg="add del mod">
          <ac:chgData name="Arkar Than Win" userId="3c8250a4-c36e-434c-9640-1ec1d94cea55" providerId="ADAL" clId="{43480E00-951E-4B10-A21F-AA0E3C733DEE}" dt="2024-05-27T03:24:08.196" v="3218" actId="478"/>
          <ac:spMkLst>
            <pc:docMk/>
            <pc:sldMk cId="690698490" sldId="298"/>
            <ac:spMk id="39" creationId="{EE4574F3-C6CA-D370-D215-3A34255C2EEE}"/>
          </ac:spMkLst>
        </pc:spChg>
        <pc:spChg chg="add del mod">
          <ac:chgData name="Arkar Than Win" userId="3c8250a4-c36e-434c-9640-1ec1d94cea55" providerId="ADAL" clId="{43480E00-951E-4B10-A21F-AA0E3C733DEE}" dt="2024-05-27T03:32:23.690" v="3418" actId="478"/>
          <ac:spMkLst>
            <pc:docMk/>
            <pc:sldMk cId="690698490" sldId="298"/>
            <ac:spMk id="42" creationId="{77FBB7EF-591F-2CEB-F31A-93A9F1D3421A}"/>
          </ac:spMkLst>
        </pc:spChg>
        <pc:spChg chg="add del mod">
          <ac:chgData name="Arkar Than Win" userId="3c8250a4-c36e-434c-9640-1ec1d94cea55" providerId="ADAL" clId="{43480E00-951E-4B10-A21F-AA0E3C733DEE}" dt="2024-05-27T03:32:22.433" v="3417" actId="478"/>
          <ac:spMkLst>
            <pc:docMk/>
            <pc:sldMk cId="690698490" sldId="298"/>
            <ac:spMk id="43" creationId="{E7AA24BF-660F-39D8-582F-58649B889F71}"/>
          </ac:spMkLst>
        </pc:spChg>
        <pc:spChg chg="add del mod">
          <ac:chgData name="Arkar Than Win" userId="3c8250a4-c36e-434c-9640-1ec1d94cea55" providerId="ADAL" clId="{43480E00-951E-4B10-A21F-AA0E3C733DEE}" dt="2024-05-27T03:32:20.878" v="3416" actId="478"/>
          <ac:spMkLst>
            <pc:docMk/>
            <pc:sldMk cId="690698490" sldId="298"/>
            <ac:spMk id="44" creationId="{52EC66BC-A2D1-4736-E684-C622BE7F8239}"/>
          </ac:spMkLst>
        </pc:spChg>
        <pc:spChg chg="add mod">
          <ac:chgData name="Arkar Than Win" userId="3c8250a4-c36e-434c-9640-1ec1d94cea55" providerId="ADAL" clId="{43480E00-951E-4B10-A21F-AA0E3C733DEE}" dt="2024-05-27T03:50:41.304" v="4143" actId="2711"/>
          <ac:spMkLst>
            <pc:docMk/>
            <pc:sldMk cId="690698490" sldId="298"/>
            <ac:spMk id="45" creationId="{2BBEC30F-48C3-C40F-6E32-451B3624DDD5}"/>
          </ac:spMkLst>
        </pc:spChg>
        <pc:spChg chg="add mod">
          <ac:chgData name="Arkar Than Win" userId="3c8250a4-c36e-434c-9640-1ec1d94cea55" providerId="ADAL" clId="{43480E00-951E-4B10-A21F-AA0E3C733DEE}" dt="2024-05-27T03:50:41.304" v="4143" actId="2711"/>
          <ac:spMkLst>
            <pc:docMk/>
            <pc:sldMk cId="690698490" sldId="298"/>
            <ac:spMk id="46" creationId="{AF640F94-AB5A-FC94-515D-124116EB373E}"/>
          </ac:spMkLst>
        </pc:spChg>
        <pc:spChg chg="add mod">
          <ac:chgData name="Arkar Than Win" userId="3c8250a4-c36e-434c-9640-1ec1d94cea55" providerId="ADAL" clId="{43480E00-951E-4B10-A21F-AA0E3C733DEE}" dt="2024-05-27T03:50:41.304" v="4143" actId="2711"/>
          <ac:spMkLst>
            <pc:docMk/>
            <pc:sldMk cId="690698490" sldId="298"/>
            <ac:spMk id="47" creationId="{F3D2B9B6-BD07-E822-3CB4-DE0BB9AFC440}"/>
          </ac:spMkLst>
        </pc:spChg>
        <pc:spChg chg="add mod">
          <ac:chgData name="Arkar Than Win" userId="3c8250a4-c36e-434c-9640-1ec1d94cea55" providerId="ADAL" clId="{43480E00-951E-4B10-A21F-AA0E3C733DEE}" dt="2024-05-27T03:50:41.304" v="4143" actId="2711"/>
          <ac:spMkLst>
            <pc:docMk/>
            <pc:sldMk cId="690698490" sldId="298"/>
            <ac:spMk id="48" creationId="{66B83DDA-C2AF-81C1-FBAF-AAFA98D9A880}"/>
          </ac:spMkLst>
        </pc:spChg>
        <pc:spChg chg="add del mod">
          <ac:chgData name="Arkar Than Win" userId="3c8250a4-c36e-434c-9640-1ec1d94cea55" providerId="ADAL" clId="{43480E00-951E-4B10-A21F-AA0E3C733DEE}" dt="2024-05-27T03:50:31.034" v="4141" actId="478"/>
          <ac:spMkLst>
            <pc:docMk/>
            <pc:sldMk cId="690698490" sldId="298"/>
            <ac:spMk id="50" creationId="{831285D8-BEE9-6F7A-FD79-659485832EDB}"/>
          </ac:spMkLst>
        </pc:spChg>
        <pc:spChg chg="add del mod">
          <ac:chgData name="Arkar Than Win" userId="3c8250a4-c36e-434c-9640-1ec1d94cea55" providerId="ADAL" clId="{43480E00-951E-4B10-A21F-AA0E3C733DEE}" dt="2024-05-27T03:50:33.079" v="4142" actId="478"/>
          <ac:spMkLst>
            <pc:docMk/>
            <pc:sldMk cId="690698490" sldId="298"/>
            <ac:spMk id="51" creationId="{1B9A6575-7BBD-A8CC-9243-196DD1275FCD}"/>
          </ac:spMkLst>
        </pc:spChg>
        <pc:spChg chg="add del mod">
          <ac:chgData name="Arkar Than Win" userId="3c8250a4-c36e-434c-9640-1ec1d94cea55" providerId="ADAL" clId="{43480E00-951E-4B10-A21F-AA0E3C733DEE}" dt="2024-05-27T03:50:06.966" v="4136" actId="478"/>
          <ac:spMkLst>
            <pc:docMk/>
            <pc:sldMk cId="690698490" sldId="298"/>
            <ac:spMk id="52" creationId="{B510B3CE-7702-86E0-5EEC-E79E9EA64330}"/>
          </ac:spMkLst>
        </pc:spChg>
        <pc:spChg chg="add del mod">
          <ac:chgData name="Arkar Than Win" userId="3c8250a4-c36e-434c-9640-1ec1d94cea55" providerId="ADAL" clId="{43480E00-951E-4B10-A21F-AA0E3C733DEE}" dt="2024-05-27T03:59:02.687" v="4353" actId="21"/>
          <ac:spMkLst>
            <pc:docMk/>
            <pc:sldMk cId="690698490" sldId="298"/>
            <ac:spMk id="58" creationId="{21BFA1D1-ACE7-8849-D622-D8E54DF2429A}"/>
          </ac:spMkLst>
        </pc:spChg>
        <pc:grpChg chg="add del mod">
          <ac:chgData name="Arkar Than Win" userId="3c8250a4-c36e-434c-9640-1ec1d94cea55" providerId="ADAL" clId="{43480E00-951E-4B10-A21F-AA0E3C733DEE}" dt="2024-05-29T03:22:48.929" v="6301" actId="165"/>
          <ac:grpSpMkLst>
            <pc:docMk/>
            <pc:sldMk cId="690698490" sldId="298"/>
            <ac:grpSpMk id="3" creationId="{E0EB7DA0-BB8D-F4FF-20F9-AB4A2EA4CD25}"/>
          </ac:grpSpMkLst>
        </pc:grpChg>
        <pc:grpChg chg="add del mod topLvl">
          <ac:chgData name="Arkar Than Win" userId="3c8250a4-c36e-434c-9640-1ec1d94cea55" providerId="ADAL" clId="{43480E00-951E-4B10-A21F-AA0E3C733DEE}" dt="2024-05-29T04:35:18.297" v="7490" actId="165"/>
          <ac:grpSpMkLst>
            <pc:docMk/>
            <pc:sldMk cId="690698490" sldId="298"/>
            <ac:grpSpMk id="7" creationId="{23881952-C55D-D106-7387-909982964BC9}"/>
          </ac:grpSpMkLst>
        </pc:grpChg>
        <pc:grpChg chg="add del mod ord">
          <ac:chgData name="Arkar Than Win" userId="3c8250a4-c36e-434c-9640-1ec1d94cea55" providerId="ADAL" clId="{43480E00-951E-4B10-A21F-AA0E3C733DEE}" dt="2024-05-27T03:11:50.820" v="2875" actId="478"/>
          <ac:grpSpMkLst>
            <pc:docMk/>
            <pc:sldMk cId="690698490" sldId="298"/>
            <ac:grpSpMk id="7" creationId="{31447244-7479-3E97-A6C3-5C9B1A0CC5B9}"/>
          </ac:grpSpMkLst>
        </pc:grpChg>
        <pc:grpChg chg="add del mod">
          <ac:chgData name="Arkar Than Win" userId="3c8250a4-c36e-434c-9640-1ec1d94cea55" providerId="ADAL" clId="{43480E00-951E-4B10-A21F-AA0E3C733DEE}" dt="2024-05-29T04:35:14.951" v="7489" actId="165"/>
          <ac:grpSpMkLst>
            <pc:docMk/>
            <pc:sldMk cId="690698490" sldId="298"/>
            <ac:grpSpMk id="8" creationId="{97053ECF-087D-2EDD-6FF7-DDD91A466C02}"/>
          </ac:grpSpMkLst>
        </pc:grpChg>
        <pc:grpChg chg="mod topLvl">
          <ac:chgData name="Arkar Than Win" userId="3c8250a4-c36e-434c-9640-1ec1d94cea55" providerId="ADAL" clId="{43480E00-951E-4B10-A21F-AA0E3C733DEE}" dt="2024-05-27T03:41:39.890" v="3638"/>
          <ac:grpSpMkLst>
            <pc:docMk/>
            <pc:sldMk cId="690698490" sldId="298"/>
            <ac:grpSpMk id="9" creationId="{E423D0C1-8F9C-4B20-BCB5-49A18C34412C}"/>
          </ac:grpSpMkLst>
        </pc:grpChg>
        <pc:grpChg chg="add mod">
          <ac:chgData name="Arkar Than Win" userId="3c8250a4-c36e-434c-9640-1ec1d94cea55" providerId="ADAL" clId="{43480E00-951E-4B10-A21F-AA0E3C733DEE}" dt="2024-05-29T04:36:10.031" v="7503" actId="12788"/>
          <ac:grpSpMkLst>
            <pc:docMk/>
            <pc:sldMk cId="690698490" sldId="298"/>
            <ac:grpSpMk id="17" creationId="{E0FF2D21-6977-1023-75D5-C27F09461DA3}"/>
          </ac:grpSpMkLst>
        </pc:grpChg>
        <pc:grpChg chg="add mod">
          <ac:chgData name="Arkar Than Win" userId="3c8250a4-c36e-434c-9640-1ec1d94cea55" providerId="ADAL" clId="{43480E00-951E-4B10-A21F-AA0E3C733DEE}" dt="2024-05-29T04:39:16.209" v="7548" actId="1076"/>
          <ac:grpSpMkLst>
            <pc:docMk/>
            <pc:sldMk cId="690698490" sldId="298"/>
            <ac:grpSpMk id="19" creationId="{AF3E7E17-8632-99C0-286F-9A6312FCA470}"/>
          </ac:grpSpMkLst>
        </pc:grpChg>
        <pc:grpChg chg="add del mod topLvl">
          <ac:chgData name="Arkar Than Win" userId="3c8250a4-c36e-434c-9640-1ec1d94cea55" providerId="ADAL" clId="{43480E00-951E-4B10-A21F-AA0E3C733DEE}" dt="2024-05-29T03:22:46.032" v="6300" actId="165"/>
          <ac:grpSpMkLst>
            <pc:docMk/>
            <pc:sldMk cId="690698490" sldId="298"/>
            <ac:grpSpMk id="24" creationId="{E33754CE-B854-9B4C-95AE-FA7B41E5A4FE}"/>
          </ac:grpSpMkLst>
        </pc:grpChg>
        <pc:grpChg chg="add del mod">
          <ac:chgData name="Arkar Than Win" userId="3c8250a4-c36e-434c-9640-1ec1d94cea55" providerId="ADAL" clId="{43480E00-951E-4B10-A21F-AA0E3C733DEE}" dt="2024-05-27T03:36:28.428" v="3511" actId="165"/>
          <ac:grpSpMkLst>
            <pc:docMk/>
            <pc:sldMk cId="690698490" sldId="298"/>
            <ac:grpSpMk id="25" creationId="{B62BFD0C-5942-FF6A-9366-38951111F78F}"/>
          </ac:grpSpMkLst>
        </pc:grpChg>
        <pc:grpChg chg="add mod ord">
          <ac:chgData name="Arkar Than Win" userId="3c8250a4-c36e-434c-9640-1ec1d94cea55" providerId="ADAL" clId="{43480E00-951E-4B10-A21F-AA0E3C733DEE}" dt="2024-05-27T03:21:13.331" v="3027"/>
          <ac:grpSpMkLst>
            <pc:docMk/>
            <pc:sldMk cId="690698490" sldId="298"/>
            <ac:grpSpMk id="35" creationId="{E1FE848A-CDC4-BA9D-8811-635CA9CD2917}"/>
          </ac:grpSpMkLst>
        </pc:grpChg>
        <pc:grpChg chg="add mod">
          <ac:chgData name="Arkar Than Win" userId="3c8250a4-c36e-434c-9640-1ec1d94cea55" providerId="ADAL" clId="{43480E00-951E-4B10-A21F-AA0E3C733DEE}" dt="2024-05-29T03:23:28.126" v="6307" actId="1076"/>
          <ac:grpSpMkLst>
            <pc:docMk/>
            <pc:sldMk cId="690698490" sldId="298"/>
            <ac:grpSpMk id="49" creationId="{336E3165-2C22-5020-18E5-D580324F2F42}"/>
          </ac:grpSpMkLst>
        </pc:grpChg>
        <pc:graphicFrameChg chg="add mod modGraphic">
          <ac:chgData name="Arkar Than Win" userId="3c8250a4-c36e-434c-9640-1ec1d94cea55" providerId="ADAL" clId="{43480E00-951E-4B10-A21F-AA0E3C733DEE}" dt="2024-05-29T04:16:14.525" v="6871" actId="555"/>
          <ac:graphicFrameMkLst>
            <pc:docMk/>
            <pc:sldMk cId="690698490" sldId="298"/>
            <ac:graphicFrameMk id="57" creationId="{147FDA92-D950-0FE9-5DC6-AAA664EF7385}"/>
          </ac:graphicFrameMkLst>
        </pc:graphicFrameChg>
        <pc:picChg chg="mod topLvl modCrop">
          <ac:chgData name="Arkar Than Win" userId="3c8250a4-c36e-434c-9640-1ec1d94cea55" providerId="ADAL" clId="{43480E00-951E-4B10-A21F-AA0E3C733DEE}" dt="2024-05-29T04:39:19.617" v="7555" actId="29295"/>
          <ac:picMkLst>
            <pc:docMk/>
            <pc:sldMk cId="690698490" sldId="298"/>
            <ac:picMk id="4" creationId="{CC4E3E36-E6B0-3F2D-6E52-BCB0913D352F}"/>
          </ac:picMkLst>
        </pc:picChg>
        <pc:picChg chg="del">
          <ac:chgData name="Arkar Than Win" userId="3c8250a4-c36e-434c-9640-1ec1d94cea55" providerId="ADAL" clId="{43480E00-951E-4B10-A21F-AA0E3C733DEE}" dt="2024-05-27T01:19:21.038" v="1610" actId="478"/>
          <ac:picMkLst>
            <pc:docMk/>
            <pc:sldMk cId="690698490" sldId="298"/>
            <ac:picMk id="5" creationId="{65602C21-7A51-057E-1D8A-A33829ADDD7B}"/>
          </ac:picMkLst>
        </pc:picChg>
        <pc:picChg chg="del mod topLvl">
          <ac:chgData name="Arkar Than Win" userId="3c8250a4-c36e-434c-9640-1ec1d94cea55" providerId="ADAL" clId="{43480E00-951E-4B10-A21F-AA0E3C733DEE}" dt="2024-05-27T03:11:50.820" v="2875" actId="478"/>
          <ac:picMkLst>
            <pc:docMk/>
            <pc:sldMk cId="690698490" sldId="298"/>
            <ac:picMk id="8" creationId="{C9141C2D-74E6-FDC8-94DE-04F9086DF09E}"/>
          </ac:picMkLst>
        </pc:picChg>
        <pc:picChg chg="mod">
          <ac:chgData name="Arkar Than Win" userId="3c8250a4-c36e-434c-9640-1ec1d94cea55" providerId="ADAL" clId="{43480E00-951E-4B10-A21F-AA0E3C733DEE}" dt="2024-05-27T03:41:39.890" v="3638"/>
          <ac:picMkLst>
            <pc:docMk/>
            <pc:sldMk cId="690698490" sldId="298"/>
            <ac:picMk id="10" creationId="{B22DD5AE-22C1-13EE-1186-758EE851108E}"/>
          </ac:picMkLst>
        </pc:picChg>
        <pc:picChg chg="mod">
          <ac:chgData name="Arkar Than Win" userId="3c8250a4-c36e-434c-9640-1ec1d94cea55" providerId="ADAL" clId="{43480E00-951E-4B10-A21F-AA0E3C733DEE}" dt="2024-05-27T03:41:39.890" v="3638"/>
          <ac:picMkLst>
            <pc:docMk/>
            <pc:sldMk cId="690698490" sldId="298"/>
            <ac:picMk id="11" creationId="{106CE30C-BFD1-9E5B-6A06-8EC926C09A1E}"/>
          </ac:picMkLst>
        </pc:picChg>
        <pc:picChg chg="mod">
          <ac:chgData name="Arkar Than Win" userId="3c8250a4-c36e-434c-9640-1ec1d94cea55" providerId="ADAL" clId="{43480E00-951E-4B10-A21F-AA0E3C733DEE}" dt="2024-05-27T03:41:39.890" v="3638"/>
          <ac:picMkLst>
            <pc:docMk/>
            <pc:sldMk cId="690698490" sldId="298"/>
            <ac:picMk id="12" creationId="{CECAA070-D3F2-B73C-3FCC-94D63D6CB6A2}"/>
          </ac:picMkLst>
        </pc:picChg>
        <pc:picChg chg="mod">
          <ac:chgData name="Arkar Than Win" userId="3c8250a4-c36e-434c-9640-1ec1d94cea55" providerId="ADAL" clId="{43480E00-951E-4B10-A21F-AA0E3C733DEE}" dt="2024-05-27T03:41:39.890" v="3638"/>
          <ac:picMkLst>
            <pc:docMk/>
            <pc:sldMk cId="690698490" sldId="298"/>
            <ac:picMk id="13" creationId="{7296D18F-A33C-412C-F3AA-3B12B5AC8150}"/>
          </ac:picMkLst>
        </pc:picChg>
        <pc:picChg chg="mod">
          <ac:chgData name="Arkar Than Win" userId="3c8250a4-c36e-434c-9640-1ec1d94cea55" providerId="ADAL" clId="{43480E00-951E-4B10-A21F-AA0E3C733DEE}" dt="2024-05-27T03:41:39.890" v="3638"/>
          <ac:picMkLst>
            <pc:docMk/>
            <pc:sldMk cId="690698490" sldId="298"/>
            <ac:picMk id="14" creationId="{3151211F-AD7D-3B1F-E594-DB3AAC1EB7A6}"/>
          </ac:picMkLst>
        </pc:picChg>
        <pc:picChg chg="mod">
          <ac:chgData name="Arkar Than Win" userId="3c8250a4-c36e-434c-9640-1ec1d94cea55" providerId="ADAL" clId="{43480E00-951E-4B10-A21F-AA0E3C733DEE}" dt="2024-05-27T03:41:39.890" v="3638"/>
          <ac:picMkLst>
            <pc:docMk/>
            <pc:sldMk cId="690698490" sldId="298"/>
            <ac:picMk id="15" creationId="{0BC3FCFB-CEF0-D615-8ED3-150A3F9A3BEC}"/>
          </ac:picMkLst>
        </pc:picChg>
        <pc:picChg chg="add mod topLvl">
          <ac:chgData name="Arkar Than Win" userId="3c8250a4-c36e-434c-9640-1ec1d94cea55" providerId="ADAL" clId="{43480E00-951E-4B10-A21F-AA0E3C733DEE}" dt="2024-05-29T04:35:22.482" v="7491" actId="164"/>
          <ac:picMkLst>
            <pc:docMk/>
            <pc:sldMk cId="690698490" sldId="298"/>
            <ac:picMk id="18" creationId="{26E7E324-AAAC-FE0A-6E84-060A31127BD8}"/>
          </ac:picMkLst>
        </pc:picChg>
        <pc:picChg chg="add del mod">
          <ac:chgData name="Arkar Than Win" userId="3c8250a4-c36e-434c-9640-1ec1d94cea55" providerId="ADAL" clId="{43480E00-951E-4B10-A21F-AA0E3C733DEE}" dt="2024-05-27T03:17:46.315" v="2958" actId="478"/>
          <ac:picMkLst>
            <pc:docMk/>
            <pc:sldMk cId="690698490" sldId="298"/>
            <ac:picMk id="19" creationId="{B209F520-41D8-3C34-6C6E-F29E6A587E1D}"/>
          </ac:picMkLst>
        </pc:picChg>
        <pc:picChg chg="add del mod">
          <ac:chgData name="Arkar Than Win" userId="3c8250a4-c36e-434c-9640-1ec1d94cea55" providerId="ADAL" clId="{43480E00-951E-4B10-A21F-AA0E3C733DEE}" dt="2024-05-27T03:17:43.737" v="2957" actId="478"/>
          <ac:picMkLst>
            <pc:docMk/>
            <pc:sldMk cId="690698490" sldId="298"/>
            <ac:picMk id="20" creationId="{DD3A7D4D-A128-1BA8-81F7-B20F3E9D55DD}"/>
          </ac:picMkLst>
        </pc:picChg>
        <pc:picChg chg="add del mod">
          <ac:chgData name="Arkar Than Win" userId="3c8250a4-c36e-434c-9640-1ec1d94cea55" providerId="ADAL" clId="{43480E00-951E-4B10-A21F-AA0E3C733DEE}" dt="2024-05-27T03:17:41.929" v="2956" actId="478"/>
          <ac:picMkLst>
            <pc:docMk/>
            <pc:sldMk cId="690698490" sldId="298"/>
            <ac:picMk id="21" creationId="{3F575569-E43C-5732-965D-12432EDB888A}"/>
          </ac:picMkLst>
        </pc:picChg>
        <pc:picChg chg="add del mod">
          <ac:chgData name="Arkar Than Win" userId="3c8250a4-c36e-434c-9640-1ec1d94cea55" providerId="ADAL" clId="{43480E00-951E-4B10-A21F-AA0E3C733DEE}" dt="2024-05-27T03:20:42.704" v="3019" actId="478"/>
          <ac:picMkLst>
            <pc:docMk/>
            <pc:sldMk cId="690698490" sldId="298"/>
            <ac:picMk id="27" creationId="{646B6819-BAF6-C813-A522-CC8AA878B2A4}"/>
          </ac:picMkLst>
        </pc:picChg>
        <pc:picChg chg="add del mod modCrop">
          <ac:chgData name="Arkar Than Win" userId="3c8250a4-c36e-434c-9640-1ec1d94cea55" providerId="ADAL" clId="{43480E00-951E-4B10-A21F-AA0E3C733DEE}" dt="2024-05-27T03:19:20.730" v="2982" actId="478"/>
          <ac:picMkLst>
            <pc:docMk/>
            <pc:sldMk cId="690698490" sldId="298"/>
            <ac:picMk id="29" creationId="{D875A50C-FD11-8D5C-990D-3BDBC037BF1B}"/>
          </ac:picMkLst>
        </pc:picChg>
        <pc:picChg chg="add del mod">
          <ac:chgData name="Arkar Than Win" userId="3c8250a4-c36e-434c-9640-1ec1d94cea55" providerId="ADAL" clId="{43480E00-951E-4B10-A21F-AA0E3C733DEE}" dt="2024-05-27T03:20:32.922" v="3018" actId="478"/>
          <ac:picMkLst>
            <pc:docMk/>
            <pc:sldMk cId="690698490" sldId="298"/>
            <ac:picMk id="31" creationId="{04E3C300-1B2B-D7E1-5427-F0918503F5DB}"/>
          </ac:picMkLst>
        </pc:picChg>
        <pc:picChg chg="add mod modCrop">
          <ac:chgData name="Arkar Than Win" userId="3c8250a4-c36e-434c-9640-1ec1d94cea55" providerId="ADAL" clId="{43480E00-951E-4B10-A21F-AA0E3C733DEE}" dt="2024-05-27T03:21:38.927" v="3033" actId="207"/>
          <ac:picMkLst>
            <pc:docMk/>
            <pc:sldMk cId="690698490" sldId="298"/>
            <ac:picMk id="33" creationId="{8CB7C5A8-C65A-74FE-3006-8D2BDF635B70}"/>
          </ac:picMkLst>
        </pc:picChg>
        <pc:picChg chg="add mod modCrop">
          <ac:chgData name="Arkar Than Win" userId="3c8250a4-c36e-434c-9640-1ec1d94cea55" providerId="ADAL" clId="{43480E00-951E-4B10-A21F-AA0E3C733DEE}" dt="2024-05-27T03:21:38.927" v="3033" actId="207"/>
          <ac:picMkLst>
            <pc:docMk/>
            <pc:sldMk cId="690698490" sldId="298"/>
            <ac:picMk id="34" creationId="{55066D67-B9F8-A47B-62D3-F3F669471BD4}"/>
          </ac:picMkLst>
        </pc:picChg>
        <pc:picChg chg="add del mod">
          <ac:chgData name="Arkar Than Win" userId="3c8250a4-c36e-434c-9640-1ec1d94cea55" providerId="ADAL" clId="{43480E00-951E-4B10-A21F-AA0E3C733DEE}" dt="2024-05-27T03:32:24.476" v="3419" actId="478"/>
          <ac:picMkLst>
            <pc:docMk/>
            <pc:sldMk cId="690698490" sldId="298"/>
            <ac:picMk id="41" creationId="{29C1B1A4-80BF-4411-532A-BA3E97C22176}"/>
          </ac:picMkLst>
        </pc:picChg>
        <pc:picChg chg="add del mod">
          <ac:chgData name="Arkar Than Win" userId="3c8250a4-c36e-434c-9640-1ec1d94cea55" providerId="ADAL" clId="{43480E00-951E-4B10-A21F-AA0E3C733DEE}" dt="2024-05-27T03:50:02.503" v="4133" actId="478"/>
          <ac:picMkLst>
            <pc:docMk/>
            <pc:sldMk cId="690698490" sldId="298"/>
            <ac:picMk id="54" creationId="{B4DCABEA-08D6-9493-D60F-9CBBD0B58639}"/>
          </ac:picMkLst>
        </pc:picChg>
        <pc:picChg chg="add del mod">
          <ac:chgData name="Arkar Than Win" userId="3c8250a4-c36e-434c-9640-1ec1d94cea55" providerId="ADAL" clId="{43480E00-951E-4B10-A21F-AA0E3C733DEE}" dt="2024-05-27T03:50:03.225" v="4134" actId="478"/>
          <ac:picMkLst>
            <pc:docMk/>
            <pc:sldMk cId="690698490" sldId="298"/>
            <ac:picMk id="55" creationId="{E8284B87-4D8E-19A3-B5F5-FCFDF05752ED}"/>
          </ac:picMkLst>
        </pc:picChg>
        <pc:picChg chg="add del mod">
          <ac:chgData name="Arkar Than Win" userId="3c8250a4-c36e-434c-9640-1ec1d94cea55" providerId="ADAL" clId="{43480E00-951E-4B10-A21F-AA0E3C733DEE}" dt="2024-05-27T03:50:03.853" v="4135" actId="478"/>
          <ac:picMkLst>
            <pc:docMk/>
            <pc:sldMk cId="690698490" sldId="298"/>
            <ac:picMk id="56" creationId="{1A9D3EF0-AE28-F7D2-8428-6C929BA1A2A3}"/>
          </ac:picMkLst>
        </pc:picChg>
      </pc:sldChg>
      <pc:sldChg chg="addSp modSp new del">
        <pc:chgData name="Arkar Than Win" userId="3c8250a4-c36e-434c-9640-1ec1d94cea55" providerId="ADAL" clId="{43480E00-951E-4B10-A21F-AA0E3C733DEE}" dt="2024-05-27T01:19:16.307" v="1608" actId="2696"/>
        <pc:sldMkLst>
          <pc:docMk/>
          <pc:sldMk cId="2903819635" sldId="298"/>
        </pc:sldMkLst>
        <pc:spChg chg="add mod">
          <ac:chgData name="Arkar Than Win" userId="3c8250a4-c36e-434c-9640-1ec1d94cea55" providerId="ADAL" clId="{43480E00-951E-4B10-A21F-AA0E3C733DEE}" dt="2024-05-27T01:19:04.747" v="1607"/>
          <ac:spMkLst>
            <pc:docMk/>
            <pc:sldMk cId="2903819635" sldId="298"/>
            <ac:spMk id="2" creationId="{817976F7-3577-B86D-5581-DA72D7C2A91D}"/>
          </ac:spMkLst>
        </pc:spChg>
      </pc:sldChg>
      <pc:sldChg chg="addSp delSp modSp add mod ord modAnim modNotesTx">
        <pc:chgData name="Arkar Than Win" userId="3c8250a4-c36e-434c-9640-1ec1d94cea55" providerId="ADAL" clId="{43480E00-951E-4B10-A21F-AA0E3C733DEE}" dt="2024-05-29T05:57:19.375" v="8061" actId="20577"/>
        <pc:sldMkLst>
          <pc:docMk/>
          <pc:sldMk cId="2272447710" sldId="299"/>
        </pc:sldMkLst>
        <pc:spChg chg="mod">
          <ac:chgData name="Arkar Than Win" userId="3c8250a4-c36e-434c-9640-1ec1d94cea55" providerId="ADAL" clId="{43480E00-951E-4B10-A21F-AA0E3C733DEE}" dt="2024-05-27T01:34:23.712" v="1901" actId="20577"/>
          <ac:spMkLst>
            <pc:docMk/>
            <pc:sldMk cId="2272447710" sldId="299"/>
            <ac:spMk id="2" creationId="{CF74DB7E-CFA7-340D-92D5-29F98B99F8DA}"/>
          </ac:spMkLst>
        </pc:spChg>
        <pc:spChg chg="mod">
          <ac:chgData name="Arkar Than Win" userId="3c8250a4-c36e-434c-9640-1ec1d94cea55" providerId="ADAL" clId="{43480E00-951E-4B10-A21F-AA0E3C733DEE}" dt="2024-05-27T02:09:52.543" v="2526" actId="113"/>
          <ac:spMkLst>
            <pc:docMk/>
            <pc:sldMk cId="2272447710" sldId="299"/>
            <ac:spMk id="6" creationId="{B4023636-70B6-5B26-CD9E-0730D9F61063}"/>
          </ac:spMkLst>
        </pc:spChg>
        <pc:spChg chg="add mod">
          <ac:chgData name="Arkar Than Win" userId="3c8250a4-c36e-434c-9640-1ec1d94cea55" providerId="ADAL" clId="{43480E00-951E-4B10-A21F-AA0E3C733DEE}" dt="2024-05-27T03:53:54.809" v="4258" actId="2711"/>
          <ac:spMkLst>
            <pc:docMk/>
            <pc:sldMk cId="2272447710" sldId="299"/>
            <ac:spMk id="13" creationId="{69BB5875-49AB-4039-D2BB-B0EE292476D9}"/>
          </ac:spMkLst>
        </pc:spChg>
        <pc:spChg chg="add mod">
          <ac:chgData name="Arkar Than Win" userId="3c8250a4-c36e-434c-9640-1ec1d94cea55" providerId="ADAL" clId="{43480E00-951E-4B10-A21F-AA0E3C733DEE}" dt="2024-05-27T03:53:51.397" v="4257" actId="2711"/>
          <ac:spMkLst>
            <pc:docMk/>
            <pc:sldMk cId="2272447710" sldId="299"/>
            <ac:spMk id="15" creationId="{D22A2486-BD41-0353-54E5-E35367860C1F}"/>
          </ac:spMkLst>
        </pc:spChg>
        <pc:spChg chg="add mod">
          <ac:chgData name="Arkar Than Win" userId="3c8250a4-c36e-434c-9640-1ec1d94cea55" providerId="ADAL" clId="{43480E00-951E-4B10-A21F-AA0E3C733DEE}" dt="2024-05-27T03:53:45.018" v="4254" actId="2711"/>
          <ac:spMkLst>
            <pc:docMk/>
            <pc:sldMk cId="2272447710" sldId="299"/>
            <ac:spMk id="17" creationId="{C93C0821-B5BD-B30E-E5DF-A64671FDD6C1}"/>
          </ac:spMkLst>
        </pc:spChg>
        <pc:spChg chg="add mod">
          <ac:chgData name="Arkar Than Win" userId="3c8250a4-c36e-434c-9640-1ec1d94cea55" providerId="ADAL" clId="{43480E00-951E-4B10-A21F-AA0E3C733DEE}" dt="2024-05-27T03:53:41.705" v="4253" actId="255"/>
          <ac:spMkLst>
            <pc:docMk/>
            <pc:sldMk cId="2272447710" sldId="299"/>
            <ac:spMk id="20" creationId="{0036F84A-468C-8C43-5D5D-A79964D73DA9}"/>
          </ac:spMkLst>
        </pc:spChg>
        <pc:grpChg chg="add mod">
          <ac:chgData name="Arkar Than Win" userId="3c8250a4-c36e-434c-9640-1ec1d94cea55" providerId="ADAL" clId="{43480E00-951E-4B10-A21F-AA0E3C733DEE}" dt="2024-05-27T02:54:11.646" v="2626" actId="164"/>
          <ac:grpSpMkLst>
            <pc:docMk/>
            <pc:sldMk cId="2272447710" sldId="299"/>
            <ac:grpSpMk id="14" creationId="{B7B3515C-A0E3-9E3E-2098-0E21E9E74716}"/>
          </ac:grpSpMkLst>
        </pc:grpChg>
        <pc:grpChg chg="add mod modVis">
          <ac:chgData name="Arkar Than Win" userId="3c8250a4-c36e-434c-9640-1ec1d94cea55" providerId="ADAL" clId="{43480E00-951E-4B10-A21F-AA0E3C733DEE}" dt="2024-05-27T03:53:57.840" v="4260" actId="14429"/>
          <ac:grpSpMkLst>
            <pc:docMk/>
            <pc:sldMk cId="2272447710" sldId="299"/>
            <ac:grpSpMk id="18" creationId="{1B1400E2-8049-60DC-4898-289C379C558D}"/>
          </ac:grpSpMkLst>
        </pc:grpChg>
        <pc:grpChg chg="add mod ord">
          <ac:chgData name="Arkar Than Win" userId="3c8250a4-c36e-434c-9640-1ec1d94cea55" providerId="ADAL" clId="{43480E00-951E-4B10-A21F-AA0E3C733DEE}" dt="2024-05-27T02:59:39.421" v="2689" actId="13244"/>
          <ac:grpSpMkLst>
            <pc:docMk/>
            <pc:sldMk cId="2272447710" sldId="299"/>
            <ac:grpSpMk id="19" creationId="{9D7EFD2E-2756-9220-3B00-2CD3567DAD89}"/>
          </ac:grpSpMkLst>
        </pc:grpChg>
        <pc:grpChg chg="add mod modVis">
          <ac:chgData name="Arkar Than Win" userId="3c8250a4-c36e-434c-9640-1ec1d94cea55" providerId="ADAL" clId="{43480E00-951E-4B10-A21F-AA0E3C733DEE}" dt="2024-05-27T03:53:57.054" v="4259" actId="14429"/>
          <ac:grpSpMkLst>
            <pc:docMk/>
            <pc:sldMk cId="2272447710" sldId="299"/>
            <ac:grpSpMk id="21" creationId="{FEF143CB-CF6E-B3C7-D624-C4E3486D23EB}"/>
          </ac:grpSpMkLst>
        </pc:grpChg>
        <pc:grpChg chg="add mod modVis">
          <ac:chgData name="Arkar Than Win" userId="3c8250a4-c36e-434c-9640-1ec1d94cea55" providerId="ADAL" clId="{43480E00-951E-4B10-A21F-AA0E3C733DEE}" dt="2024-05-27T03:53:59.160" v="4261" actId="14429"/>
          <ac:grpSpMkLst>
            <pc:docMk/>
            <pc:sldMk cId="2272447710" sldId="299"/>
            <ac:grpSpMk id="22" creationId="{22D1B40C-982D-AD01-4A3A-35FF11F70CAE}"/>
          </ac:grpSpMkLst>
        </pc:grpChg>
        <pc:grpChg chg="mod">
          <ac:chgData name="Arkar Than Win" userId="3c8250a4-c36e-434c-9640-1ec1d94cea55" providerId="ADAL" clId="{43480E00-951E-4B10-A21F-AA0E3C733DEE}" dt="2024-05-27T03:02:15.956" v="2734"/>
          <ac:grpSpMkLst>
            <pc:docMk/>
            <pc:sldMk cId="2272447710" sldId="299"/>
            <ac:grpSpMk id="23" creationId="{F128C565-E9BB-087B-700C-9D5199E5D046}"/>
          </ac:grpSpMkLst>
        </pc:grpChg>
        <pc:grpChg chg="mod">
          <ac:chgData name="Arkar Than Win" userId="3c8250a4-c36e-434c-9640-1ec1d94cea55" providerId="ADAL" clId="{43480E00-951E-4B10-A21F-AA0E3C733DEE}" dt="2024-05-27T03:02:15.956" v="2734"/>
          <ac:grpSpMkLst>
            <pc:docMk/>
            <pc:sldMk cId="2272447710" sldId="299"/>
            <ac:grpSpMk id="24" creationId="{CCE6C569-63A9-56BB-7DF4-6966787EE352}"/>
          </ac:grpSpMkLst>
        </pc:grpChg>
        <pc:picChg chg="add mod">
          <ac:chgData name="Arkar Than Win" userId="3c8250a4-c36e-434c-9640-1ec1d94cea55" providerId="ADAL" clId="{43480E00-951E-4B10-A21F-AA0E3C733DEE}" dt="2024-05-27T03:00:21.857" v="2712" actId="164"/>
          <ac:picMkLst>
            <pc:docMk/>
            <pc:sldMk cId="2272447710" sldId="299"/>
            <ac:picMk id="4" creationId="{B320499B-FDD1-449F-B980-4F4C3A64C45A}"/>
          </ac:picMkLst>
        </pc:picChg>
        <pc:picChg chg="add mod ord">
          <ac:chgData name="Arkar Than Win" userId="3c8250a4-c36e-434c-9640-1ec1d94cea55" providerId="ADAL" clId="{43480E00-951E-4B10-A21F-AA0E3C733DEE}" dt="2024-05-27T02:58:05.626" v="2675" actId="164"/>
          <ac:picMkLst>
            <pc:docMk/>
            <pc:sldMk cId="2272447710" sldId="299"/>
            <ac:picMk id="7" creationId="{F90D7854-3054-F803-88B0-054BFDF3822A}"/>
          </ac:picMkLst>
        </pc:picChg>
        <pc:picChg chg="add mod ord">
          <ac:chgData name="Arkar Than Win" userId="3c8250a4-c36e-434c-9640-1ec1d94cea55" providerId="ADAL" clId="{43480E00-951E-4B10-A21F-AA0E3C733DEE}" dt="2024-05-27T02:58:33.151" v="2679" actId="164"/>
          <ac:picMkLst>
            <pc:docMk/>
            <pc:sldMk cId="2272447710" sldId="299"/>
            <ac:picMk id="9" creationId="{F46E832D-91C9-41BB-B0FE-3998E507ED86}"/>
          </ac:picMkLst>
        </pc:picChg>
        <pc:picChg chg="add del mod">
          <ac:chgData name="Arkar Than Win" userId="3c8250a4-c36e-434c-9640-1ec1d94cea55" providerId="ADAL" clId="{43480E00-951E-4B10-A21F-AA0E3C733DEE}" dt="2024-05-27T02:52:39.449" v="2589" actId="21"/>
          <ac:picMkLst>
            <pc:docMk/>
            <pc:sldMk cId="2272447710" sldId="299"/>
            <ac:picMk id="11" creationId="{9F9CFA33-AE02-E190-A740-DE8FF0065C61}"/>
          </ac:picMkLst>
        </pc:picChg>
        <pc:picChg chg="add mod">
          <ac:chgData name="Arkar Than Win" userId="3c8250a4-c36e-434c-9640-1ec1d94cea55" providerId="ADAL" clId="{43480E00-951E-4B10-A21F-AA0E3C733DEE}" dt="2024-05-27T02:54:11.646" v="2626" actId="164"/>
          <ac:picMkLst>
            <pc:docMk/>
            <pc:sldMk cId="2272447710" sldId="299"/>
            <ac:picMk id="12" creationId="{9F9CFA33-AE02-E190-A740-DE8FF0065C61}"/>
          </ac:picMkLst>
        </pc:picChg>
        <pc:picChg chg="add del mod">
          <ac:chgData name="Arkar Than Win" userId="3c8250a4-c36e-434c-9640-1ec1d94cea55" providerId="ADAL" clId="{43480E00-951E-4B10-A21F-AA0E3C733DEE}" dt="2024-05-27T02:57:04.503" v="2657" actId="478"/>
          <ac:picMkLst>
            <pc:docMk/>
            <pc:sldMk cId="2272447710" sldId="299"/>
            <ac:picMk id="16" creationId="{DF591D7D-BC04-DA9D-BEF4-BE53799C438A}"/>
          </ac:picMkLst>
        </pc:picChg>
        <pc:picChg chg="mod">
          <ac:chgData name="Arkar Than Win" userId="3c8250a4-c36e-434c-9640-1ec1d94cea55" providerId="ADAL" clId="{43480E00-951E-4B10-A21F-AA0E3C733DEE}" dt="2024-05-27T03:02:15.956" v="2734"/>
          <ac:picMkLst>
            <pc:docMk/>
            <pc:sldMk cId="2272447710" sldId="299"/>
            <ac:picMk id="25" creationId="{5B11365E-ECDB-9614-3DB7-7C732A63FB8D}"/>
          </ac:picMkLst>
        </pc:picChg>
        <pc:picChg chg="mod">
          <ac:chgData name="Arkar Than Win" userId="3c8250a4-c36e-434c-9640-1ec1d94cea55" providerId="ADAL" clId="{43480E00-951E-4B10-A21F-AA0E3C733DEE}" dt="2024-05-27T03:02:15.956" v="2734"/>
          <ac:picMkLst>
            <pc:docMk/>
            <pc:sldMk cId="2272447710" sldId="299"/>
            <ac:picMk id="26" creationId="{5C29E928-9851-248C-8E9B-6F353576D2C1}"/>
          </ac:picMkLst>
        </pc:picChg>
        <pc:picChg chg="mod">
          <ac:chgData name="Arkar Than Win" userId="3c8250a4-c36e-434c-9640-1ec1d94cea55" providerId="ADAL" clId="{43480E00-951E-4B10-A21F-AA0E3C733DEE}" dt="2024-05-27T03:02:15.956" v="2734"/>
          <ac:picMkLst>
            <pc:docMk/>
            <pc:sldMk cId="2272447710" sldId="299"/>
            <ac:picMk id="27" creationId="{DC4BB13B-F50F-58F7-9B41-88B7447F7F1A}"/>
          </ac:picMkLst>
        </pc:picChg>
        <pc:picChg chg="mod">
          <ac:chgData name="Arkar Than Win" userId="3c8250a4-c36e-434c-9640-1ec1d94cea55" providerId="ADAL" clId="{43480E00-951E-4B10-A21F-AA0E3C733DEE}" dt="2024-05-27T03:02:15.956" v="2734"/>
          <ac:picMkLst>
            <pc:docMk/>
            <pc:sldMk cId="2272447710" sldId="299"/>
            <ac:picMk id="28" creationId="{54584217-0957-575E-ED46-89EA91E906AD}"/>
          </ac:picMkLst>
        </pc:picChg>
        <pc:picChg chg="mod">
          <ac:chgData name="Arkar Than Win" userId="3c8250a4-c36e-434c-9640-1ec1d94cea55" providerId="ADAL" clId="{43480E00-951E-4B10-A21F-AA0E3C733DEE}" dt="2024-05-27T03:02:15.956" v="2734"/>
          <ac:picMkLst>
            <pc:docMk/>
            <pc:sldMk cId="2272447710" sldId="299"/>
            <ac:picMk id="29" creationId="{498D4972-EBE5-E826-DDD3-474101AFAD97}"/>
          </ac:picMkLst>
        </pc:picChg>
        <pc:picChg chg="mod">
          <ac:chgData name="Arkar Than Win" userId="3c8250a4-c36e-434c-9640-1ec1d94cea55" providerId="ADAL" clId="{43480E00-951E-4B10-A21F-AA0E3C733DEE}" dt="2024-05-27T03:02:15.956" v="2734"/>
          <ac:picMkLst>
            <pc:docMk/>
            <pc:sldMk cId="2272447710" sldId="299"/>
            <ac:picMk id="30" creationId="{B3B217B8-3FC2-A6A9-EB6C-F032856B3B2B}"/>
          </ac:picMkLst>
        </pc:picChg>
        <pc:picChg chg="mod">
          <ac:chgData name="Arkar Than Win" userId="3c8250a4-c36e-434c-9640-1ec1d94cea55" providerId="ADAL" clId="{43480E00-951E-4B10-A21F-AA0E3C733DEE}" dt="2024-05-27T03:02:15.956" v="2734"/>
          <ac:picMkLst>
            <pc:docMk/>
            <pc:sldMk cId="2272447710" sldId="299"/>
            <ac:picMk id="31" creationId="{688F8994-18E4-A490-8237-574C045A24D8}"/>
          </ac:picMkLst>
        </pc:picChg>
        <pc:picChg chg="mod">
          <ac:chgData name="Arkar Than Win" userId="3c8250a4-c36e-434c-9640-1ec1d94cea55" providerId="ADAL" clId="{43480E00-951E-4B10-A21F-AA0E3C733DEE}" dt="2024-05-27T03:02:15.956" v="2734"/>
          <ac:picMkLst>
            <pc:docMk/>
            <pc:sldMk cId="2272447710" sldId="299"/>
            <ac:picMk id="32" creationId="{D266FC04-D0AF-CE6D-D0F6-A32891E591FE}"/>
          </ac:picMkLst>
        </pc:picChg>
        <pc:picChg chg="mod">
          <ac:chgData name="Arkar Than Win" userId="3c8250a4-c36e-434c-9640-1ec1d94cea55" providerId="ADAL" clId="{43480E00-951E-4B10-A21F-AA0E3C733DEE}" dt="2024-05-27T03:02:15.956" v="2734"/>
          <ac:picMkLst>
            <pc:docMk/>
            <pc:sldMk cId="2272447710" sldId="299"/>
            <ac:picMk id="33" creationId="{211E5EBB-C492-4DB0-E81E-9C64CE52FBBB}"/>
          </ac:picMkLst>
        </pc:picChg>
        <pc:picChg chg="mod">
          <ac:chgData name="Arkar Than Win" userId="3c8250a4-c36e-434c-9640-1ec1d94cea55" providerId="ADAL" clId="{43480E00-951E-4B10-A21F-AA0E3C733DEE}" dt="2024-05-27T03:02:15.956" v="2734"/>
          <ac:picMkLst>
            <pc:docMk/>
            <pc:sldMk cId="2272447710" sldId="299"/>
            <ac:picMk id="34" creationId="{6D6ADA15-315C-FF93-D996-CF08079162CB}"/>
          </ac:picMkLst>
        </pc:picChg>
      </pc:sldChg>
      <pc:sldChg chg="addSp delSp modSp add mod">
        <pc:chgData name="Arkar Than Win" userId="3c8250a4-c36e-434c-9640-1ec1d94cea55" providerId="ADAL" clId="{43480E00-951E-4B10-A21F-AA0E3C733DEE}" dt="2024-05-27T03:40:01.308" v="3624"/>
        <pc:sldMkLst>
          <pc:docMk/>
          <pc:sldMk cId="1338070070" sldId="300"/>
        </pc:sldMkLst>
        <pc:spChg chg="mod">
          <ac:chgData name="Arkar Than Win" userId="3c8250a4-c36e-434c-9640-1ec1d94cea55" providerId="ADAL" clId="{43480E00-951E-4B10-A21F-AA0E3C733DEE}" dt="2024-05-27T01:26:35.896" v="1823"/>
          <ac:spMkLst>
            <pc:docMk/>
            <pc:sldMk cId="1338070070" sldId="300"/>
            <ac:spMk id="2" creationId="{B02448C5-CD3D-B595-0EFB-3F65B9FAFD9C}"/>
          </ac:spMkLst>
        </pc:spChg>
        <pc:spChg chg="mod">
          <ac:chgData name="Arkar Than Win" userId="3c8250a4-c36e-434c-9640-1ec1d94cea55" providerId="ADAL" clId="{43480E00-951E-4B10-A21F-AA0E3C733DEE}" dt="2024-05-27T01:26:49.273" v="1826" actId="255"/>
          <ac:spMkLst>
            <pc:docMk/>
            <pc:sldMk cId="1338070070" sldId="300"/>
            <ac:spMk id="3" creationId="{73403D2D-AF6A-7DDE-FAAD-477C9F216677}"/>
          </ac:spMkLst>
        </pc:spChg>
        <pc:picChg chg="add del mod">
          <ac:chgData name="Arkar Than Win" userId="3c8250a4-c36e-434c-9640-1ec1d94cea55" providerId="ADAL" clId="{43480E00-951E-4B10-A21F-AA0E3C733DEE}" dt="2024-05-27T01:27:42.440" v="1834" actId="478"/>
          <ac:picMkLst>
            <pc:docMk/>
            <pc:sldMk cId="1338070070" sldId="300"/>
            <ac:picMk id="5" creationId="{0CC25036-E986-4223-7238-FDAB673CABB0}"/>
          </ac:picMkLst>
        </pc:picChg>
        <pc:picChg chg="del">
          <ac:chgData name="Arkar Than Win" userId="3c8250a4-c36e-434c-9640-1ec1d94cea55" providerId="ADAL" clId="{43480E00-951E-4B10-A21F-AA0E3C733DEE}" dt="2024-05-27T03:39:39.968" v="3619" actId="478"/>
          <ac:picMkLst>
            <pc:docMk/>
            <pc:sldMk cId="1338070070" sldId="300"/>
            <ac:picMk id="7" creationId="{F8F95844-C03F-4900-3548-8DEC287C7813}"/>
          </ac:picMkLst>
        </pc:picChg>
        <pc:picChg chg="add mod">
          <ac:chgData name="Arkar Than Win" userId="3c8250a4-c36e-434c-9640-1ec1d94cea55" providerId="ADAL" clId="{43480E00-951E-4B10-A21F-AA0E3C733DEE}" dt="2024-05-27T01:28:03.335" v="1840"/>
          <ac:picMkLst>
            <pc:docMk/>
            <pc:sldMk cId="1338070070" sldId="300"/>
            <ac:picMk id="8" creationId="{5849441C-467A-BE17-3F3D-ACB1C7F83C3D}"/>
          </ac:picMkLst>
        </pc:picChg>
        <pc:picChg chg="del">
          <ac:chgData name="Arkar Than Win" userId="3c8250a4-c36e-434c-9640-1ec1d94cea55" providerId="ADAL" clId="{43480E00-951E-4B10-A21F-AA0E3C733DEE}" dt="2024-05-27T01:27:30.524" v="1829" actId="478"/>
          <ac:picMkLst>
            <pc:docMk/>
            <pc:sldMk cId="1338070070" sldId="300"/>
            <ac:picMk id="9" creationId="{BE3D3372-84A3-0C0C-5E34-6CB3D01EE18F}"/>
          </ac:picMkLst>
        </pc:picChg>
        <pc:picChg chg="add mod">
          <ac:chgData name="Arkar Than Win" userId="3c8250a4-c36e-434c-9640-1ec1d94cea55" providerId="ADAL" clId="{43480E00-951E-4B10-A21F-AA0E3C733DEE}" dt="2024-05-27T03:40:01.308" v="3624"/>
          <ac:picMkLst>
            <pc:docMk/>
            <pc:sldMk cId="1338070070" sldId="300"/>
            <ac:picMk id="11" creationId="{793E9813-2C56-3C53-56A5-286BF6FF0463}"/>
          </ac:picMkLst>
        </pc:picChg>
      </pc:sldChg>
      <pc:sldChg chg="addSp delSp modSp add mod">
        <pc:chgData name="Arkar Than Win" userId="3c8250a4-c36e-434c-9640-1ec1d94cea55" providerId="ADAL" clId="{43480E00-951E-4B10-A21F-AA0E3C733DEE}" dt="2024-05-27T01:44:48.073" v="2020" actId="207"/>
        <pc:sldMkLst>
          <pc:docMk/>
          <pc:sldMk cId="427585629" sldId="301"/>
        </pc:sldMkLst>
        <pc:spChg chg="mod">
          <ac:chgData name="Arkar Than Win" userId="3c8250a4-c36e-434c-9640-1ec1d94cea55" providerId="ADAL" clId="{43480E00-951E-4B10-A21F-AA0E3C733DEE}" dt="2024-05-27T01:28:29.311" v="1842"/>
          <ac:spMkLst>
            <pc:docMk/>
            <pc:sldMk cId="427585629" sldId="301"/>
            <ac:spMk id="2" creationId="{B02448C5-CD3D-B595-0EFB-3F65B9FAFD9C}"/>
          </ac:spMkLst>
        </pc:spChg>
        <pc:spChg chg="mod">
          <ac:chgData name="Arkar Than Win" userId="3c8250a4-c36e-434c-9640-1ec1d94cea55" providerId="ADAL" clId="{43480E00-951E-4B10-A21F-AA0E3C733DEE}" dt="2024-05-27T01:28:37.889" v="1844"/>
          <ac:spMkLst>
            <pc:docMk/>
            <pc:sldMk cId="427585629" sldId="301"/>
            <ac:spMk id="3" creationId="{73403D2D-AF6A-7DDE-FAAD-477C9F216677}"/>
          </ac:spMkLst>
        </pc:spChg>
        <pc:picChg chg="add del mod">
          <ac:chgData name="Arkar Than Win" userId="3c8250a4-c36e-434c-9640-1ec1d94cea55" providerId="ADAL" clId="{43480E00-951E-4B10-A21F-AA0E3C733DEE}" dt="2024-05-27T01:29:27.223" v="1850" actId="478"/>
          <ac:picMkLst>
            <pc:docMk/>
            <pc:sldMk cId="427585629" sldId="301"/>
            <ac:picMk id="5" creationId="{92B2D029-BBAB-68A1-4293-43283358FA26}"/>
          </ac:picMkLst>
        </pc:picChg>
        <pc:picChg chg="del">
          <ac:chgData name="Arkar Than Win" userId="3c8250a4-c36e-434c-9640-1ec1d94cea55" providerId="ADAL" clId="{43480E00-951E-4B10-A21F-AA0E3C733DEE}" dt="2024-05-27T01:44:43.157" v="2017" actId="478"/>
          <ac:picMkLst>
            <pc:docMk/>
            <pc:sldMk cId="427585629" sldId="301"/>
            <ac:picMk id="7" creationId="{F8F95844-C03F-4900-3548-8DEC287C7813}"/>
          </ac:picMkLst>
        </pc:picChg>
        <pc:picChg chg="del">
          <ac:chgData name="Arkar Than Win" userId="3c8250a4-c36e-434c-9640-1ec1d94cea55" providerId="ADAL" clId="{43480E00-951E-4B10-A21F-AA0E3C733DEE}" dt="2024-05-27T01:29:22.782" v="1848" actId="478"/>
          <ac:picMkLst>
            <pc:docMk/>
            <pc:sldMk cId="427585629" sldId="301"/>
            <ac:picMk id="8" creationId="{5849441C-467A-BE17-3F3D-ACB1C7F83C3D}"/>
          </ac:picMkLst>
        </pc:picChg>
        <pc:picChg chg="add mod">
          <ac:chgData name="Arkar Than Win" userId="3c8250a4-c36e-434c-9640-1ec1d94cea55" providerId="ADAL" clId="{43480E00-951E-4B10-A21F-AA0E3C733DEE}" dt="2024-05-27T01:29:48.303" v="1861" actId="14100"/>
          <ac:picMkLst>
            <pc:docMk/>
            <pc:sldMk cId="427585629" sldId="301"/>
            <ac:picMk id="9" creationId="{E2C69398-F367-A408-E4F0-8B68B972B73E}"/>
          </ac:picMkLst>
        </pc:picChg>
        <pc:picChg chg="add mod">
          <ac:chgData name="Arkar Than Win" userId="3c8250a4-c36e-434c-9640-1ec1d94cea55" providerId="ADAL" clId="{43480E00-951E-4B10-A21F-AA0E3C733DEE}" dt="2024-05-27T01:44:48.073" v="2020" actId="207"/>
          <ac:picMkLst>
            <pc:docMk/>
            <pc:sldMk cId="427585629" sldId="301"/>
            <ac:picMk id="10" creationId="{FD4A9BC1-FD9F-CA14-6A7D-3737FE3852C0}"/>
          </ac:picMkLst>
        </pc:picChg>
      </pc:sldChg>
      <pc:sldChg chg="addSp delSp modSp add mod">
        <pc:chgData name="Arkar Than Win" userId="3c8250a4-c36e-434c-9640-1ec1d94cea55" providerId="ADAL" clId="{43480E00-951E-4B10-A21F-AA0E3C733DEE}" dt="2024-05-27T05:28:39.143" v="6271" actId="478"/>
        <pc:sldMkLst>
          <pc:docMk/>
          <pc:sldMk cId="3482302404" sldId="302"/>
        </pc:sldMkLst>
        <pc:spChg chg="mod">
          <ac:chgData name="Arkar Than Win" userId="3c8250a4-c36e-434c-9640-1ec1d94cea55" providerId="ADAL" clId="{43480E00-951E-4B10-A21F-AA0E3C733DEE}" dt="2024-05-27T05:16:57.575" v="6144" actId="20577"/>
          <ac:spMkLst>
            <pc:docMk/>
            <pc:sldMk cId="3482302404" sldId="302"/>
            <ac:spMk id="7" creationId="{5607720C-9632-81BC-5D1F-0ADE5F99A667}"/>
          </ac:spMkLst>
        </pc:spChg>
        <pc:picChg chg="add del mod">
          <ac:chgData name="Arkar Than Win" userId="3c8250a4-c36e-434c-9640-1ec1d94cea55" providerId="ADAL" clId="{43480E00-951E-4B10-A21F-AA0E3C733DEE}" dt="2024-05-27T05:28:39.143" v="6271" actId="478"/>
          <ac:picMkLst>
            <pc:docMk/>
            <pc:sldMk cId="3482302404" sldId="302"/>
            <ac:picMk id="3" creationId="{71EC9584-8053-F034-5B12-66FFBC65C159}"/>
          </ac:picMkLst>
        </pc:picChg>
      </pc:sldChg>
      <pc:sldChg chg="addSp delSp modSp add mod">
        <pc:chgData name="Arkar Than Win" userId="3c8250a4-c36e-434c-9640-1ec1d94cea55" providerId="ADAL" clId="{43480E00-951E-4B10-A21F-AA0E3C733DEE}" dt="2024-05-29T04:06:53.717" v="6412" actId="20577"/>
        <pc:sldMkLst>
          <pc:docMk/>
          <pc:sldMk cId="1265821019" sldId="303"/>
        </pc:sldMkLst>
        <pc:spChg chg="mod">
          <ac:chgData name="Arkar Than Win" userId="3c8250a4-c36e-434c-9640-1ec1d94cea55" providerId="ADAL" clId="{43480E00-951E-4B10-A21F-AA0E3C733DEE}" dt="2024-05-29T04:06:53.717" v="6412" actId="20577"/>
          <ac:spMkLst>
            <pc:docMk/>
            <pc:sldMk cId="1265821019" sldId="303"/>
            <ac:spMk id="7" creationId="{5607720C-9632-81BC-5D1F-0ADE5F99A667}"/>
          </ac:spMkLst>
        </pc:spChg>
        <pc:picChg chg="add del mod">
          <ac:chgData name="Arkar Than Win" userId="3c8250a4-c36e-434c-9640-1ec1d94cea55" providerId="ADAL" clId="{43480E00-951E-4B10-A21F-AA0E3C733DEE}" dt="2024-05-27T05:28:40.636" v="6272" actId="478"/>
          <ac:picMkLst>
            <pc:docMk/>
            <pc:sldMk cId="1265821019" sldId="303"/>
            <ac:picMk id="3" creationId="{853FD776-C47B-121D-3D81-BFF3F629C4AD}"/>
          </ac:picMkLst>
        </pc:picChg>
      </pc:sldChg>
      <pc:sldChg chg="addSp delSp modSp add mod">
        <pc:chgData name="Arkar Than Win" userId="3c8250a4-c36e-434c-9640-1ec1d94cea55" providerId="ADAL" clId="{43480E00-951E-4B10-A21F-AA0E3C733DEE}" dt="2024-05-27T05:28:41.963" v="6273" actId="478"/>
        <pc:sldMkLst>
          <pc:docMk/>
          <pc:sldMk cId="1258588078" sldId="304"/>
        </pc:sldMkLst>
        <pc:spChg chg="mod">
          <ac:chgData name="Arkar Than Win" userId="3c8250a4-c36e-434c-9640-1ec1d94cea55" providerId="ADAL" clId="{43480E00-951E-4B10-A21F-AA0E3C733DEE}" dt="2024-05-27T05:18:00.129" v="6165" actId="20577"/>
          <ac:spMkLst>
            <pc:docMk/>
            <pc:sldMk cId="1258588078" sldId="304"/>
            <ac:spMk id="7" creationId="{5607720C-9632-81BC-5D1F-0ADE5F99A667}"/>
          </ac:spMkLst>
        </pc:spChg>
        <pc:picChg chg="add del mod">
          <ac:chgData name="Arkar Than Win" userId="3c8250a4-c36e-434c-9640-1ec1d94cea55" providerId="ADAL" clId="{43480E00-951E-4B10-A21F-AA0E3C733DEE}" dt="2024-05-27T05:28:41.963" v="6273" actId="478"/>
          <ac:picMkLst>
            <pc:docMk/>
            <pc:sldMk cId="1258588078" sldId="304"/>
            <ac:picMk id="3" creationId="{B88886BD-804C-4EC5-45D4-AED1E0FAAF91}"/>
          </ac:picMkLst>
        </pc:picChg>
      </pc:sldChg>
      <pc:sldChg chg="add del">
        <pc:chgData name="Arkar Than Win" userId="3c8250a4-c36e-434c-9640-1ec1d94cea55" providerId="ADAL" clId="{43480E00-951E-4B10-A21F-AA0E3C733DEE}" dt="2024-05-27T05:26:19.720" v="6249" actId="47"/>
        <pc:sldMkLst>
          <pc:docMk/>
          <pc:sldMk cId="202379751" sldId="305"/>
        </pc:sldMkLst>
      </pc:sldChg>
      <pc:sldChg chg="addSp delSp modSp new del mod ord modShow">
        <pc:chgData name="Arkar Than Win" userId="3c8250a4-c36e-434c-9640-1ec1d94cea55" providerId="ADAL" clId="{43480E00-951E-4B10-A21F-AA0E3C733DEE}" dt="2024-05-29T04:07:02.883" v="6413" actId="47"/>
        <pc:sldMkLst>
          <pc:docMk/>
          <pc:sldMk cId="1555051095" sldId="305"/>
        </pc:sldMkLst>
        <pc:spChg chg="add del mod">
          <ac:chgData name="Arkar Than Win" userId="3c8250a4-c36e-434c-9640-1ec1d94cea55" providerId="ADAL" clId="{43480E00-951E-4B10-A21F-AA0E3C733DEE}" dt="2024-05-27T05:27:29.251" v="6257" actId="478"/>
          <ac:spMkLst>
            <pc:docMk/>
            <pc:sldMk cId="1555051095" sldId="305"/>
            <ac:spMk id="2" creationId="{DB224DCE-4A38-57B3-29B2-A8836D129A68}"/>
          </ac:spMkLst>
        </pc:spChg>
        <pc:spChg chg="add del mod">
          <ac:chgData name="Arkar Than Win" userId="3c8250a4-c36e-434c-9640-1ec1d94cea55" providerId="ADAL" clId="{43480E00-951E-4B10-A21F-AA0E3C733DEE}" dt="2024-05-27T05:27:30.878" v="6258" actId="478"/>
          <ac:spMkLst>
            <pc:docMk/>
            <pc:sldMk cId="1555051095" sldId="305"/>
            <ac:spMk id="3" creationId="{3999B301-E5FD-E071-F084-B9B505E6B1E0}"/>
          </ac:spMkLst>
        </pc:spChg>
        <pc:picChg chg="add del mod">
          <ac:chgData name="Arkar Than Win" userId="3c8250a4-c36e-434c-9640-1ec1d94cea55" providerId="ADAL" clId="{43480E00-951E-4B10-A21F-AA0E3C733DEE}" dt="2024-05-27T05:27:31.586" v="6259" actId="478"/>
          <ac:picMkLst>
            <pc:docMk/>
            <pc:sldMk cId="1555051095" sldId="305"/>
            <ac:picMk id="4" creationId="{7DC7FC4D-D2C9-E832-DA51-306B9A0D2BEC}"/>
          </ac:picMkLst>
        </pc:picChg>
        <pc:picChg chg="add del mod">
          <ac:chgData name="Arkar Than Win" userId="3c8250a4-c36e-434c-9640-1ec1d94cea55" providerId="ADAL" clId="{43480E00-951E-4B10-A21F-AA0E3C733DEE}" dt="2024-05-27T05:27:32.545" v="6260" actId="478"/>
          <ac:picMkLst>
            <pc:docMk/>
            <pc:sldMk cId="1555051095" sldId="305"/>
            <ac:picMk id="5" creationId="{2BF59D66-D0EB-B1ED-F9E3-26F9A17F40DB}"/>
          </ac:picMkLst>
        </pc:picChg>
      </pc:sldChg>
      <pc:sldChg chg="addSp delSp modSp new del mod">
        <pc:chgData name="Arkar Than Win" userId="3c8250a4-c36e-434c-9640-1ec1d94cea55" providerId="ADAL" clId="{43480E00-951E-4B10-A21F-AA0E3C733DEE}" dt="2024-05-27T05:26:21.484" v="6250" actId="47"/>
        <pc:sldMkLst>
          <pc:docMk/>
          <pc:sldMk cId="1633380590" sldId="306"/>
        </pc:sldMkLst>
        <pc:picChg chg="add del mod">
          <ac:chgData name="Arkar Than Win" userId="3c8250a4-c36e-434c-9640-1ec1d94cea55" providerId="ADAL" clId="{43480E00-951E-4B10-A21F-AA0E3C733DEE}" dt="2024-05-27T05:25:21.709" v="6244" actId="21"/>
          <ac:picMkLst>
            <pc:docMk/>
            <pc:sldMk cId="1633380590" sldId="306"/>
            <ac:picMk id="2" creationId="{7F65C48A-7357-4A4E-7E63-8D8E4B750FDE}"/>
          </ac:picMkLst>
        </pc:picChg>
      </pc:sldChg>
      <pc:sldChg chg="modSp mod">
        <pc:chgData name="Arkar Than Win" userId="3c8250a4-c36e-434c-9640-1ec1d94cea55" providerId="ADAL" clId="{43480E00-951E-4B10-A21F-AA0E3C733DEE}" dt="2024-06-02T02:10:00.666" v="8114" actId="20577"/>
        <pc:sldMkLst>
          <pc:docMk/>
          <pc:sldMk cId="1974447459" sldId="306"/>
        </pc:sldMkLst>
        <pc:spChg chg="mod">
          <ac:chgData name="Arkar Than Win" userId="3c8250a4-c36e-434c-9640-1ec1d94cea55" providerId="ADAL" clId="{43480E00-951E-4B10-A21F-AA0E3C733DEE}" dt="2024-06-02T02:10:00.666" v="8114" actId="20577"/>
          <ac:spMkLst>
            <pc:docMk/>
            <pc:sldMk cId="1974447459" sldId="306"/>
            <ac:spMk id="5" creationId="{49AD702F-D502-1779-11D8-60BC01B5789C}"/>
          </ac:spMkLst>
        </pc:spChg>
      </pc:sldChg>
      <pc:sldChg chg="add del">
        <pc:chgData name="Arkar Than Win" userId="3c8250a4-c36e-434c-9640-1ec1d94cea55" providerId="ADAL" clId="{43480E00-951E-4B10-A21F-AA0E3C733DEE}" dt="2024-05-29T04:22:02.184" v="6903" actId="47"/>
        <pc:sldMkLst>
          <pc:docMk/>
          <pc:sldMk cId="1345576822" sldId="378"/>
        </pc:sldMkLst>
      </pc:sldChg>
      <pc:sldMasterChg chg="addSldLayout delSldLayout modSldLayout">
        <pc:chgData name="Arkar Than Win" userId="3c8250a4-c36e-434c-9640-1ec1d94cea55" providerId="ADAL" clId="{43480E00-951E-4B10-A21F-AA0E3C733DEE}" dt="2024-05-29T04:22:02.184" v="6903" actId="47"/>
        <pc:sldMasterMkLst>
          <pc:docMk/>
          <pc:sldMasterMk cId="3627849972" sldId="2147483684"/>
        </pc:sldMasterMkLst>
        <pc:sldLayoutChg chg="delSp">
          <pc:chgData name="Arkar Than Win" userId="3c8250a4-c36e-434c-9640-1ec1d94cea55" providerId="ADAL" clId="{43480E00-951E-4B10-A21F-AA0E3C733DEE}" dt="2024-05-27T00:29:09.148" v="944" actId="478"/>
          <pc:sldLayoutMkLst>
            <pc:docMk/>
            <pc:sldMasterMk cId="3627849972" sldId="2147483660"/>
            <pc:sldLayoutMk cId="604694873" sldId="2147483667"/>
          </pc:sldLayoutMkLst>
          <pc:picChg chg="del">
            <ac:chgData name="Arkar Than Win" userId="3c8250a4-c36e-434c-9640-1ec1d94cea55" providerId="ADAL" clId="{43480E00-951E-4B10-A21F-AA0E3C733DEE}" dt="2024-05-27T00:29:09.148" v="944" actId="478"/>
            <ac:picMkLst>
              <pc:docMk/>
              <pc:sldMasterMk cId="3627849972" sldId="2147483660"/>
              <pc:sldLayoutMk cId="604694873" sldId="2147483667"/>
              <ac:picMk id="14" creationId="{4959CCFC-B574-47DF-A9E2-A0FF381DE7D8}"/>
            </ac:picMkLst>
          </pc:picChg>
        </pc:sldLayoutChg>
        <pc:sldLayoutChg chg="addSp modSp add mod modTransition">
          <pc:chgData name="Arkar Than Win" userId="3c8250a4-c36e-434c-9640-1ec1d94cea55" providerId="ADAL" clId="{43480E00-951E-4B10-A21F-AA0E3C733DEE}" dt="2024-05-27T05:27:52.206" v="6262" actId="29295"/>
          <pc:sldLayoutMkLst>
            <pc:docMk/>
            <pc:sldMasterMk cId="3627849972" sldId="2147483660"/>
            <pc:sldLayoutMk cId="1189369449" sldId="2147483683"/>
          </pc:sldLayoutMkLst>
          <pc:picChg chg="add mod">
            <ac:chgData name="Arkar Than Win" userId="3c8250a4-c36e-434c-9640-1ec1d94cea55" providerId="ADAL" clId="{43480E00-951E-4B10-A21F-AA0E3C733DEE}" dt="2024-05-27T05:27:52.206" v="6262" actId="29295"/>
            <ac:picMkLst>
              <pc:docMk/>
              <pc:sldMasterMk cId="3627849972" sldId="2147483660"/>
              <pc:sldLayoutMk cId="1189369449" sldId="2147483683"/>
              <ac:picMk id="2" creationId="{7F65C48A-7357-4A4E-7E63-8D8E4B750FDE}"/>
            </ac:picMkLst>
          </pc:picChg>
        </pc:sldLayoutChg>
        <pc:sldLayoutChg chg="del">
          <pc:chgData name="Arkar Than Win" userId="3c8250a4-c36e-434c-9640-1ec1d94cea55" providerId="ADAL" clId="{43480E00-951E-4B10-A21F-AA0E3C733DEE}" dt="2024-05-29T04:22:02.184" v="6903" actId="47"/>
          <pc:sldLayoutMkLst>
            <pc:docMk/>
            <pc:sldMasterMk cId="3627849972" sldId="2147483684"/>
            <pc:sldLayoutMk cId="4206491875" sldId="2147483684"/>
          </pc:sldLayoutMkLst>
        </pc:sldLayoutChg>
      </pc:sldMasterChg>
    </pc:docChg>
  </pc:docChgLst>
  <pc:docChgLst>
    <pc:chgData name="Arkar Than Win" userId="3c8250a4-c36e-434c-9640-1ec1d94cea55" providerId="ADAL" clId="{879B6BD8-1093-4CB9-ACC4-F2372F0862CF}"/>
    <pc:docChg chg="custSel addSld delSld modSld sldOrd modMainMaster">
      <pc:chgData name="Arkar Than Win" userId="3c8250a4-c36e-434c-9640-1ec1d94cea55" providerId="ADAL" clId="{879B6BD8-1093-4CB9-ACC4-F2372F0862CF}" dt="2024-06-02T09:40:21.680" v="1789" actId="20577"/>
      <pc:docMkLst>
        <pc:docMk/>
      </pc:docMkLst>
      <pc:sldChg chg="del">
        <pc:chgData name="Arkar Than Win" userId="3c8250a4-c36e-434c-9640-1ec1d94cea55" providerId="ADAL" clId="{879B6BD8-1093-4CB9-ACC4-F2372F0862CF}" dt="2024-05-18T01:58:23.387" v="516" actId="47"/>
        <pc:sldMkLst>
          <pc:docMk/>
          <pc:sldMk cId="0" sldId="268"/>
        </pc:sldMkLst>
      </pc:sldChg>
      <pc:sldChg chg="modSp new mod">
        <pc:chgData name="Arkar Than Win" userId="3c8250a4-c36e-434c-9640-1ec1d94cea55" providerId="ADAL" clId="{879B6BD8-1093-4CB9-ACC4-F2372F0862CF}" dt="2024-05-18T02:03:44.635" v="645" actId="1035"/>
        <pc:sldMkLst>
          <pc:docMk/>
          <pc:sldMk cId="2339810054" sldId="269"/>
        </pc:sldMkLst>
        <pc:spChg chg="mod">
          <ac:chgData name="Arkar Than Win" userId="3c8250a4-c36e-434c-9640-1ec1d94cea55" providerId="ADAL" clId="{879B6BD8-1093-4CB9-ACC4-F2372F0862CF}" dt="2024-05-18T02:03:38.828" v="612" actId="553"/>
          <ac:spMkLst>
            <pc:docMk/>
            <pc:sldMk cId="2339810054" sldId="269"/>
            <ac:spMk id="2" creationId="{B49EFBAD-A447-5113-D534-C4274248667A}"/>
          </ac:spMkLst>
        </pc:spChg>
        <pc:spChg chg="mod">
          <ac:chgData name="Arkar Than Win" userId="3c8250a4-c36e-434c-9640-1ec1d94cea55" providerId="ADAL" clId="{879B6BD8-1093-4CB9-ACC4-F2372F0862CF}" dt="2024-05-18T02:03:44.635" v="645" actId="1035"/>
          <ac:spMkLst>
            <pc:docMk/>
            <pc:sldMk cId="2339810054" sldId="269"/>
            <ac:spMk id="3" creationId="{29AE6B4F-F5BF-0EDA-D80A-0F6A0290BAF5}"/>
          </ac:spMkLst>
        </pc:spChg>
        <pc:spChg chg="mod">
          <ac:chgData name="Arkar Than Win" userId="3c8250a4-c36e-434c-9640-1ec1d94cea55" providerId="ADAL" clId="{879B6BD8-1093-4CB9-ACC4-F2372F0862CF}" dt="2024-05-18T02:03:38.828" v="612" actId="553"/>
          <ac:spMkLst>
            <pc:docMk/>
            <pc:sldMk cId="2339810054" sldId="269"/>
            <ac:spMk id="4" creationId="{15132EF0-A032-879C-FCBC-DFDA78FB8457}"/>
          </ac:spMkLst>
        </pc:spChg>
      </pc:sldChg>
      <pc:sldChg chg="addSp delSp modSp add del mod">
        <pc:chgData name="Arkar Than Win" userId="3c8250a4-c36e-434c-9640-1ec1d94cea55" providerId="ADAL" clId="{879B6BD8-1093-4CB9-ACC4-F2372F0862CF}" dt="2024-05-18T02:19:34.769" v="673" actId="47"/>
        <pc:sldMkLst>
          <pc:docMk/>
          <pc:sldMk cId="501519549" sldId="270"/>
        </pc:sldMkLst>
        <pc:picChg chg="add del mod">
          <ac:chgData name="Arkar Than Win" userId="3c8250a4-c36e-434c-9640-1ec1d94cea55" providerId="ADAL" clId="{879B6BD8-1093-4CB9-ACC4-F2372F0862CF}" dt="2024-05-18T02:19:26.416" v="669" actId="21"/>
          <ac:picMkLst>
            <pc:docMk/>
            <pc:sldMk cId="501519549" sldId="270"/>
            <ac:picMk id="6" creationId="{859686EE-B875-A62D-6CE1-9949B304D5FE}"/>
          </ac:picMkLst>
        </pc:picChg>
      </pc:sldChg>
      <pc:sldChg chg="del">
        <pc:chgData name="Arkar Than Win" userId="3c8250a4-c36e-434c-9640-1ec1d94cea55" providerId="ADAL" clId="{879B6BD8-1093-4CB9-ACC4-F2372F0862CF}" dt="2024-05-18T01:53:08.377" v="73" actId="47"/>
        <pc:sldMkLst>
          <pc:docMk/>
          <pc:sldMk cId="2676914620" sldId="270"/>
        </pc:sldMkLst>
      </pc:sldChg>
      <pc:sldChg chg="modSp new del mod">
        <pc:chgData name="Arkar Than Win" userId="3c8250a4-c36e-434c-9640-1ec1d94cea55" providerId="ADAL" clId="{879B6BD8-1093-4CB9-ACC4-F2372F0862CF}" dt="2024-05-18T02:03:51.254" v="646" actId="47"/>
        <pc:sldMkLst>
          <pc:docMk/>
          <pc:sldMk cId="3634841838" sldId="270"/>
        </pc:sldMkLst>
        <pc:spChg chg="mod">
          <ac:chgData name="Arkar Than Win" userId="3c8250a4-c36e-434c-9640-1ec1d94cea55" providerId="ADAL" clId="{879B6BD8-1093-4CB9-ACC4-F2372F0862CF}" dt="2024-05-18T02:02:19.925" v="545"/>
          <ac:spMkLst>
            <pc:docMk/>
            <pc:sldMk cId="3634841838" sldId="270"/>
            <ac:spMk id="2" creationId="{5FE67FD2-C3FF-86B3-E4FE-4F88C93667E1}"/>
          </ac:spMkLst>
        </pc:spChg>
        <pc:spChg chg="mod">
          <ac:chgData name="Arkar Than Win" userId="3c8250a4-c36e-434c-9640-1ec1d94cea55" providerId="ADAL" clId="{879B6BD8-1093-4CB9-ACC4-F2372F0862CF}" dt="2024-05-18T02:02:43.263" v="550" actId="255"/>
          <ac:spMkLst>
            <pc:docMk/>
            <pc:sldMk cId="3634841838" sldId="270"/>
            <ac:spMk id="4" creationId="{0C46DA8E-96B8-6D6E-56A3-89BFAEA44B8E}"/>
          </ac:spMkLst>
        </pc:spChg>
      </pc:sldChg>
      <pc:sldChg chg="addSp delSp modSp new mod ord modNotesTx">
        <pc:chgData name="Arkar Than Win" userId="3c8250a4-c36e-434c-9640-1ec1d94cea55" providerId="ADAL" clId="{879B6BD8-1093-4CB9-ACC4-F2372F0862CF}" dt="2024-06-02T00:04:23.910" v="1545" actId="20577"/>
        <pc:sldMkLst>
          <pc:docMk/>
          <pc:sldMk cId="4052121608" sldId="271"/>
        </pc:sldMkLst>
        <pc:spChg chg="mod">
          <ac:chgData name="Arkar Than Win" userId="3c8250a4-c36e-434c-9640-1ec1d94cea55" providerId="ADAL" clId="{879B6BD8-1093-4CB9-ACC4-F2372F0862CF}" dt="2024-05-18T02:20:55.451" v="707" actId="20577"/>
          <ac:spMkLst>
            <pc:docMk/>
            <pc:sldMk cId="4052121608" sldId="271"/>
            <ac:spMk id="2" creationId="{CF74DB7E-CFA7-340D-92D5-29F98B99F8DA}"/>
          </ac:spMkLst>
        </pc:spChg>
        <pc:spChg chg="mod">
          <ac:chgData name="Arkar Than Win" userId="3c8250a4-c36e-434c-9640-1ec1d94cea55" providerId="ADAL" clId="{879B6BD8-1093-4CB9-ACC4-F2372F0862CF}" dt="2024-05-18T02:27:46.303" v="905" actId="20577"/>
          <ac:spMkLst>
            <pc:docMk/>
            <pc:sldMk cId="4052121608" sldId="271"/>
            <ac:spMk id="3" creationId="{7FFE9A8E-669D-4866-2DD7-34E78B111A0D}"/>
          </ac:spMkLst>
        </pc:spChg>
        <pc:picChg chg="add del mod">
          <ac:chgData name="Arkar Than Win" userId="3c8250a4-c36e-434c-9640-1ec1d94cea55" providerId="ADAL" clId="{879B6BD8-1093-4CB9-ACC4-F2372F0862CF}" dt="2024-05-18T02:19:50.538" v="675" actId="478"/>
          <ac:picMkLst>
            <pc:docMk/>
            <pc:sldMk cId="4052121608" sldId="271"/>
            <ac:picMk id="6" creationId="{859686EE-B875-A62D-6CE1-9949B304D5FE}"/>
          </ac:picMkLst>
        </pc:picChg>
      </pc:sldChg>
      <pc:sldChg chg="del">
        <pc:chgData name="Arkar Than Win" userId="3c8250a4-c36e-434c-9640-1ec1d94cea55" providerId="ADAL" clId="{879B6BD8-1093-4CB9-ACC4-F2372F0862CF}" dt="2024-05-18T01:53:08.377" v="73" actId="47"/>
        <pc:sldMkLst>
          <pc:docMk/>
          <pc:sldMk cId="1146656179" sldId="272"/>
        </pc:sldMkLst>
      </pc:sldChg>
      <pc:sldChg chg="modSp add mod">
        <pc:chgData name="Arkar Than Win" userId="3c8250a4-c36e-434c-9640-1ec1d94cea55" providerId="ADAL" clId="{879B6BD8-1093-4CB9-ACC4-F2372F0862CF}" dt="2024-05-18T02:27:13.905" v="805" actId="20577"/>
        <pc:sldMkLst>
          <pc:docMk/>
          <pc:sldMk cId="2127422490" sldId="272"/>
        </pc:sldMkLst>
        <pc:spChg chg="mod">
          <ac:chgData name="Arkar Than Win" userId="3c8250a4-c36e-434c-9640-1ec1d94cea55" providerId="ADAL" clId="{879B6BD8-1093-4CB9-ACC4-F2372F0862CF}" dt="2024-05-18T02:27:13.905" v="805" actId="20577"/>
          <ac:spMkLst>
            <pc:docMk/>
            <pc:sldMk cId="2127422490" sldId="272"/>
            <ac:spMk id="3" creationId="{7FFE9A8E-669D-4866-2DD7-34E78B111A0D}"/>
          </ac:spMkLst>
        </pc:spChg>
      </pc:sldChg>
      <pc:sldChg chg="del">
        <pc:chgData name="Arkar Than Win" userId="3c8250a4-c36e-434c-9640-1ec1d94cea55" providerId="ADAL" clId="{879B6BD8-1093-4CB9-ACC4-F2372F0862CF}" dt="2024-05-18T01:53:08.377" v="73" actId="47"/>
        <pc:sldMkLst>
          <pc:docMk/>
          <pc:sldMk cId="237766250" sldId="273"/>
        </pc:sldMkLst>
      </pc:sldChg>
      <pc:sldChg chg="modSp mod">
        <pc:chgData name="Arkar Than Win" userId="3c8250a4-c36e-434c-9640-1ec1d94cea55" providerId="ADAL" clId="{879B6BD8-1093-4CB9-ACC4-F2372F0862CF}" dt="2024-05-26T01:48:47.765" v="929" actId="14429"/>
        <pc:sldMkLst>
          <pc:docMk/>
          <pc:sldMk cId="749363726" sldId="273"/>
        </pc:sldMkLst>
        <pc:grpChg chg="mod modVis">
          <ac:chgData name="Arkar Than Win" userId="3c8250a4-c36e-434c-9640-1ec1d94cea55" providerId="ADAL" clId="{879B6BD8-1093-4CB9-ACC4-F2372F0862CF}" dt="2024-05-26T01:48:47.414" v="928" actId="14429"/>
          <ac:grpSpMkLst>
            <pc:docMk/>
            <pc:sldMk cId="749363726" sldId="273"/>
            <ac:grpSpMk id="164" creationId="{B074CACB-625C-E8D3-D425-20FF5D6EC6BC}"/>
          </ac:grpSpMkLst>
        </pc:grpChg>
        <pc:picChg chg="mod modVis">
          <ac:chgData name="Arkar Than Win" userId="3c8250a4-c36e-434c-9640-1ec1d94cea55" providerId="ADAL" clId="{879B6BD8-1093-4CB9-ACC4-F2372F0862CF}" dt="2024-05-26T01:48:46.985" v="927" actId="14429"/>
          <ac:picMkLst>
            <pc:docMk/>
            <pc:sldMk cId="749363726" sldId="273"/>
            <ac:picMk id="157" creationId="{F09F55EB-5387-415D-4E5B-33B4740AE11E}"/>
          </ac:picMkLst>
        </pc:picChg>
        <pc:picChg chg="mod">
          <ac:chgData name="Arkar Than Win" userId="3c8250a4-c36e-434c-9640-1ec1d94cea55" providerId="ADAL" clId="{879B6BD8-1093-4CB9-ACC4-F2372F0862CF}" dt="2024-05-26T01:48:40.866" v="925" actId="1367"/>
          <ac:picMkLst>
            <pc:docMk/>
            <pc:sldMk cId="749363726" sldId="273"/>
            <ac:picMk id="197" creationId="{96B8CC56-0DB3-397C-EEBF-3090D144EF70}"/>
          </ac:picMkLst>
        </pc:picChg>
        <pc:picChg chg="mod">
          <ac:chgData name="Arkar Than Win" userId="3c8250a4-c36e-434c-9640-1ec1d94cea55" providerId="ADAL" clId="{879B6BD8-1093-4CB9-ACC4-F2372F0862CF}" dt="2024-05-26T01:48:45.032" v="926" actId="1367"/>
          <ac:picMkLst>
            <pc:docMk/>
            <pc:sldMk cId="749363726" sldId="273"/>
            <ac:picMk id="203" creationId="{A31DA94E-91E2-344B-DCE0-B56EFEDA9D83}"/>
          </ac:picMkLst>
        </pc:picChg>
        <pc:picChg chg="mod modVis">
          <ac:chgData name="Arkar Than Win" userId="3c8250a4-c36e-434c-9640-1ec1d94cea55" providerId="ADAL" clId="{879B6BD8-1093-4CB9-ACC4-F2372F0862CF}" dt="2024-05-26T01:48:47.765" v="929" actId="14429"/>
          <ac:picMkLst>
            <pc:docMk/>
            <pc:sldMk cId="749363726" sldId="273"/>
            <ac:picMk id="211" creationId="{53F00676-BD23-9103-4656-3D465DCB01B2}"/>
          </ac:picMkLst>
        </pc:picChg>
      </pc:sldChg>
      <pc:sldChg chg="del">
        <pc:chgData name="Arkar Than Win" userId="3c8250a4-c36e-434c-9640-1ec1d94cea55" providerId="ADAL" clId="{879B6BD8-1093-4CB9-ACC4-F2372F0862CF}" dt="2024-05-18T01:53:08.377" v="73" actId="47"/>
        <pc:sldMkLst>
          <pc:docMk/>
          <pc:sldMk cId="1435400331" sldId="275"/>
        </pc:sldMkLst>
      </pc:sldChg>
      <pc:sldChg chg="del">
        <pc:chgData name="Arkar Than Win" userId="3c8250a4-c36e-434c-9640-1ec1d94cea55" providerId="ADAL" clId="{879B6BD8-1093-4CB9-ACC4-F2372F0862CF}" dt="2024-05-18T01:53:08.377" v="73" actId="47"/>
        <pc:sldMkLst>
          <pc:docMk/>
          <pc:sldMk cId="625924529" sldId="276"/>
        </pc:sldMkLst>
      </pc:sldChg>
      <pc:sldChg chg="addSp delSp modSp mod delAnim modAnim">
        <pc:chgData name="Arkar Than Win" userId="3c8250a4-c36e-434c-9640-1ec1d94cea55" providerId="ADAL" clId="{879B6BD8-1093-4CB9-ACC4-F2372F0862CF}" dt="2024-06-02T09:23:57.787" v="1782"/>
        <pc:sldMkLst>
          <pc:docMk/>
          <pc:sldMk cId="3977569686" sldId="276"/>
        </pc:sldMkLst>
        <pc:spChg chg="add mod topLvl">
          <ac:chgData name="Arkar Than Win" userId="3c8250a4-c36e-434c-9640-1ec1d94cea55" providerId="ADAL" clId="{879B6BD8-1093-4CB9-ACC4-F2372F0862CF}" dt="2024-06-02T09:23:36.816" v="1778" actId="164"/>
          <ac:spMkLst>
            <pc:docMk/>
            <pc:sldMk cId="3977569686" sldId="276"/>
            <ac:spMk id="10" creationId="{669361A0-D5DB-8DE8-B33E-BA702302102B}"/>
          </ac:spMkLst>
        </pc:spChg>
        <pc:spChg chg="add mod topLvl">
          <ac:chgData name="Arkar Than Win" userId="3c8250a4-c36e-434c-9640-1ec1d94cea55" providerId="ADAL" clId="{879B6BD8-1093-4CB9-ACC4-F2372F0862CF}" dt="2024-06-02T09:23:36.816" v="1778" actId="164"/>
          <ac:spMkLst>
            <pc:docMk/>
            <pc:sldMk cId="3977569686" sldId="276"/>
            <ac:spMk id="11" creationId="{075DE8DB-496E-743B-8CBB-331E78F9B92A}"/>
          </ac:spMkLst>
        </pc:spChg>
        <pc:spChg chg="add mod">
          <ac:chgData name="Arkar Than Win" userId="3c8250a4-c36e-434c-9640-1ec1d94cea55" providerId="ADAL" clId="{879B6BD8-1093-4CB9-ACC4-F2372F0862CF}" dt="2024-06-02T09:21:42.131" v="1772" actId="164"/>
          <ac:spMkLst>
            <pc:docMk/>
            <pc:sldMk cId="3977569686" sldId="276"/>
            <ac:spMk id="12" creationId="{D604DF93-D4B1-D0BF-B0F9-82BBD17A93A7}"/>
          </ac:spMkLst>
        </pc:spChg>
        <pc:grpChg chg="add del mod modVis">
          <ac:chgData name="Arkar Than Win" userId="3c8250a4-c36e-434c-9640-1ec1d94cea55" providerId="ADAL" clId="{879B6BD8-1093-4CB9-ACC4-F2372F0862CF}" dt="2024-06-02T09:23:33.113" v="1777" actId="165"/>
          <ac:grpSpMkLst>
            <pc:docMk/>
            <pc:sldMk cId="3977569686" sldId="276"/>
            <ac:grpSpMk id="4" creationId="{70A5E059-892A-5416-3744-D30183009509}"/>
          </ac:grpSpMkLst>
        </pc:grpChg>
        <pc:grpChg chg="mod modVis">
          <ac:chgData name="Arkar Than Win" userId="3c8250a4-c36e-434c-9640-1ec1d94cea55" providerId="ADAL" clId="{879B6BD8-1093-4CB9-ACC4-F2372F0862CF}" dt="2024-06-02T09:21:49.658" v="1773" actId="14429"/>
          <ac:grpSpMkLst>
            <pc:docMk/>
            <pc:sldMk cId="3977569686" sldId="276"/>
            <ac:grpSpMk id="8" creationId="{8A68BE8B-2DD0-FC70-334B-CA8E25A86857}"/>
          </ac:grpSpMkLst>
        </pc:grpChg>
        <pc:grpChg chg="del">
          <ac:chgData name="Arkar Than Win" userId="3c8250a4-c36e-434c-9640-1ec1d94cea55" providerId="ADAL" clId="{879B6BD8-1093-4CB9-ACC4-F2372F0862CF}" dt="2024-06-02T09:15:59.924" v="1549" actId="478"/>
          <ac:grpSpMkLst>
            <pc:docMk/>
            <pc:sldMk cId="3977569686" sldId="276"/>
            <ac:grpSpMk id="9" creationId="{DDD84CFD-15D2-C449-5293-BE49F13B0A76}"/>
          </ac:grpSpMkLst>
        </pc:grpChg>
        <pc:grpChg chg="add mod">
          <ac:chgData name="Arkar Than Win" userId="3c8250a4-c36e-434c-9640-1ec1d94cea55" providerId="ADAL" clId="{879B6BD8-1093-4CB9-ACC4-F2372F0862CF}" dt="2024-06-02T09:23:39.639" v="1779" actId="164"/>
          <ac:grpSpMkLst>
            <pc:docMk/>
            <pc:sldMk cId="3977569686" sldId="276"/>
            <ac:grpSpMk id="20" creationId="{056B9C0F-D3DE-00E6-1091-43D1AA3FEFED}"/>
          </ac:grpSpMkLst>
        </pc:grpChg>
        <pc:grpChg chg="add mod">
          <ac:chgData name="Arkar Than Win" userId="3c8250a4-c36e-434c-9640-1ec1d94cea55" providerId="ADAL" clId="{879B6BD8-1093-4CB9-ACC4-F2372F0862CF}" dt="2024-06-02T09:23:39.639" v="1779" actId="164"/>
          <ac:grpSpMkLst>
            <pc:docMk/>
            <pc:sldMk cId="3977569686" sldId="276"/>
            <ac:grpSpMk id="21" creationId="{636ECF74-F13A-3481-F17D-05D2549546BF}"/>
          </ac:grpSpMkLst>
        </pc:grpChg>
        <pc:grpChg chg="add mod">
          <ac:chgData name="Arkar Than Win" userId="3c8250a4-c36e-434c-9640-1ec1d94cea55" providerId="ADAL" clId="{879B6BD8-1093-4CB9-ACC4-F2372F0862CF}" dt="2024-06-02T09:23:39.639" v="1779" actId="164"/>
          <ac:grpSpMkLst>
            <pc:docMk/>
            <pc:sldMk cId="3977569686" sldId="276"/>
            <ac:grpSpMk id="22" creationId="{D337F601-C0B5-7231-7389-3F2C81AFC1B6}"/>
          </ac:grpSpMkLst>
        </pc:grpChg>
        <pc:graphicFrameChg chg="add mod">
          <ac:chgData name="Arkar Than Win" userId="3c8250a4-c36e-434c-9640-1ec1d94cea55" providerId="ADAL" clId="{879B6BD8-1093-4CB9-ACC4-F2372F0862CF}" dt="2024-06-02T09:16:00.675" v="1550"/>
          <ac:graphicFrameMkLst>
            <pc:docMk/>
            <pc:sldMk cId="3977569686" sldId="276"/>
            <ac:graphicFrameMk id="4" creationId="{33CA9468-A610-BE6B-9E64-35CC962FA01D}"/>
          </ac:graphicFrameMkLst>
        </pc:graphicFrameChg>
        <pc:picChg chg="add mod topLvl">
          <ac:chgData name="Arkar Than Win" userId="3c8250a4-c36e-434c-9640-1ec1d94cea55" providerId="ADAL" clId="{879B6BD8-1093-4CB9-ACC4-F2372F0862CF}" dt="2024-06-02T09:23:33.113" v="1777" actId="165"/>
          <ac:picMkLst>
            <pc:docMk/>
            <pc:sldMk cId="3977569686" sldId="276"/>
            <ac:picMk id="5" creationId="{CA959EEC-A3F2-36CE-747F-D83E673DAF02}"/>
          </ac:picMkLst>
        </pc:picChg>
        <pc:cxnChg chg="add mod">
          <ac:chgData name="Arkar Than Win" userId="3c8250a4-c36e-434c-9640-1ec1d94cea55" providerId="ADAL" clId="{879B6BD8-1093-4CB9-ACC4-F2372F0862CF}" dt="2024-06-02T09:21:42.131" v="1772" actId="164"/>
          <ac:cxnSpMkLst>
            <pc:docMk/>
            <pc:sldMk cId="3977569686" sldId="276"/>
            <ac:cxnSpMk id="13" creationId="{3BCB5F48-EB3D-04D8-2F24-44BE19FD904A}"/>
          </ac:cxnSpMkLst>
        </pc:cxnChg>
        <pc:cxnChg chg="add mod">
          <ac:chgData name="Arkar Than Win" userId="3c8250a4-c36e-434c-9640-1ec1d94cea55" providerId="ADAL" clId="{879B6BD8-1093-4CB9-ACC4-F2372F0862CF}" dt="2024-06-02T09:21:42.131" v="1772" actId="164"/>
          <ac:cxnSpMkLst>
            <pc:docMk/>
            <pc:sldMk cId="3977569686" sldId="276"/>
            <ac:cxnSpMk id="17" creationId="{0F4AB893-FBD4-4F72-8FCB-24DBD362BD50}"/>
          </ac:cxnSpMkLst>
        </pc:cxnChg>
      </pc:sldChg>
      <pc:sldChg chg="del">
        <pc:chgData name="Arkar Than Win" userId="3c8250a4-c36e-434c-9640-1ec1d94cea55" providerId="ADAL" clId="{879B6BD8-1093-4CB9-ACC4-F2372F0862CF}" dt="2024-05-18T01:53:08.377" v="73" actId="47"/>
        <pc:sldMkLst>
          <pc:docMk/>
          <pc:sldMk cId="3882710049" sldId="277"/>
        </pc:sldMkLst>
      </pc:sldChg>
      <pc:sldChg chg="del">
        <pc:chgData name="Arkar Than Win" userId="3c8250a4-c36e-434c-9640-1ec1d94cea55" providerId="ADAL" clId="{879B6BD8-1093-4CB9-ACC4-F2372F0862CF}" dt="2024-05-18T01:53:08.377" v="73" actId="47"/>
        <pc:sldMkLst>
          <pc:docMk/>
          <pc:sldMk cId="3271646660" sldId="278"/>
        </pc:sldMkLst>
      </pc:sldChg>
      <pc:sldChg chg="del">
        <pc:chgData name="Arkar Than Win" userId="3c8250a4-c36e-434c-9640-1ec1d94cea55" providerId="ADAL" clId="{879B6BD8-1093-4CB9-ACC4-F2372F0862CF}" dt="2024-05-18T01:53:08.377" v="73" actId="47"/>
        <pc:sldMkLst>
          <pc:docMk/>
          <pc:sldMk cId="3387710949" sldId="279"/>
        </pc:sldMkLst>
      </pc:sldChg>
      <pc:sldChg chg="del">
        <pc:chgData name="Arkar Than Win" userId="3c8250a4-c36e-434c-9640-1ec1d94cea55" providerId="ADAL" clId="{879B6BD8-1093-4CB9-ACC4-F2372F0862CF}" dt="2024-05-18T01:53:05.049" v="72" actId="47"/>
        <pc:sldMkLst>
          <pc:docMk/>
          <pc:sldMk cId="2282415467" sldId="280"/>
        </pc:sldMkLst>
      </pc:sldChg>
      <pc:sldChg chg="del">
        <pc:chgData name="Arkar Than Win" userId="3c8250a4-c36e-434c-9640-1ec1d94cea55" providerId="ADAL" clId="{879B6BD8-1093-4CB9-ACC4-F2372F0862CF}" dt="2024-05-18T01:53:08.377" v="73" actId="47"/>
        <pc:sldMkLst>
          <pc:docMk/>
          <pc:sldMk cId="1130563195" sldId="281"/>
        </pc:sldMkLst>
      </pc:sldChg>
      <pc:sldChg chg="del">
        <pc:chgData name="Arkar Than Win" userId="3c8250a4-c36e-434c-9640-1ec1d94cea55" providerId="ADAL" clId="{879B6BD8-1093-4CB9-ACC4-F2372F0862CF}" dt="2024-05-18T01:53:08.377" v="73" actId="47"/>
        <pc:sldMkLst>
          <pc:docMk/>
          <pc:sldMk cId="1454255129" sldId="282"/>
        </pc:sldMkLst>
      </pc:sldChg>
      <pc:sldChg chg="del">
        <pc:chgData name="Arkar Than Win" userId="3c8250a4-c36e-434c-9640-1ec1d94cea55" providerId="ADAL" clId="{879B6BD8-1093-4CB9-ACC4-F2372F0862CF}" dt="2024-05-18T01:53:08.377" v="73" actId="47"/>
        <pc:sldMkLst>
          <pc:docMk/>
          <pc:sldMk cId="1231817376" sldId="284"/>
        </pc:sldMkLst>
      </pc:sldChg>
      <pc:sldChg chg="del">
        <pc:chgData name="Arkar Than Win" userId="3c8250a4-c36e-434c-9640-1ec1d94cea55" providerId="ADAL" clId="{879B6BD8-1093-4CB9-ACC4-F2372F0862CF}" dt="2024-05-18T01:53:08.377" v="73" actId="47"/>
        <pc:sldMkLst>
          <pc:docMk/>
          <pc:sldMk cId="1709072183" sldId="285"/>
        </pc:sldMkLst>
      </pc:sldChg>
      <pc:sldChg chg="del">
        <pc:chgData name="Arkar Than Win" userId="3c8250a4-c36e-434c-9640-1ec1d94cea55" providerId="ADAL" clId="{879B6BD8-1093-4CB9-ACC4-F2372F0862CF}" dt="2024-05-18T01:53:08.377" v="73" actId="47"/>
        <pc:sldMkLst>
          <pc:docMk/>
          <pc:sldMk cId="2153487994" sldId="286"/>
        </pc:sldMkLst>
      </pc:sldChg>
      <pc:sldChg chg="modSp mod">
        <pc:chgData name="Arkar Than Win" userId="3c8250a4-c36e-434c-9640-1ec1d94cea55" providerId="ADAL" clId="{879B6BD8-1093-4CB9-ACC4-F2372F0862CF}" dt="2024-06-02T09:40:21.680" v="1789" actId="20577"/>
        <pc:sldMkLst>
          <pc:docMk/>
          <pc:sldMk cId="3780604414" sldId="286"/>
        </pc:sldMkLst>
        <pc:spChg chg="mod">
          <ac:chgData name="Arkar Than Win" userId="3c8250a4-c36e-434c-9640-1ec1d94cea55" providerId="ADAL" clId="{879B6BD8-1093-4CB9-ACC4-F2372F0862CF}" dt="2024-06-02T09:40:21.680" v="1789" actId="20577"/>
          <ac:spMkLst>
            <pc:docMk/>
            <pc:sldMk cId="3780604414" sldId="286"/>
            <ac:spMk id="15" creationId="{105022E4-0A77-93A0-1B4D-6EEFFC870D60}"/>
          </ac:spMkLst>
        </pc:spChg>
      </pc:sldChg>
      <pc:sldChg chg="del">
        <pc:chgData name="Arkar Than Win" userId="3c8250a4-c36e-434c-9640-1ec1d94cea55" providerId="ADAL" clId="{879B6BD8-1093-4CB9-ACC4-F2372F0862CF}" dt="2024-05-18T01:53:08.377" v="73" actId="47"/>
        <pc:sldMkLst>
          <pc:docMk/>
          <pc:sldMk cId="129711908" sldId="287"/>
        </pc:sldMkLst>
      </pc:sldChg>
      <pc:sldChg chg="addSp delSp modSp mod modShow">
        <pc:chgData name="Arkar Than Win" userId="3c8250a4-c36e-434c-9640-1ec1d94cea55" providerId="ADAL" clId="{879B6BD8-1093-4CB9-ACC4-F2372F0862CF}" dt="2024-05-26T02:08:19.968" v="943" actId="12788"/>
        <pc:sldMkLst>
          <pc:docMk/>
          <pc:sldMk cId="185491373" sldId="287"/>
        </pc:sldMkLst>
        <pc:grpChg chg="del">
          <ac:chgData name="Arkar Than Win" userId="3c8250a4-c36e-434c-9640-1ec1d94cea55" providerId="ADAL" clId="{879B6BD8-1093-4CB9-ACC4-F2372F0862CF}" dt="2024-05-26T02:08:15.723" v="942" actId="165"/>
          <ac:grpSpMkLst>
            <pc:docMk/>
            <pc:sldMk cId="185491373" sldId="287"/>
            <ac:grpSpMk id="80" creationId="{5B45FB7B-2630-29CE-78B7-CEA98462BEC3}"/>
          </ac:grpSpMkLst>
        </pc:grpChg>
        <pc:grpChg chg="mod topLvl">
          <ac:chgData name="Arkar Than Win" userId="3c8250a4-c36e-434c-9640-1ec1d94cea55" providerId="ADAL" clId="{879B6BD8-1093-4CB9-ACC4-F2372F0862CF}" dt="2024-05-26T02:08:19.968" v="943" actId="12788"/>
          <ac:grpSpMkLst>
            <pc:docMk/>
            <pc:sldMk cId="185491373" sldId="287"/>
            <ac:grpSpMk id="81" creationId="{95602055-FB7E-4CB3-0C1F-7CCD07DC4C2C}"/>
          </ac:grpSpMkLst>
        </pc:grpChg>
        <pc:picChg chg="add mod">
          <ac:chgData name="Arkar Than Win" userId="3c8250a4-c36e-434c-9640-1ec1d94cea55" providerId="ADAL" clId="{879B6BD8-1093-4CB9-ACC4-F2372F0862CF}" dt="2024-05-26T01:24:00.976" v="917" actId="1076"/>
          <ac:picMkLst>
            <pc:docMk/>
            <pc:sldMk cId="185491373" sldId="287"/>
            <ac:picMk id="3" creationId="{E237F4C0-711B-085E-30E0-C68EC088A83C}"/>
          </ac:picMkLst>
        </pc:picChg>
        <pc:picChg chg="add mod">
          <ac:chgData name="Arkar Than Win" userId="3c8250a4-c36e-434c-9640-1ec1d94cea55" providerId="ADAL" clId="{879B6BD8-1093-4CB9-ACC4-F2372F0862CF}" dt="2024-05-26T01:51:54.141" v="931" actId="1076"/>
          <ac:picMkLst>
            <pc:docMk/>
            <pc:sldMk cId="185491373" sldId="287"/>
            <ac:picMk id="5" creationId="{16E778EC-978B-800B-E11C-3634791EDE78}"/>
          </ac:picMkLst>
        </pc:picChg>
        <pc:picChg chg="add mod">
          <ac:chgData name="Arkar Than Win" userId="3c8250a4-c36e-434c-9640-1ec1d94cea55" providerId="ADAL" clId="{879B6BD8-1093-4CB9-ACC4-F2372F0862CF}" dt="2024-05-26T01:52:08.659" v="933" actId="1076"/>
          <ac:picMkLst>
            <pc:docMk/>
            <pc:sldMk cId="185491373" sldId="287"/>
            <ac:picMk id="11" creationId="{EA475593-2E3B-10FF-A2C4-8AEBC55C38F0}"/>
          </ac:picMkLst>
        </pc:picChg>
        <pc:picChg chg="add mod">
          <ac:chgData name="Arkar Than Win" userId="3c8250a4-c36e-434c-9640-1ec1d94cea55" providerId="ADAL" clId="{879B6BD8-1093-4CB9-ACC4-F2372F0862CF}" dt="2024-05-26T01:52:23.787" v="935" actId="1076"/>
          <ac:picMkLst>
            <pc:docMk/>
            <pc:sldMk cId="185491373" sldId="287"/>
            <ac:picMk id="26" creationId="{34849106-AA5B-9F2A-075C-7277931288AB}"/>
          </ac:picMkLst>
        </pc:picChg>
        <pc:picChg chg="mod topLvl">
          <ac:chgData name="Arkar Than Win" userId="3c8250a4-c36e-434c-9640-1ec1d94cea55" providerId="ADAL" clId="{879B6BD8-1093-4CB9-ACC4-F2372F0862CF}" dt="2024-05-26T02:08:19.968" v="943" actId="12788"/>
          <ac:picMkLst>
            <pc:docMk/>
            <pc:sldMk cId="185491373" sldId="287"/>
            <ac:picMk id="82" creationId="{E0CE0407-A1F1-0624-6D65-F268DFC4239D}"/>
          </ac:picMkLst>
        </pc:picChg>
        <pc:picChg chg="mod">
          <ac:chgData name="Arkar Than Win" userId="3c8250a4-c36e-434c-9640-1ec1d94cea55" providerId="ADAL" clId="{879B6BD8-1093-4CB9-ACC4-F2372F0862CF}" dt="2024-05-26T02:08:15.723" v="942" actId="165"/>
          <ac:picMkLst>
            <pc:docMk/>
            <pc:sldMk cId="185491373" sldId="287"/>
            <ac:picMk id="83" creationId="{68783A3B-7385-7140-5DEC-4A00707B525D}"/>
          </ac:picMkLst>
        </pc:picChg>
        <pc:picChg chg="mod">
          <ac:chgData name="Arkar Than Win" userId="3c8250a4-c36e-434c-9640-1ec1d94cea55" providerId="ADAL" clId="{879B6BD8-1093-4CB9-ACC4-F2372F0862CF}" dt="2024-05-26T02:08:15.723" v="942" actId="165"/>
          <ac:picMkLst>
            <pc:docMk/>
            <pc:sldMk cId="185491373" sldId="287"/>
            <ac:picMk id="84" creationId="{FBF012CB-3EC0-9148-BB25-4CB34C6D165D}"/>
          </ac:picMkLst>
        </pc:picChg>
        <pc:picChg chg="mod">
          <ac:chgData name="Arkar Than Win" userId="3c8250a4-c36e-434c-9640-1ec1d94cea55" providerId="ADAL" clId="{879B6BD8-1093-4CB9-ACC4-F2372F0862CF}" dt="2024-05-26T01:48:14.330" v="919" actId="1367"/>
          <ac:picMkLst>
            <pc:docMk/>
            <pc:sldMk cId="185491373" sldId="287"/>
            <ac:picMk id="180" creationId="{E7C6E3EC-B434-0E56-E3D6-66CF66E53613}"/>
          </ac:picMkLst>
        </pc:picChg>
        <pc:picChg chg="mod">
          <ac:chgData name="Arkar Than Win" userId="3c8250a4-c36e-434c-9640-1ec1d94cea55" providerId="ADAL" clId="{879B6BD8-1093-4CB9-ACC4-F2372F0862CF}" dt="2024-05-26T01:48:09.622" v="918" actId="1367"/>
          <ac:picMkLst>
            <pc:docMk/>
            <pc:sldMk cId="185491373" sldId="287"/>
            <ac:picMk id="182" creationId="{8176FD4B-BC69-B6B8-C94B-E87698CA9180}"/>
          </ac:picMkLst>
        </pc:picChg>
      </pc:sldChg>
      <pc:sldChg chg="del">
        <pc:chgData name="Arkar Than Win" userId="3c8250a4-c36e-434c-9640-1ec1d94cea55" providerId="ADAL" clId="{879B6BD8-1093-4CB9-ACC4-F2372F0862CF}" dt="2024-05-18T01:53:08.377" v="73" actId="47"/>
        <pc:sldMkLst>
          <pc:docMk/>
          <pc:sldMk cId="2386685765" sldId="288"/>
        </pc:sldMkLst>
      </pc:sldChg>
      <pc:sldChg chg="new">
        <pc:chgData name="Arkar Than Win" userId="3c8250a4-c36e-434c-9640-1ec1d94cea55" providerId="ADAL" clId="{879B6BD8-1093-4CB9-ACC4-F2372F0862CF}" dt="2024-05-26T01:19:22.088" v="906" actId="680"/>
        <pc:sldMkLst>
          <pc:docMk/>
          <pc:sldMk cId="2722507039" sldId="296"/>
        </pc:sldMkLst>
      </pc:sldChg>
      <pc:sldChg chg="mod">
        <pc:chgData name="Arkar Than Win" userId="3c8250a4-c36e-434c-9640-1ec1d94cea55" providerId="ADAL" clId="{879B6BD8-1093-4CB9-ACC4-F2372F0862CF}" dt="2024-06-02T09:15:32.565" v="1547" actId="27918"/>
        <pc:sldMkLst>
          <pc:docMk/>
          <pc:sldMk cId="3506120953" sldId="305"/>
        </pc:sldMkLst>
      </pc:sldChg>
      <pc:sldMasterChg chg="modSldLayout">
        <pc:chgData name="Arkar Than Win" userId="3c8250a4-c36e-434c-9640-1ec1d94cea55" providerId="ADAL" clId="{879B6BD8-1093-4CB9-ACC4-F2372F0862CF}" dt="2024-05-18T02:14:19.749" v="651"/>
        <pc:sldMasterMkLst>
          <pc:docMk/>
          <pc:sldMasterMk cId="3627849972" sldId="2147483684"/>
        </pc:sldMasterMkLst>
        <pc:sldLayoutChg chg="addSp delSp modSp mod">
          <pc:chgData name="Arkar Than Win" userId="3c8250a4-c36e-434c-9640-1ec1d94cea55" providerId="ADAL" clId="{879B6BD8-1093-4CB9-ACC4-F2372F0862CF}" dt="2024-05-18T01:52:18.681" v="51" actId="478"/>
          <pc:sldLayoutMkLst>
            <pc:docMk/>
            <pc:sldMasterMk cId="3627849972" sldId="2147483660"/>
            <pc:sldLayoutMk cId="261118107" sldId="2147483662"/>
          </pc:sldLayoutMkLst>
          <pc:spChg chg="add del mod">
            <ac:chgData name="Arkar Than Win" userId="3c8250a4-c36e-434c-9640-1ec1d94cea55" providerId="ADAL" clId="{879B6BD8-1093-4CB9-ACC4-F2372F0862CF}" dt="2024-05-18T01:50:51.735" v="11" actId="478"/>
            <ac:spMkLst>
              <pc:docMk/>
              <pc:sldMasterMk cId="3627849972" sldId="2147483660"/>
              <pc:sldLayoutMk cId="261118107" sldId="2147483662"/>
              <ac:spMk id="2" creationId="{D595C778-0036-A069-4D06-A68959A26A57}"/>
            </ac:spMkLst>
          </pc:spChg>
          <pc:spChg chg="mod">
            <ac:chgData name="Arkar Than Win" userId="3c8250a4-c36e-434c-9640-1ec1d94cea55" providerId="ADAL" clId="{879B6BD8-1093-4CB9-ACC4-F2372F0862CF}" dt="2024-05-18T01:51:15.920" v="19" actId="1076"/>
            <ac:spMkLst>
              <pc:docMk/>
              <pc:sldMasterMk cId="3627849972" sldId="2147483660"/>
              <pc:sldLayoutMk cId="261118107" sldId="2147483662"/>
              <ac:spMk id="8" creationId="{00000000-0000-0000-0000-000000000000}"/>
            </ac:spMkLst>
          </pc:spChg>
          <pc:picChg chg="mod">
            <ac:chgData name="Arkar Than Win" userId="3c8250a4-c36e-434c-9640-1ec1d94cea55" providerId="ADAL" clId="{879B6BD8-1093-4CB9-ACC4-F2372F0862CF}" dt="2024-05-18T01:52:15.623" v="50" actId="14100"/>
            <ac:picMkLst>
              <pc:docMk/>
              <pc:sldMasterMk cId="3627849972" sldId="2147483660"/>
              <pc:sldLayoutMk cId="261118107" sldId="2147483662"/>
              <ac:picMk id="10" creationId="{00000000-0000-0000-0000-000000000000}"/>
            </ac:picMkLst>
          </pc:picChg>
          <pc:picChg chg="add del mod">
            <ac:chgData name="Arkar Than Win" userId="3c8250a4-c36e-434c-9640-1ec1d94cea55" providerId="ADAL" clId="{879B6BD8-1093-4CB9-ACC4-F2372F0862CF}" dt="2024-05-18T01:52:18.681" v="51" actId="478"/>
            <ac:picMkLst>
              <pc:docMk/>
              <pc:sldMasterMk cId="3627849972" sldId="2147483660"/>
              <pc:sldLayoutMk cId="261118107" sldId="2147483662"/>
              <ac:picMk id="1026" creationId="{DED9888D-0725-170C-9AC0-C7216435AB72}"/>
            </ac:picMkLst>
          </pc:picChg>
        </pc:sldLayoutChg>
        <pc:sldLayoutChg chg="addSp delSp modSp">
          <pc:chgData name="Arkar Than Win" userId="3c8250a4-c36e-434c-9640-1ec1d94cea55" providerId="ADAL" clId="{879B6BD8-1093-4CB9-ACC4-F2372F0862CF}" dt="2024-05-18T01:52:26.595" v="53"/>
          <pc:sldLayoutMkLst>
            <pc:docMk/>
            <pc:sldMasterMk cId="3627849972" sldId="2147483660"/>
            <pc:sldLayoutMk cId="3804102370" sldId="2147483663"/>
          </pc:sldLayoutMkLst>
          <pc:picChg chg="add mod">
            <ac:chgData name="Arkar Than Win" userId="3c8250a4-c36e-434c-9640-1ec1d94cea55" providerId="ADAL" clId="{879B6BD8-1093-4CB9-ACC4-F2372F0862CF}" dt="2024-05-18T01:52:26.595" v="53"/>
            <ac:picMkLst>
              <pc:docMk/>
              <pc:sldMasterMk cId="3627849972" sldId="2147483660"/>
              <pc:sldLayoutMk cId="3804102370" sldId="2147483663"/>
              <ac:picMk id="2" creationId="{856C82CC-9EF2-B117-2DA6-6C2C7FF84180}"/>
            </ac:picMkLst>
          </pc:picChg>
          <pc:picChg chg="del">
            <ac:chgData name="Arkar Than Win" userId="3c8250a4-c36e-434c-9640-1ec1d94cea55" providerId="ADAL" clId="{879B6BD8-1093-4CB9-ACC4-F2372F0862CF}" dt="2024-05-18T01:52:26.120" v="52" actId="478"/>
            <ac:picMkLst>
              <pc:docMk/>
              <pc:sldMasterMk cId="3627849972" sldId="2147483660"/>
              <pc:sldLayoutMk cId="3804102370" sldId="2147483663"/>
              <ac:picMk id="13" creationId="{00000000-0000-0000-0000-000000000000}"/>
            </ac:picMkLst>
          </pc:picChg>
        </pc:sldLayoutChg>
        <pc:sldLayoutChg chg="addSp delSp modSp">
          <pc:chgData name="Arkar Than Win" userId="3c8250a4-c36e-434c-9640-1ec1d94cea55" providerId="ADAL" clId="{879B6BD8-1093-4CB9-ACC4-F2372F0862CF}" dt="2024-05-18T01:52:29.216" v="55"/>
          <pc:sldLayoutMkLst>
            <pc:docMk/>
            <pc:sldMasterMk cId="3627849972" sldId="2147483660"/>
            <pc:sldLayoutMk cId="644907664" sldId="2147483664"/>
          </pc:sldLayoutMkLst>
          <pc:picChg chg="add mod">
            <ac:chgData name="Arkar Than Win" userId="3c8250a4-c36e-434c-9640-1ec1d94cea55" providerId="ADAL" clId="{879B6BD8-1093-4CB9-ACC4-F2372F0862CF}" dt="2024-05-18T01:52:29.216" v="55"/>
            <ac:picMkLst>
              <pc:docMk/>
              <pc:sldMasterMk cId="3627849972" sldId="2147483660"/>
              <pc:sldLayoutMk cId="644907664" sldId="2147483664"/>
              <ac:picMk id="2" creationId="{3AC1E576-286A-ED69-C305-598AE76460C1}"/>
            </ac:picMkLst>
          </pc:picChg>
          <pc:picChg chg="del">
            <ac:chgData name="Arkar Than Win" userId="3c8250a4-c36e-434c-9640-1ec1d94cea55" providerId="ADAL" clId="{879B6BD8-1093-4CB9-ACC4-F2372F0862CF}" dt="2024-05-18T01:52:28.773" v="54" actId="478"/>
            <ac:picMkLst>
              <pc:docMk/>
              <pc:sldMasterMk cId="3627849972" sldId="2147483660"/>
              <pc:sldLayoutMk cId="644907664" sldId="2147483664"/>
              <ac:picMk id="10" creationId="{00000000-0000-0000-0000-000000000000}"/>
            </ac:picMkLst>
          </pc:picChg>
        </pc:sldLayoutChg>
        <pc:sldLayoutChg chg="addSp delSp modSp">
          <pc:chgData name="Arkar Than Win" userId="3c8250a4-c36e-434c-9640-1ec1d94cea55" providerId="ADAL" clId="{879B6BD8-1093-4CB9-ACC4-F2372F0862CF}" dt="2024-05-18T01:52:31.747" v="57"/>
          <pc:sldLayoutMkLst>
            <pc:docMk/>
            <pc:sldMasterMk cId="3627849972" sldId="2147483660"/>
            <pc:sldLayoutMk cId="3434316440" sldId="2147483665"/>
          </pc:sldLayoutMkLst>
          <pc:picChg chg="add mod">
            <ac:chgData name="Arkar Than Win" userId="3c8250a4-c36e-434c-9640-1ec1d94cea55" providerId="ADAL" clId="{879B6BD8-1093-4CB9-ACC4-F2372F0862CF}" dt="2024-05-18T01:52:31.747" v="57"/>
            <ac:picMkLst>
              <pc:docMk/>
              <pc:sldMasterMk cId="3627849972" sldId="2147483660"/>
              <pc:sldLayoutMk cId="3434316440" sldId="2147483665"/>
              <ac:picMk id="2" creationId="{50F13042-ABE4-0BCC-3357-19E8FE2B7005}"/>
            </ac:picMkLst>
          </pc:picChg>
          <pc:picChg chg="del">
            <ac:chgData name="Arkar Than Win" userId="3c8250a4-c36e-434c-9640-1ec1d94cea55" providerId="ADAL" clId="{879B6BD8-1093-4CB9-ACC4-F2372F0862CF}" dt="2024-05-18T01:52:31.262" v="56" actId="478"/>
            <ac:picMkLst>
              <pc:docMk/>
              <pc:sldMasterMk cId="3627849972" sldId="2147483660"/>
              <pc:sldLayoutMk cId="3434316440" sldId="2147483665"/>
              <ac:picMk id="8" creationId="{00000000-0000-0000-0000-000000000000}"/>
            </ac:picMkLst>
          </pc:picChg>
        </pc:sldLayoutChg>
        <pc:sldLayoutChg chg="addSp delSp modSp">
          <pc:chgData name="Arkar Than Win" userId="3c8250a4-c36e-434c-9640-1ec1d94cea55" providerId="ADAL" clId="{879B6BD8-1093-4CB9-ACC4-F2372F0862CF}" dt="2024-05-18T01:52:34.155" v="59"/>
          <pc:sldLayoutMkLst>
            <pc:docMk/>
            <pc:sldMasterMk cId="3627849972" sldId="2147483660"/>
            <pc:sldLayoutMk cId="1997092768" sldId="2147483666"/>
          </pc:sldLayoutMkLst>
          <pc:picChg chg="add mod">
            <ac:chgData name="Arkar Than Win" userId="3c8250a4-c36e-434c-9640-1ec1d94cea55" providerId="ADAL" clId="{879B6BD8-1093-4CB9-ACC4-F2372F0862CF}" dt="2024-05-18T01:52:34.155" v="59"/>
            <ac:picMkLst>
              <pc:docMk/>
              <pc:sldMasterMk cId="3627849972" sldId="2147483660"/>
              <pc:sldLayoutMk cId="1997092768" sldId="2147483666"/>
              <ac:picMk id="2" creationId="{F32520DF-35D2-1C27-3F75-55FF633620CF}"/>
            </ac:picMkLst>
          </pc:picChg>
          <pc:picChg chg="del">
            <ac:chgData name="Arkar Than Win" userId="3c8250a4-c36e-434c-9640-1ec1d94cea55" providerId="ADAL" clId="{879B6BD8-1093-4CB9-ACC4-F2372F0862CF}" dt="2024-05-18T01:52:33.768" v="58" actId="478"/>
            <ac:picMkLst>
              <pc:docMk/>
              <pc:sldMasterMk cId="3627849972" sldId="2147483660"/>
              <pc:sldLayoutMk cId="1997092768" sldId="2147483666"/>
              <ac:picMk id="8" creationId="{00000000-0000-0000-0000-000000000000}"/>
            </ac:picMkLst>
          </pc:picChg>
        </pc:sldLayoutChg>
        <pc:sldLayoutChg chg="addSp delSp modSp mod">
          <pc:chgData name="Arkar Than Win" userId="3c8250a4-c36e-434c-9640-1ec1d94cea55" providerId="ADAL" clId="{879B6BD8-1093-4CB9-ACC4-F2372F0862CF}" dt="2024-05-18T02:14:19.749" v="651"/>
          <pc:sldLayoutMkLst>
            <pc:docMk/>
            <pc:sldMasterMk cId="3627849972" sldId="2147483660"/>
            <pc:sldLayoutMk cId="604694873" sldId="2147483667"/>
          </pc:sldLayoutMkLst>
          <pc:spChg chg="add del mod">
            <ac:chgData name="Arkar Than Win" userId="3c8250a4-c36e-434c-9640-1ec1d94cea55" providerId="ADAL" clId="{879B6BD8-1093-4CB9-ACC4-F2372F0862CF}" dt="2024-05-18T02:00:43.768" v="536" actId="478"/>
            <ac:spMkLst>
              <pc:docMk/>
              <pc:sldMasterMk cId="3627849972" sldId="2147483660"/>
              <pc:sldLayoutMk cId="604694873" sldId="2147483667"/>
              <ac:spMk id="3" creationId="{152B36CD-D7E4-4EF7-DA12-6F97D5B05026}"/>
            </ac:spMkLst>
          </pc:spChg>
          <pc:spChg chg="add del mod">
            <ac:chgData name="Arkar Than Win" userId="3c8250a4-c36e-434c-9640-1ec1d94cea55" providerId="ADAL" clId="{879B6BD8-1093-4CB9-ACC4-F2372F0862CF}" dt="2024-05-18T02:00:46.168" v="539" actId="478"/>
            <ac:spMkLst>
              <pc:docMk/>
              <pc:sldMasterMk cId="3627849972" sldId="2147483660"/>
              <pc:sldLayoutMk cId="604694873" sldId="2147483667"/>
              <ac:spMk id="4" creationId="{DE150092-4E7F-E7C2-4AF2-9D1E3E751F7A}"/>
            </ac:spMkLst>
          </pc:spChg>
          <pc:spChg chg="add del mod">
            <ac:chgData name="Arkar Than Win" userId="3c8250a4-c36e-434c-9640-1ec1d94cea55" providerId="ADAL" clId="{879B6BD8-1093-4CB9-ACC4-F2372F0862CF}" dt="2024-05-18T02:00:45.424" v="538" actId="478"/>
            <ac:spMkLst>
              <pc:docMk/>
              <pc:sldMasterMk cId="3627849972" sldId="2147483660"/>
              <pc:sldLayoutMk cId="604694873" sldId="2147483667"/>
              <ac:spMk id="7" creationId="{04909568-DEB7-3822-1060-E923C5B46889}"/>
            </ac:spMkLst>
          </pc:spChg>
          <pc:spChg chg="add del mod">
            <ac:chgData name="Arkar Than Win" userId="3c8250a4-c36e-434c-9640-1ec1d94cea55" providerId="ADAL" clId="{879B6BD8-1093-4CB9-ACC4-F2372F0862CF}" dt="2024-05-18T02:00:44.682" v="537" actId="478"/>
            <ac:spMkLst>
              <pc:docMk/>
              <pc:sldMasterMk cId="3627849972" sldId="2147483660"/>
              <pc:sldLayoutMk cId="604694873" sldId="2147483667"/>
              <ac:spMk id="9" creationId="{DD5CD64F-D90E-FFB3-006E-3C0782118256}"/>
            </ac:spMkLst>
          </pc:spChg>
          <pc:spChg chg="mod">
            <ac:chgData name="Arkar Than Win" userId="3c8250a4-c36e-434c-9640-1ec1d94cea55" providerId="ADAL" clId="{879B6BD8-1093-4CB9-ACC4-F2372F0862CF}" dt="2024-05-18T02:01:56.699" v="543" actId="554"/>
            <ac:spMkLst>
              <pc:docMk/>
              <pc:sldMasterMk cId="3627849972" sldId="2147483660"/>
              <pc:sldLayoutMk cId="604694873" sldId="2147483667"/>
              <ac:spMk id="10" creationId="{00000000-0000-0000-0000-000000000000}"/>
            </ac:spMkLst>
          </pc:spChg>
          <pc:spChg chg="mod">
            <ac:chgData name="Arkar Than Win" userId="3c8250a4-c36e-434c-9640-1ec1d94cea55" providerId="ADAL" clId="{879B6BD8-1093-4CB9-ACC4-F2372F0862CF}" dt="2024-05-18T02:00:40.179" v="535" actId="555"/>
            <ac:spMkLst>
              <pc:docMk/>
              <pc:sldMasterMk cId="3627849972" sldId="2147483660"/>
              <pc:sldLayoutMk cId="604694873" sldId="2147483667"/>
              <ac:spMk id="11" creationId="{00000000-0000-0000-0000-000000000000}"/>
            </ac:spMkLst>
          </pc:spChg>
          <pc:spChg chg="mod">
            <ac:chgData name="Arkar Than Win" userId="3c8250a4-c36e-434c-9640-1ec1d94cea55" providerId="ADAL" clId="{879B6BD8-1093-4CB9-ACC4-F2372F0862CF}" dt="2024-05-18T02:01:25.770" v="542" actId="14100"/>
            <ac:spMkLst>
              <pc:docMk/>
              <pc:sldMasterMk cId="3627849972" sldId="2147483660"/>
              <pc:sldLayoutMk cId="604694873" sldId="2147483667"/>
              <ac:spMk id="12" creationId="{00000000-0000-0000-0000-000000000000}"/>
            </ac:spMkLst>
          </pc:spChg>
          <pc:picChg chg="add mod">
            <ac:chgData name="Arkar Than Win" userId="3c8250a4-c36e-434c-9640-1ec1d94cea55" providerId="ADAL" clId="{879B6BD8-1093-4CB9-ACC4-F2372F0862CF}" dt="2024-05-18T02:00:32.837" v="533" actId="555"/>
            <ac:picMkLst>
              <pc:docMk/>
              <pc:sldMasterMk cId="3627849972" sldId="2147483660"/>
              <pc:sldLayoutMk cId="604694873" sldId="2147483667"/>
              <ac:picMk id="2" creationId="{1FBC76E0-F4F8-33E0-D6D0-D05EF8B072E1}"/>
            </ac:picMkLst>
          </pc:picChg>
          <pc:picChg chg="del mod">
            <ac:chgData name="Arkar Than Win" userId="3c8250a4-c36e-434c-9640-1ec1d94cea55" providerId="ADAL" clId="{879B6BD8-1093-4CB9-ACC4-F2372F0862CF}" dt="2024-05-18T02:14:19.305" v="650" actId="478"/>
            <ac:picMkLst>
              <pc:docMk/>
              <pc:sldMasterMk cId="3627849972" sldId="2147483660"/>
              <pc:sldLayoutMk cId="604694873" sldId="2147483667"/>
              <ac:picMk id="6" creationId="{00000000-0000-0000-0000-000000000000}"/>
            </ac:picMkLst>
          </pc:picChg>
          <pc:picChg chg="del">
            <ac:chgData name="Arkar Than Win" userId="3c8250a4-c36e-434c-9640-1ec1d94cea55" providerId="ADAL" clId="{879B6BD8-1093-4CB9-ACC4-F2372F0862CF}" dt="2024-05-18T01:52:36.796" v="60" actId="478"/>
            <ac:picMkLst>
              <pc:docMk/>
              <pc:sldMasterMk cId="3627849972" sldId="2147483660"/>
              <pc:sldLayoutMk cId="604694873" sldId="2147483667"/>
              <ac:picMk id="8" creationId="{00000000-0000-0000-0000-000000000000}"/>
            </ac:picMkLst>
          </pc:picChg>
          <pc:picChg chg="add del mod">
            <ac:chgData name="Arkar Than Win" userId="3c8250a4-c36e-434c-9640-1ec1d94cea55" providerId="ADAL" clId="{879B6BD8-1093-4CB9-ACC4-F2372F0862CF}" dt="2024-05-18T02:14:18.410" v="649" actId="21"/>
            <ac:picMkLst>
              <pc:docMk/>
              <pc:sldMasterMk cId="3627849972" sldId="2147483660"/>
              <pc:sldLayoutMk cId="604694873" sldId="2147483667"/>
              <ac:picMk id="13" creationId="{4959CCFC-B574-47DF-A9E2-A0FF381DE7D8}"/>
            </ac:picMkLst>
          </pc:picChg>
          <pc:picChg chg="add mod">
            <ac:chgData name="Arkar Than Win" userId="3c8250a4-c36e-434c-9640-1ec1d94cea55" providerId="ADAL" clId="{879B6BD8-1093-4CB9-ACC4-F2372F0862CF}" dt="2024-05-18T02:14:19.749" v="651"/>
            <ac:picMkLst>
              <pc:docMk/>
              <pc:sldMasterMk cId="3627849972" sldId="2147483660"/>
              <pc:sldLayoutMk cId="604694873" sldId="2147483667"/>
              <ac:picMk id="14" creationId="{4959CCFC-B574-47DF-A9E2-A0FF381DE7D8}"/>
            </ac:picMkLst>
          </pc:picChg>
        </pc:sldLayoutChg>
        <pc:sldLayoutChg chg="addSp delSp modSp">
          <pc:chgData name="Arkar Than Win" userId="3c8250a4-c36e-434c-9640-1ec1d94cea55" providerId="ADAL" clId="{879B6BD8-1093-4CB9-ACC4-F2372F0862CF}" dt="2024-05-18T01:52:39.869" v="63"/>
          <pc:sldLayoutMkLst>
            <pc:docMk/>
            <pc:sldMasterMk cId="3627849972" sldId="2147483660"/>
            <pc:sldLayoutMk cId="1999126632" sldId="2147483668"/>
          </pc:sldLayoutMkLst>
          <pc:picChg chg="add mod">
            <ac:chgData name="Arkar Than Win" userId="3c8250a4-c36e-434c-9640-1ec1d94cea55" providerId="ADAL" clId="{879B6BD8-1093-4CB9-ACC4-F2372F0862CF}" dt="2024-05-18T01:52:39.869" v="63"/>
            <ac:picMkLst>
              <pc:docMk/>
              <pc:sldMasterMk cId="3627849972" sldId="2147483660"/>
              <pc:sldLayoutMk cId="1999126632" sldId="2147483668"/>
              <ac:picMk id="2" creationId="{746EF06C-3FCE-1A23-D0CE-95485DBC95A5}"/>
            </ac:picMkLst>
          </pc:picChg>
          <pc:picChg chg="del">
            <ac:chgData name="Arkar Than Win" userId="3c8250a4-c36e-434c-9640-1ec1d94cea55" providerId="ADAL" clId="{879B6BD8-1093-4CB9-ACC4-F2372F0862CF}" dt="2024-05-18T01:52:39.483" v="62" actId="478"/>
            <ac:picMkLst>
              <pc:docMk/>
              <pc:sldMasterMk cId="3627849972" sldId="2147483660"/>
              <pc:sldLayoutMk cId="1999126632" sldId="2147483668"/>
              <ac:picMk id="8" creationId="{00000000-0000-0000-0000-000000000000}"/>
            </ac:picMkLst>
          </pc:picChg>
        </pc:sldLayoutChg>
        <pc:sldLayoutChg chg="addSp delSp modSp">
          <pc:chgData name="Arkar Than Win" userId="3c8250a4-c36e-434c-9640-1ec1d94cea55" providerId="ADAL" clId="{879B6BD8-1093-4CB9-ACC4-F2372F0862CF}" dt="2024-05-18T01:52:42.322" v="65"/>
          <pc:sldLayoutMkLst>
            <pc:docMk/>
            <pc:sldMasterMk cId="3627849972" sldId="2147483660"/>
            <pc:sldLayoutMk cId="2753621250" sldId="2147483669"/>
          </pc:sldLayoutMkLst>
          <pc:picChg chg="add mod">
            <ac:chgData name="Arkar Than Win" userId="3c8250a4-c36e-434c-9640-1ec1d94cea55" providerId="ADAL" clId="{879B6BD8-1093-4CB9-ACC4-F2372F0862CF}" dt="2024-05-18T01:52:42.322" v="65"/>
            <ac:picMkLst>
              <pc:docMk/>
              <pc:sldMasterMk cId="3627849972" sldId="2147483660"/>
              <pc:sldLayoutMk cId="2753621250" sldId="2147483669"/>
              <ac:picMk id="2" creationId="{31A09EB5-C95D-7B01-BB0F-D489C2D7B504}"/>
            </ac:picMkLst>
          </pc:picChg>
          <pc:picChg chg="del">
            <ac:chgData name="Arkar Than Win" userId="3c8250a4-c36e-434c-9640-1ec1d94cea55" providerId="ADAL" clId="{879B6BD8-1093-4CB9-ACC4-F2372F0862CF}" dt="2024-05-18T01:52:41.913" v="64" actId="478"/>
            <ac:picMkLst>
              <pc:docMk/>
              <pc:sldMasterMk cId="3627849972" sldId="2147483660"/>
              <pc:sldLayoutMk cId="2753621250" sldId="2147483669"/>
              <ac:picMk id="7" creationId="{00000000-0000-0000-0000-000000000000}"/>
            </ac:picMkLst>
          </pc:picChg>
        </pc:sldLayoutChg>
        <pc:sldLayoutChg chg="addSp delSp modSp">
          <pc:chgData name="Arkar Than Win" userId="3c8250a4-c36e-434c-9640-1ec1d94cea55" providerId="ADAL" clId="{879B6BD8-1093-4CB9-ACC4-F2372F0862CF}" dt="2024-05-18T01:52:52.302" v="67"/>
          <pc:sldLayoutMkLst>
            <pc:docMk/>
            <pc:sldMasterMk cId="3627849972" sldId="2147483660"/>
            <pc:sldLayoutMk cId="4035435693" sldId="2147483679"/>
          </pc:sldLayoutMkLst>
          <pc:picChg chg="add mod">
            <ac:chgData name="Arkar Than Win" userId="3c8250a4-c36e-434c-9640-1ec1d94cea55" providerId="ADAL" clId="{879B6BD8-1093-4CB9-ACC4-F2372F0862CF}" dt="2024-05-18T01:52:52.302" v="67"/>
            <ac:picMkLst>
              <pc:docMk/>
              <pc:sldMasterMk cId="3627849972" sldId="2147483660"/>
              <pc:sldLayoutMk cId="4035435693" sldId="2147483679"/>
              <ac:picMk id="2" creationId="{DC6FDC5E-239A-7DA8-C450-BA7A3F058084}"/>
            </ac:picMkLst>
          </pc:picChg>
          <pc:picChg chg="del">
            <ac:chgData name="Arkar Than Win" userId="3c8250a4-c36e-434c-9640-1ec1d94cea55" providerId="ADAL" clId="{879B6BD8-1093-4CB9-ACC4-F2372F0862CF}" dt="2024-05-18T01:52:51.859" v="66" actId="478"/>
            <ac:picMkLst>
              <pc:docMk/>
              <pc:sldMasterMk cId="3627849972" sldId="2147483660"/>
              <pc:sldLayoutMk cId="4035435693" sldId="2147483679"/>
              <ac:picMk id="7" creationId="{00000000-0000-0000-0000-000000000000}"/>
            </ac:picMkLst>
          </pc:picChg>
        </pc:sldLayoutChg>
        <pc:sldLayoutChg chg="addSp delSp modSp">
          <pc:chgData name="Arkar Than Win" userId="3c8250a4-c36e-434c-9640-1ec1d94cea55" providerId="ADAL" clId="{879B6BD8-1093-4CB9-ACC4-F2372F0862CF}" dt="2024-05-18T01:52:55.510" v="69"/>
          <pc:sldLayoutMkLst>
            <pc:docMk/>
            <pc:sldMasterMk cId="3627849972" sldId="2147483660"/>
            <pc:sldLayoutMk cId="3221320779" sldId="2147483680"/>
          </pc:sldLayoutMkLst>
          <pc:picChg chg="add mod">
            <ac:chgData name="Arkar Than Win" userId="3c8250a4-c36e-434c-9640-1ec1d94cea55" providerId="ADAL" clId="{879B6BD8-1093-4CB9-ACC4-F2372F0862CF}" dt="2024-05-18T01:52:55.510" v="69"/>
            <ac:picMkLst>
              <pc:docMk/>
              <pc:sldMasterMk cId="3627849972" sldId="2147483660"/>
              <pc:sldLayoutMk cId="3221320779" sldId="2147483680"/>
              <ac:picMk id="2" creationId="{6965C7FA-AD29-C62E-FF35-E25745E7CFDB}"/>
            </ac:picMkLst>
          </pc:picChg>
          <pc:picChg chg="del">
            <ac:chgData name="Arkar Than Win" userId="3c8250a4-c36e-434c-9640-1ec1d94cea55" providerId="ADAL" clId="{879B6BD8-1093-4CB9-ACC4-F2372F0862CF}" dt="2024-05-18T01:52:55.121" v="68" actId="478"/>
            <ac:picMkLst>
              <pc:docMk/>
              <pc:sldMasterMk cId="3627849972" sldId="2147483660"/>
              <pc:sldLayoutMk cId="3221320779" sldId="2147483680"/>
              <ac:picMk id="7" creationId="{00000000-0000-0000-0000-000000000000}"/>
            </ac:picMkLst>
          </pc:picChg>
        </pc:sldLayoutChg>
        <pc:sldLayoutChg chg="addSp delSp modSp">
          <pc:chgData name="Arkar Than Win" userId="3c8250a4-c36e-434c-9640-1ec1d94cea55" providerId="ADAL" clId="{879B6BD8-1093-4CB9-ACC4-F2372F0862CF}" dt="2024-05-18T01:52:57.791" v="71"/>
          <pc:sldLayoutMkLst>
            <pc:docMk/>
            <pc:sldMasterMk cId="3627849972" sldId="2147483660"/>
            <pc:sldLayoutMk cId="3669324617" sldId="2147483681"/>
          </pc:sldLayoutMkLst>
          <pc:picChg chg="add mod">
            <ac:chgData name="Arkar Than Win" userId="3c8250a4-c36e-434c-9640-1ec1d94cea55" providerId="ADAL" clId="{879B6BD8-1093-4CB9-ACC4-F2372F0862CF}" dt="2024-05-18T01:52:57.791" v="71"/>
            <ac:picMkLst>
              <pc:docMk/>
              <pc:sldMasterMk cId="3627849972" sldId="2147483660"/>
              <pc:sldLayoutMk cId="3669324617" sldId="2147483681"/>
              <ac:picMk id="2" creationId="{5A6DF647-DF09-C0D6-4B30-AD0EEC01EF09}"/>
            </ac:picMkLst>
          </pc:picChg>
          <pc:picChg chg="del">
            <ac:chgData name="Arkar Than Win" userId="3c8250a4-c36e-434c-9640-1ec1d94cea55" providerId="ADAL" clId="{879B6BD8-1093-4CB9-ACC4-F2372F0862CF}" dt="2024-05-18T01:52:57.494" v="70" actId="478"/>
            <ac:picMkLst>
              <pc:docMk/>
              <pc:sldMasterMk cId="3627849972" sldId="2147483660"/>
              <pc:sldLayoutMk cId="3669324617" sldId="2147483681"/>
              <ac:picMk id="6" creationId="{00000000-0000-0000-0000-000000000000}"/>
            </ac:picMkLst>
          </pc:picChg>
        </pc:sldLayoutChg>
      </pc:sldMasterChg>
    </pc:docChg>
  </pc:docChgLst>
  <pc:docChgLst>
    <pc:chgData name="Arkar Than Win" userId="3c8250a4-c36e-434c-9640-1ec1d94cea55" providerId="ADAL" clId="{0D71F48B-7EDF-415D-BEF3-32D139E694CA}"/>
    <pc:docChg chg="undo custSel addSld delSld">
      <pc:chgData name="Arkar Than Win" userId="3c8250a4-c36e-434c-9640-1ec1d94cea55" providerId="ADAL" clId="{0D71F48B-7EDF-415D-BEF3-32D139E694CA}" dt="2024-07-16T01:11:47.571" v="1" actId="47"/>
      <pc:docMkLst>
        <pc:docMk/>
      </pc:docMkLst>
      <pc:sldChg chg="add del">
        <pc:chgData name="Arkar Than Win" userId="3c8250a4-c36e-434c-9640-1ec1d94cea55" providerId="ADAL" clId="{0D71F48B-7EDF-415D-BEF3-32D139E694CA}" dt="2024-07-16T01:11:47.571" v="1" actId="47"/>
        <pc:sldMkLst>
          <pc:docMk/>
          <pc:sldMk cId="2722507039" sldId="296"/>
        </pc:sldMkLst>
      </pc:sldChg>
    </pc:docChg>
  </pc:docChgLst>
  <pc:docChgLst>
    <pc:chgData name="Arkar Than Win" userId="3c8250a4-c36e-434c-9640-1ec1d94cea55" providerId="ADAL" clId="{0ACE9946-0938-4C15-91F3-DF5E7C93A5A9}"/>
    <pc:docChg chg="undo redo custSel addSld delSld modSld sldOrd delMainMaster modMainMaster">
      <pc:chgData name="Arkar Than Win" userId="3c8250a4-c36e-434c-9640-1ec1d94cea55" providerId="ADAL" clId="{0ACE9946-0938-4C15-91F3-DF5E7C93A5A9}" dt="2024-05-31T02:32:12.845" v="37832" actId="20577"/>
      <pc:docMkLst>
        <pc:docMk/>
      </pc:docMkLst>
      <pc:sldChg chg="addSp delSp modSp mod modNotesTx">
        <pc:chgData name="Arkar Than Win" userId="3c8250a4-c36e-434c-9640-1ec1d94cea55" providerId="ADAL" clId="{0ACE9946-0938-4C15-91F3-DF5E7C93A5A9}" dt="2024-05-31T01:41:08.285" v="36911" actId="20577"/>
        <pc:sldMkLst>
          <pc:docMk/>
          <pc:sldMk cId="2339810054" sldId="269"/>
        </pc:sldMkLst>
        <pc:spChg chg="mod">
          <ac:chgData name="Arkar Than Win" userId="3c8250a4-c36e-434c-9640-1ec1d94cea55" providerId="ADAL" clId="{0ACE9946-0938-4C15-91F3-DF5E7C93A5A9}" dt="2024-05-19T03:01:09.180" v="4023" actId="1036"/>
          <ac:spMkLst>
            <pc:docMk/>
            <pc:sldMk cId="2339810054" sldId="269"/>
            <ac:spMk id="2" creationId="{B49EFBAD-A447-5113-D534-C4274248667A}"/>
          </ac:spMkLst>
        </pc:spChg>
        <pc:spChg chg="mod">
          <ac:chgData name="Arkar Than Win" userId="3c8250a4-c36e-434c-9640-1ec1d94cea55" providerId="ADAL" clId="{0ACE9946-0938-4C15-91F3-DF5E7C93A5A9}" dt="2024-05-31T01:38:26.576" v="36895" actId="33524"/>
          <ac:spMkLst>
            <pc:docMk/>
            <pc:sldMk cId="2339810054" sldId="269"/>
            <ac:spMk id="3" creationId="{29AE6B4F-F5BF-0EDA-D80A-0F6A0290BAF5}"/>
          </ac:spMkLst>
        </pc:spChg>
        <pc:spChg chg="mod">
          <ac:chgData name="Arkar Than Win" userId="3c8250a4-c36e-434c-9640-1ec1d94cea55" providerId="ADAL" clId="{0ACE9946-0938-4C15-91F3-DF5E7C93A5A9}" dt="2024-05-19T03:01:09.180" v="4023" actId="1036"/>
          <ac:spMkLst>
            <pc:docMk/>
            <pc:sldMk cId="2339810054" sldId="269"/>
            <ac:spMk id="4" creationId="{15132EF0-A032-879C-FCBC-DFDA78FB8457}"/>
          </ac:spMkLst>
        </pc:spChg>
        <pc:picChg chg="add del mod">
          <ac:chgData name="Arkar Than Win" userId="3c8250a4-c36e-434c-9640-1ec1d94cea55" providerId="ADAL" clId="{0ACE9946-0938-4C15-91F3-DF5E7C93A5A9}" dt="2024-05-31T01:40:14.895" v="36898" actId="21"/>
          <ac:picMkLst>
            <pc:docMk/>
            <pc:sldMk cId="2339810054" sldId="269"/>
            <ac:picMk id="6" creationId="{1B4488C3-7972-9693-180F-48206BE32B7D}"/>
          </ac:picMkLst>
        </pc:picChg>
        <pc:picChg chg="add mod">
          <ac:chgData name="Arkar Than Win" userId="3c8250a4-c36e-434c-9640-1ec1d94cea55" providerId="ADAL" clId="{0ACE9946-0938-4C15-91F3-DF5E7C93A5A9}" dt="2024-05-31T01:40:59.902" v="36908"/>
          <ac:picMkLst>
            <pc:docMk/>
            <pc:sldMk cId="2339810054" sldId="269"/>
            <ac:picMk id="7" creationId="{1B4488C3-7972-9693-180F-48206BE32B7D}"/>
          </ac:picMkLst>
        </pc:picChg>
      </pc:sldChg>
      <pc:sldChg chg="addSp delSp modSp mod">
        <pc:chgData name="Arkar Than Win" userId="3c8250a4-c36e-434c-9640-1ec1d94cea55" providerId="ADAL" clId="{0ACE9946-0938-4C15-91F3-DF5E7C93A5A9}" dt="2024-05-31T02:20:13.363" v="37471" actId="113"/>
        <pc:sldMkLst>
          <pc:docMk/>
          <pc:sldMk cId="4052121608" sldId="271"/>
        </pc:sldMkLst>
        <pc:spChg chg="mod">
          <ac:chgData name="Arkar Than Win" userId="3c8250a4-c36e-434c-9640-1ec1d94cea55" providerId="ADAL" clId="{0ACE9946-0938-4C15-91F3-DF5E7C93A5A9}" dt="2024-05-31T01:37:41.080" v="36848" actId="20577"/>
          <ac:spMkLst>
            <pc:docMk/>
            <pc:sldMk cId="4052121608" sldId="271"/>
            <ac:spMk id="2" creationId="{CF74DB7E-CFA7-340D-92D5-29F98B99F8DA}"/>
          </ac:spMkLst>
        </pc:spChg>
        <pc:spChg chg="del mod">
          <ac:chgData name="Arkar Than Win" userId="3c8250a4-c36e-434c-9640-1ec1d94cea55" providerId="ADAL" clId="{0ACE9946-0938-4C15-91F3-DF5E7C93A5A9}" dt="2024-05-19T00:48:38.269" v="363" actId="478"/>
          <ac:spMkLst>
            <pc:docMk/>
            <pc:sldMk cId="4052121608" sldId="271"/>
            <ac:spMk id="3" creationId="{7FFE9A8E-669D-4866-2DD7-34E78B111A0D}"/>
          </ac:spMkLst>
        </pc:spChg>
        <pc:spChg chg="add del mod">
          <ac:chgData name="Arkar Than Win" userId="3c8250a4-c36e-434c-9640-1ec1d94cea55" providerId="ADAL" clId="{0ACE9946-0938-4C15-91F3-DF5E7C93A5A9}" dt="2024-05-31T01:47:15.756" v="37167" actId="478"/>
          <ac:spMkLst>
            <pc:docMk/>
            <pc:sldMk cId="4052121608" sldId="271"/>
            <ac:spMk id="3" creationId="{DEAC1453-455F-D46E-3C05-7F9E1321AB60}"/>
          </ac:spMkLst>
        </pc:spChg>
        <pc:spChg chg="add del mod">
          <ac:chgData name="Arkar Than Win" userId="3c8250a4-c36e-434c-9640-1ec1d94cea55" providerId="ADAL" clId="{0ACE9946-0938-4C15-91F3-DF5E7C93A5A9}" dt="2024-05-31T01:47:53.630" v="37168" actId="478"/>
          <ac:spMkLst>
            <pc:docMk/>
            <pc:sldMk cId="4052121608" sldId="271"/>
            <ac:spMk id="5" creationId="{49AD702F-D502-1779-11D8-60BC01B5789C}"/>
          </ac:spMkLst>
        </pc:spChg>
        <pc:spChg chg="add del mod">
          <ac:chgData name="Arkar Than Win" userId="3c8250a4-c36e-434c-9640-1ec1d94cea55" providerId="ADAL" clId="{0ACE9946-0938-4C15-91F3-DF5E7C93A5A9}" dt="2024-05-31T01:47:55.214" v="37169" actId="478"/>
          <ac:spMkLst>
            <pc:docMk/>
            <pc:sldMk cId="4052121608" sldId="271"/>
            <ac:spMk id="6" creationId="{A46C46CE-A3D5-6F39-4B63-722294E95E3F}"/>
          </ac:spMkLst>
        </pc:spChg>
        <pc:spChg chg="add del">
          <ac:chgData name="Arkar Than Win" userId="3c8250a4-c36e-434c-9640-1ec1d94cea55" providerId="ADAL" clId="{0ACE9946-0938-4C15-91F3-DF5E7C93A5A9}" dt="2024-05-19T00:48:42.913" v="366" actId="22"/>
          <ac:spMkLst>
            <pc:docMk/>
            <pc:sldMk cId="4052121608" sldId="271"/>
            <ac:spMk id="7" creationId="{796E906D-2261-7E2D-FC5D-000F94EF5585}"/>
          </ac:spMkLst>
        </pc:spChg>
        <pc:spChg chg="add mod">
          <ac:chgData name="Arkar Than Win" userId="3c8250a4-c36e-434c-9640-1ec1d94cea55" providerId="ADAL" clId="{0ACE9946-0938-4C15-91F3-DF5E7C93A5A9}" dt="2024-05-31T02:20:08.113" v="37467" actId="113"/>
          <ac:spMkLst>
            <pc:docMk/>
            <pc:sldMk cId="4052121608" sldId="271"/>
            <ac:spMk id="7" creationId="{FC159EC8-E0CB-1C3D-ECAA-2F9D5D58DA66}"/>
          </ac:spMkLst>
        </pc:spChg>
        <pc:spChg chg="add mod">
          <ac:chgData name="Arkar Than Win" userId="3c8250a4-c36e-434c-9640-1ec1d94cea55" providerId="ADAL" clId="{0ACE9946-0938-4C15-91F3-DF5E7C93A5A9}" dt="2024-05-31T01:52:18.410" v="37321" actId="1582"/>
          <ac:spMkLst>
            <pc:docMk/>
            <pc:sldMk cId="4052121608" sldId="271"/>
            <ac:spMk id="8" creationId="{1F170F0B-9E06-456A-7529-D5BD540301D4}"/>
          </ac:spMkLst>
        </pc:spChg>
        <pc:spChg chg="add mod">
          <ac:chgData name="Arkar Than Win" userId="3c8250a4-c36e-434c-9640-1ec1d94cea55" providerId="ADAL" clId="{0ACE9946-0938-4C15-91F3-DF5E7C93A5A9}" dt="2024-05-31T01:52:18.410" v="37321" actId="1582"/>
          <ac:spMkLst>
            <pc:docMk/>
            <pc:sldMk cId="4052121608" sldId="271"/>
            <ac:spMk id="9" creationId="{1B7E461E-7868-18B9-B48C-77A3826EC202}"/>
          </ac:spMkLst>
        </pc:spChg>
        <pc:spChg chg="add mod">
          <ac:chgData name="Arkar Than Win" userId="3c8250a4-c36e-434c-9640-1ec1d94cea55" providerId="ADAL" clId="{0ACE9946-0938-4C15-91F3-DF5E7C93A5A9}" dt="2024-05-31T01:52:18.410" v="37321" actId="1582"/>
          <ac:spMkLst>
            <pc:docMk/>
            <pc:sldMk cId="4052121608" sldId="271"/>
            <ac:spMk id="11" creationId="{A36E9C1A-D6E7-2ECD-5B41-AFE09348108B}"/>
          </ac:spMkLst>
        </pc:spChg>
        <pc:spChg chg="add mod">
          <ac:chgData name="Arkar Than Win" userId="3c8250a4-c36e-434c-9640-1ec1d94cea55" providerId="ADAL" clId="{0ACE9946-0938-4C15-91F3-DF5E7C93A5A9}" dt="2024-05-31T02:20:09.610" v="37468" actId="113"/>
          <ac:spMkLst>
            <pc:docMk/>
            <pc:sldMk cId="4052121608" sldId="271"/>
            <ac:spMk id="12" creationId="{7D525BB4-D68E-8DBC-7CD3-DEC5710D0789}"/>
          </ac:spMkLst>
        </pc:spChg>
        <pc:spChg chg="add mod">
          <ac:chgData name="Arkar Than Win" userId="3c8250a4-c36e-434c-9640-1ec1d94cea55" providerId="ADAL" clId="{0ACE9946-0938-4C15-91F3-DF5E7C93A5A9}" dt="2024-05-31T01:52:18.410" v="37321" actId="1582"/>
          <ac:spMkLst>
            <pc:docMk/>
            <pc:sldMk cId="4052121608" sldId="271"/>
            <ac:spMk id="13" creationId="{2C70B256-0363-6D3E-2DA7-85A2EB0C1190}"/>
          </ac:spMkLst>
        </pc:spChg>
        <pc:spChg chg="add mod">
          <ac:chgData name="Arkar Than Win" userId="3c8250a4-c36e-434c-9640-1ec1d94cea55" providerId="ADAL" clId="{0ACE9946-0938-4C15-91F3-DF5E7C93A5A9}" dt="2024-05-31T01:52:18.410" v="37321" actId="1582"/>
          <ac:spMkLst>
            <pc:docMk/>
            <pc:sldMk cId="4052121608" sldId="271"/>
            <ac:spMk id="15" creationId="{70E4F84D-ED92-DE95-1E22-F0B2DB0C6D3E}"/>
          </ac:spMkLst>
        </pc:spChg>
        <pc:spChg chg="add mod">
          <ac:chgData name="Arkar Than Win" userId="3c8250a4-c36e-434c-9640-1ec1d94cea55" providerId="ADAL" clId="{0ACE9946-0938-4C15-91F3-DF5E7C93A5A9}" dt="2024-05-31T02:20:11.218" v="37469" actId="113"/>
          <ac:spMkLst>
            <pc:docMk/>
            <pc:sldMk cId="4052121608" sldId="271"/>
            <ac:spMk id="16" creationId="{B8312941-9654-09E4-D4DA-B7E6E4806FFF}"/>
          </ac:spMkLst>
        </pc:spChg>
        <pc:spChg chg="add mod">
          <ac:chgData name="Arkar Than Win" userId="3c8250a4-c36e-434c-9640-1ec1d94cea55" providerId="ADAL" clId="{0ACE9946-0938-4C15-91F3-DF5E7C93A5A9}" dt="2024-05-31T01:52:18.410" v="37321" actId="1582"/>
          <ac:spMkLst>
            <pc:docMk/>
            <pc:sldMk cId="4052121608" sldId="271"/>
            <ac:spMk id="17" creationId="{9AEA27A6-BCD5-B1B6-8D05-587C16D1E8E7}"/>
          </ac:spMkLst>
        </pc:spChg>
        <pc:spChg chg="add mod">
          <ac:chgData name="Arkar Than Win" userId="3c8250a4-c36e-434c-9640-1ec1d94cea55" providerId="ADAL" clId="{0ACE9946-0938-4C15-91F3-DF5E7C93A5A9}" dt="2024-05-31T01:52:18.410" v="37321" actId="1582"/>
          <ac:spMkLst>
            <pc:docMk/>
            <pc:sldMk cId="4052121608" sldId="271"/>
            <ac:spMk id="19" creationId="{6BCC61C0-ABB8-3E1C-A382-E8427353D9AF}"/>
          </ac:spMkLst>
        </pc:spChg>
        <pc:spChg chg="add mod">
          <ac:chgData name="Arkar Than Win" userId="3c8250a4-c36e-434c-9640-1ec1d94cea55" providerId="ADAL" clId="{0ACE9946-0938-4C15-91F3-DF5E7C93A5A9}" dt="2024-05-31T02:20:12.321" v="37470" actId="113"/>
          <ac:spMkLst>
            <pc:docMk/>
            <pc:sldMk cId="4052121608" sldId="271"/>
            <ac:spMk id="20" creationId="{0ACBF534-BCEA-052B-B8F1-83E67DB7DD9A}"/>
          </ac:spMkLst>
        </pc:spChg>
        <pc:spChg chg="add mod">
          <ac:chgData name="Arkar Than Win" userId="3c8250a4-c36e-434c-9640-1ec1d94cea55" providerId="ADAL" clId="{0ACE9946-0938-4C15-91F3-DF5E7C93A5A9}" dt="2024-05-31T01:52:18.410" v="37321" actId="1582"/>
          <ac:spMkLst>
            <pc:docMk/>
            <pc:sldMk cId="4052121608" sldId="271"/>
            <ac:spMk id="21" creationId="{861CD67A-DB08-B47B-FAD9-2F31A21BF3C7}"/>
          </ac:spMkLst>
        </pc:spChg>
        <pc:spChg chg="add mod">
          <ac:chgData name="Arkar Than Win" userId="3c8250a4-c36e-434c-9640-1ec1d94cea55" providerId="ADAL" clId="{0ACE9946-0938-4C15-91F3-DF5E7C93A5A9}" dt="2024-05-31T01:52:18.410" v="37321" actId="1582"/>
          <ac:spMkLst>
            <pc:docMk/>
            <pc:sldMk cId="4052121608" sldId="271"/>
            <ac:spMk id="23" creationId="{0F6EAB19-D0CF-B652-58F6-ED2CFC7D6834}"/>
          </ac:spMkLst>
        </pc:spChg>
        <pc:spChg chg="add mod">
          <ac:chgData name="Arkar Than Win" userId="3c8250a4-c36e-434c-9640-1ec1d94cea55" providerId="ADAL" clId="{0ACE9946-0938-4C15-91F3-DF5E7C93A5A9}" dt="2024-05-31T02:20:13.363" v="37471" actId="113"/>
          <ac:spMkLst>
            <pc:docMk/>
            <pc:sldMk cId="4052121608" sldId="271"/>
            <ac:spMk id="24" creationId="{183B71E2-DD40-3A27-0A46-95ACFD8F7F83}"/>
          </ac:spMkLst>
        </pc:spChg>
        <pc:spChg chg="add mod">
          <ac:chgData name="Arkar Than Win" userId="3c8250a4-c36e-434c-9640-1ec1d94cea55" providerId="ADAL" clId="{0ACE9946-0938-4C15-91F3-DF5E7C93A5A9}" dt="2024-05-31T01:52:18.410" v="37321" actId="1582"/>
          <ac:spMkLst>
            <pc:docMk/>
            <pc:sldMk cId="4052121608" sldId="271"/>
            <ac:spMk id="25" creationId="{ADBD50DA-4E41-C439-5F80-CB7062159CFB}"/>
          </ac:spMkLst>
        </pc:spChg>
        <pc:grpChg chg="add mod">
          <ac:chgData name="Arkar Than Win" userId="3c8250a4-c36e-434c-9640-1ec1d94cea55" providerId="ADAL" clId="{0ACE9946-0938-4C15-91F3-DF5E7C93A5A9}" dt="2024-05-31T01:49:57.848" v="37226" actId="1076"/>
          <ac:grpSpMkLst>
            <pc:docMk/>
            <pc:sldMk cId="4052121608" sldId="271"/>
            <ac:grpSpMk id="38" creationId="{42A597D1-4B42-BAA0-19F6-72FC20A6271E}"/>
          </ac:grpSpMkLst>
        </pc:grpChg>
        <pc:picChg chg="add del mod">
          <ac:chgData name="Arkar Than Win" userId="3c8250a4-c36e-434c-9640-1ec1d94cea55" providerId="ADAL" clId="{0ACE9946-0938-4C15-91F3-DF5E7C93A5A9}" dt="2024-05-31T02:07:48.834" v="37360" actId="478"/>
          <ac:picMkLst>
            <pc:docMk/>
            <pc:sldMk cId="4052121608" sldId="271"/>
            <ac:picMk id="27" creationId="{DE2A69A3-E120-B3FF-26BC-AD9A18C3D8B4}"/>
          </ac:picMkLst>
        </pc:picChg>
        <pc:picChg chg="add del mod">
          <ac:chgData name="Arkar Than Win" userId="3c8250a4-c36e-434c-9640-1ec1d94cea55" providerId="ADAL" clId="{0ACE9946-0938-4C15-91F3-DF5E7C93A5A9}" dt="2024-05-31T02:07:48.834" v="37360" actId="478"/>
          <ac:picMkLst>
            <pc:docMk/>
            <pc:sldMk cId="4052121608" sldId="271"/>
            <ac:picMk id="28" creationId="{8B7602DB-A94E-9020-1904-8B278104F25B}"/>
          </ac:picMkLst>
        </pc:picChg>
        <pc:picChg chg="add del mod">
          <ac:chgData name="Arkar Than Win" userId="3c8250a4-c36e-434c-9640-1ec1d94cea55" providerId="ADAL" clId="{0ACE9946-0938-4C15-91F3-DF5E7C93A5A9}" dt="2024-05-31T02:07:48.834" v="37360" actId="478"/>
          <ac:picMkLst>
            <pc:docMk/>
            <pc:sldMk cId="4052121608" sldId="271"/>
            <ac:picMk id="29" creationId="{B3355629-2F4D-B9B3-3694-FCAA75D21B4D}"/>
          </ac:picMkLst>
        </pc:picChg>
        <pc:picChg chg="add del mod">
          <ac:chgData name="Arkar Than Win" userId="3c8250a4-c36e-434c-9640-1ec1d94cea55" providerId="ADAL" clId="{0ACE9946-0938-4C15-91F3-DF5E7C93A5A9}" dt="2024-05-31T02:07:48.834" v="37360" actId="478"/>
          <ac:picMkLst>
            <pc:docMk/>
            <pc:sldMk cId="4052121608" sldId="271"/>
            <ac:picMk id="30" creationId="{D2EBAE14-73EC-9B73-8921-B0B627CADEB4}"/>
          </ac:picMkLst>
        </pc:picChg>
        <pc:picChg chg="add del mod">
          <ac:chgData name="Arkar Than Win" userId="3c8250a4-c36e-434c-9640-1ec1d94cea55" providerId="ADAL" clId="{0ACE9946-0938-4C15-91F3-DF5E7C93A5A9}" dt="2024-05-31T02:07:48.834" v="37360" actId="478"/>
          <ac:picMkLst>
            <pc:docMk/>
            <pc:sldMk cId="4052121608" sldId="271"/>
            <ac:picMk id="31" creationId="{CEA44BAB-A676-236E-0EF2-4BC5B369941E}"/>
          </ac:picMkLst>
        </pc:picChg>
        <pc:picChg chg="add mod">
          <ac:chgData name="Arkar Than Win" userId="3c8250a4-c36e-434c-9640-1ec1d94cea55" providerId="ADAL" clId="{0ACE9946-0938-4C15-91F3-DF5E7C93A5A9}" dt="2024-05-31T02:16:53.054" v="37464" actId="207"/>
          <ac:picMkLst>
            <pc:docMk/>
            <pc:sldMk cId="4052121608" sldId="271"/>
            <ac:picMk id="39" creationId="{D47FEA27-EA75-E8A2-2C40-C50563CE6934}"/>
          </ac:picMkLst>
        </pc:picChg>
        <pc:picChg chg="add mod">
          <ac:chgData name="Arkar Than Win" userId="3c8250a4-c36e-434c-9640-1ec1d94cea55" providerId="ADAL" clId="{0ACE9946-0938-4C15-91F3-DF5E7C93A5A9}" dt="2024-05-31T02:08:22.883" v="37363" actId="1076"/>
          <ac:picMkLst>
            <pc:docMk/>
            <pc:sldMk cId="4052121608" sldId="271"/>
            <ac:picMk id="40" creationId="{4A8458CA-B53A-B09B-9686-28D88F7CAC1E}"/>
          </ac:picMkLst>
        </pc:picChg>
        <pc:picChg chg="add del mod">
          <ac:chgData name="Arkar Than Win" userId="3c8250a4-c36e-434c-9640-1ec1d94cea55" providerId="ADAL" clId="{0ACE9946-0938-4C15-91F3-DF5E7C93A5A9}" dt="2024-05-31T01:55:07.726" v="37330" actId="478"/>
          <ac:picMkLst>
            <pc:docMk/>
            <pc:sldMk cId="4052121608" sldId="271"/>
            <ac:picMk id="42" creationId="{AAF39FE9-6AF6-287D-1B43-DB470D414C33}"/>
          </ac:picMkLst>
        </pc:picChg>
        <pc:picChg chg="add del mod">
          <ac:chgData name="Arkar Than Win" userId="3c8250a4-c36e-434c-9640-1ec1d94cea55" providerId="ADAL" clId="{0ACE9946-0938-4C15-91F3-DF5E7C93A5A9}" dt="2024-05-31T01:55:20.634" v="37334" actId="478"/>
          <ac:picMkLst>
            <pc:docMk/>
            <pc:sldMk cId="4052121608" sldId="271"/>
            <ac:picMk id="44" creationId="{887E1AE3-2B15-71A9-AD1D-E1007E29D83C}"/>
          </ac:picMkLst>
        </pc:picChg>
        <pc:picChg chg="add del mod">
          <ac:chgData name="Arkar Than Win" userId="3c8250a4-c36e-434c-9640-1ec1d94cea55" providerId="ADAL" clId="{0ACE9946-0938-4C15-91F3-DF5E7C93A5A9}" dt="2024-05-31T02:07:24.078" v="37351" actId="478"/>
          <ac:picMkLst>
            <pc:docMk/>
            <pc:sldMk cId="4052121608" sldId="271"/>
            <ac:picMk id="46" creationId="{0D636CC9-BA0C-20E7-BF97-ECA41D0AFECF}"/>
          </ac:picMkLst>
        </pc:picChg>
        <pc:picChg chg="add del mod modCrop">
          <ac:chgData name="Arkar Than Win" userId="3c8250a4-c36e-434c-9640-1ec1d94cea55" providerId="ADAL" clId="{0ACE9946-0938-4C15-91F3-DF5E7C93A5A9}" dt="2024-05-31T02:10:48.344" v="37424" actId="478"/>
          <ac:picMkLst>
            <pc:docMk/>
            <pc:sldMk cId="4052121608" sldId="271"/>
            <ac:picMk id="48" creationId="{6088481F-60A2-853A-11F1-DCDB4F93B972}"/>
          </ac:picMkLst>
        </pc:picChg>
        <pc:picChg chg="add del mod">
          <ac:chgData name="Arkar Than Win" userId="3c8250a4-c36e-434c-9640-1ec1d94cea55" providerId="ADAL" clId="{0ACE9946-0938-4C15-91F3-DF5E7C93A5A9}" dt="2024-05-31T02:10:53.112" v="37425" actId="478"/>
          <ac:picMkLst>
            <pc:docMk/>
            <pc:sldMk cId="4052121608" sldId="271"/>
            <ac:picMk id="50" creationId="{3749F204-4E38-057B-792A-08F2B83D663D}"/>
          </ac:picMkLst>
        </pc:picChg>
        <pc:picChg chg="add mod modCrop">
          <ac:chgData name="Arkar Than Win" userId="3c8250a4-c36e-434c-9640-1ec1d94cea55" providerId="ADAL" clId="{0ACE9946-0938-4C15-91F3-DF5E7C93A5A9}" dt="2024-05-31T02:11:14.965" v="37431" actId="1035"/>
          <ac:picMkLst>
            <pc:docMk/>
            <pc:sldMk cId="4052121608" sldId="271"/>
            <ac:picMk id="52" creationId="{CEF60AE9-C4C2-FB47-54D2-B621D6CB4B43}"/>
          </ac:picMkLst>
        </pc:picChg>
        <pc:picChg chg="add mod">
          <ac:chgData name="Arkar Than Win" userId="3c8250a4-c36e-434c-9640-1ec1d94cea55" providerId="ADAL" clId="{0ACE9946-0938-4C15-91F3-DF5E7C93A5A9}" dt="2024-05-31T02:11:55.828" v="37435" actId="1076"/>
          <ac:picMkLst>
            <pc:docMk/>
            <pc:sldMk cId="4052121608" sldId="271"/>
            <ac:picMk id="54" creationId="{93F56AED-D471-33D8-38D4-D430321A62A3}"/>
          </ac:picMkLst>
        </pc:picChg>
        <pc:picChg chg="add mod">
          <ac:chgData name="Arkar Than Win" userId="3c8250a4-c36e-434c-9640-1ec1d94cea55" providerId="ADAL" clId="{0ACE9946-0938-4C15-91F3-DF5E7C93A5A9}" dt="2024-05-31T02:19:59.522" v="37466" actId="1076"/>
          <ac:picMkLst>
            <pc:docMk/>
            <pc:sldMk cId="4052121608" sldId="271"/>
            <ac:picMk id="56" creationId="{EFFDF0A3-0C45-FC23-B027-A42DACDB285B}"/>
          </ac:picMkLst>
        </pc:picChg>
        <pc:cxnChg chg="add mod">
          <ac:chgData name="Arkar Than Win" userId="3c8250a4-c36e-434c-9640-1ec1d94cea55" providerId="ADAL" clId="{0ACE9946-0938-4C15-91F3-DF5E7C93A5A9}" dt="2024-05-31T01:48:44.724" v="37212" actId="164"/>
          <ac:cxnSpMkLst>
            <pc:docMk/>
            <pc:sldMk cId="4052121608" sldId="271"/>
            <ac:cxnSpMk id="10" creationId="{058ECF89-6FB2-7566-1C70-B1810993422E}"/>
          </ac:cxnSpMkLst>
        </pc:cxnChg>
        <pc:cxnChg chg="add mod">
          <ac:chgData name="Arkar Than Win" userId="3c8250a4-c36e-434c-9640-1ec1d94cea55" providerId="ADAL" clId="{0ACE9946-0938-4C15-91F3-DF5E7C93A5A9}" dt="2024-05-31T01:48:44.724" v="37212" actId="164"/>
          <ac:cxnSpMkLst>
            <pc:docMk/>
            <pc:sldMk cId="4052121608" sldId="271"/>
            <ac:cxnSpMk id="14" creationId="{F68DF480-040F-6D13-58CE-F25F57E42B1E}"/>
          </ac:cxnSpMkLst>
        </pc:cxnChg>
        <pc:cxnChg chg="add mod">
          <ac:chgData name="Arkar Than Win" userId="3c8250a4-c36e-434c-9640-1ec1d94cea55" providerId="ADAL" clId="{0ACE9946-0938-4C15-91F3-DF5E7C93A5A9}" dt="2024-05-31T01:48:44.724" v="37212" actId="164"/>
          <ac:cxnSpMkLst>
            <pc:docMk/>
            <pc:sldMk cId="4052121608" sldId="271"/>
            <ac:cxnSpMk id="18" creationId="{9C3B4D35-5070-8019-A546-AF67974D4FB7}"/>
          </ac:cxnSpMkLst>
        </pc:cxnChg>
        <pc:cxnChg chg="add mod">
          <ac:chgData name="Arkar Than Win" userId="3c8250a4-c36e-434c-9640-1ec1d94cea55" providerId="ADAL" clId="{0ACE9946-0938-4C15-91F3-DF5E7C93A5A9}" dt="2024-05-31T01:48:44.724" v="37212" actId="164"/>
          <ac:cxnSpMkLst>
            <pc:docMk/>
            <pc:sldMk cId="4052121608" sldId="271"/>
            <ac:cxnSpMk id="22" creationId="{297B5D77-34CA-49B6-1991-636A6D512907}"/>
          </ac:cxnSpMkLst>
        </pc:cxnChg>
        <pc:cxnChg chg="add mod">
          <ac:chgData name="Arkar Than Win" userId="3c8250a4-c36e-434c-9640-1ec1d94cea55" providerId="ADAL" clId="{0ACE9946-0938-4C15-91F3-DF5E7C93A5A9}" dt="2024-05-31T01:48:44.724" v="37212" actId="164"/>
          <ac:cxnSpMkLst>
            <pc:docMk/>
            <pc:sldMk cId="4052121608" sldId="271"/>
            <ac:cxnSpMk id="26" creationId="{2B05B18C-678D-88A5-7AA2-AC8D046B5A8F}"/>
          </ac:cxnSpMkLst>
        </pc:cxnChg>
        <pc:cxnChg chg="add mod">
          <ac:chgData name="Arkar Than Win" userId="3c8250a4-c36e-434c-9640-1ec1d94cea55" providerId="ADAL" clId="{0ACE9946-0938-4C15-91F3-DF5E7C93A5A9}" dt="2024-05-31T01:48:44.724" v="37212" actId="164"/>
          <ac:cxnSpMkLst>
            <pc:docMk/>
            <pc:sldMk cId="4052121608" sldId="271"/>
            <ac:cxnSpMk id="32" creationId="{EB117D77-CAB1-0F0D-E8B4-292F8D812620}"/>
          </ac:cxnSpMkLst>
        </pc:cxnChg>
        <pc:cxnChg chg="add mod">
          <ac:chgData name="Arkar Than Win" userId="3c8250a4-c36e-434c-9640-1ec1d94cea55" providerId="ADAL" clId="{0ACE9946-0938-4C15-91F3-DF5E7C93A5A9}" dt="2024-05-31T01:48:44.724" v="37212" actId="164"/>
          <ac:cxnSpMkLst>
            <pc:docMk/>
            <pc:sldMk cId="4052121608" sldId="271"/>
            <ac:cxnSpMk id="33" creationId="{20F58F66-674B-9298-6E5D-93EB7BCD92A1}"/>
          </ac:cxnSpMkLst>
        </pc:cxnChg>
        <pc:cxnChg chg="add mod">
          <ac:chgData name="Arkar Than Win" userId="3c8250a4-c36e-434c-9640-1ec1d94cea55" providerId="ADAL" clId="{0ACE9946-0938-4C15-91F3-DF5E7C93A5A9}" dt="2024-05-31T01:48:44.724" v="37212" actId="164"/>
          <ac:cxnSpMkLst>
            <pc:docMk/>
            <pc:sldMk cId="4052121608" sldId="271"/>
            <ac:cxnSpMk id="34" creationId="{495A1798-BFAD-9684-4D61-00FB14AB392A}"/>
          </ac:cxnSpMkLst>
        </pc:cxnChg>
        <pc:cxnChg chg="add mod">
          <ac:chgData name="Arkar Than Win" userId="3c8250a4-c36e-434c-9640-1ec1d94cea55" providerId="ADAL" clId="{0ACE9946-0938-4C15-91F3-DF5E7C93A5A9}" dt="2024-05-31T01:48:44.724" v="37212" actId="164"/>
          <ac:cxnSpMkLst>
            <pc:docMk/>
            <pc:sldMk cId="4052121608" sldId="271"/>
            <ac:cxnSpMk id="35" creationId="{2857F215-D11F-512F-90AC-F8F9CD43C019}"/>
          </ac:cxnSpMkLst>
        </pc:cxnChg>
        <pc:cxnChg chg="add mod">
          <ac:chgData name="Arkar Than Win" userId="3c8250a4-c36e-434c-9640-1ec1d94cea55" providerId="ADAL" clId="{0ACE9946-0938-4C15-91F3-DF5E7C93A5A9}" dt="2024-05-31T01:48:44.724" v="37212" actId="164"/>
          <ac:cxnSpMkLst>
            <pc:docMk/>
            <pc:sldMk cId="4052121608" sldId="271"/>
            <ac:cxnSpMk id="36" creationId="{554008D5-601A-655C-1258-7918A97EEE38}"/>
          </ac:cxnSpMkLst>
        </pc:cxnChg>
        <pc:cxnChg chg="add mod">
          <ac:chgData name="Arkar Than Win" userId="3c8250a4-c36e-434c-9640-1ec1d94cea55" providerId="ADAL" clId="{0ACE9946-0938-4C15-91F3-DF5E7C93A5A9}" dt="2024-05-31T01:48:44.724" v="37212" actId="164"/>
          <ac:cxnSpMkLst>
            <pc:docMk/>
            <pc:sldMk cId="4052121608" sldId="271"/>
            <ac:cxnSpMk id="37" creationId="{51A73CE5-5A5D-E5D0-C135-049F259687FB}"/>
          </ac:cxnSpMkLst>
        </pc:cxnChg>
      </pc:sldChg>
      <pc:sldChg chg="addSp delSp modSp mod ord modNotesTx">
        <pc:chgData name="Arkar Than Win" userId="3c8250a4-c36e-434c-9640-1ec1d94cea55" providerId="ADAL" clId="{0ACE9946-0938-4C15-91F3-DF5E7C93A5A9}" dt="2024-05-28T05:52:54.608" v="20205" actId="20577"/>
        <pc:sldMkLst>
          <pc:docMk/>
          <pc:sldMk cId="2127422490" sldId="272"/>
        </pc:sldMkLst>
        <pc:spChg chg="mod">
          <ac:chgData name="Arkar Than Win" userId="3c8250a4-c36e-434c-9640-1ec1d94cea55" providerId="ADAL" clId="{0ACE9946-0938-4C15-91F3-DF5E7C93A5A9}" dt="2024-05-21T04:31:05.622" v="6946" actId="20577"/>
          <ac:spMkLst>
            <pc:docMk/>
            <pc:sldMk cId="2127422490" sldId="272"/>
            <ac:spMk id="2" creationId="{CF74DB7E-CFA7-340D-92D5-29F98B99F8DA}"/>
          </ac:spMkLst>
        </pc:spChg>
        <pc:spChg chg="mod">
          <ac:chgData name="Arkar Than Win" userId="3c8250a4-c36e-434c-9640-1ec1d94cea55" providerId="ADAL" clId="{0ACE9946-0938-4C15-91F3-DF5E7C93A5A9}" dt="2024-05-21T06:30:55.194" v="11029" actId="255"/>
          <ac:spMkLst>
            <pc:docMk/>
            <pc:sldMk cId="2127422490" sldId="272"/>
            <ac:spMk id="3" creationId="{7FFE9A8E-669D-4866-2DD7-34E78B111A0D}"/>
          </ac:spMkLst>
        </pc:spChg>
        <pc:grpChg chg="mod">
          <ac:chgData name="Arkar Than Win" userId="3c8250a4-c36e-434c-9640-1ec1d94cea55" providerId="ADAL" clId="{0ACE9946-0938-4C15-91F3-DF5E7C93A5A9}" dt="2024-05-19T03:27:05.151" v="4950"/>
          <ac:grpSpMkLst>
            <pc:docMk/>
            <pc:sldMk cId="2127422490" sldId="272"/>
            <ac:grpSpMk id="22" creationId="{4069B0D4-5587-C2EE-3D36-94776EEA9124}"/>
          </ac:grpSpMkLst>
        </pc:grpChg>
        <pc:grpChg chg="mod">
          <ac:chgData name="Arkar Than Win" userId="3c8250a4-c36e-434c-9640-1ec1d94cea55" providerId="ADAL" clId="{0ACE9946-0938-4C15-91F3-DF5E7C93A5A9}" dt="2024-05-19T03:27:05.151" v="4950"/>
          <ac:grpSpMkLst>
            <pc:docMk/>
            <pc:sldMk cId="2127422490" sldId="272"/>
            <ac:grpSpMk id="26" creationId="{95602055-FB7E-4CB3-0C1F-7CCD07DC4C2C}"/>
          </ac:grpSpMkLst>
        </pc:grpChg>
        <pc:grpChg chg="add del mod">
          <ac:chgData name="Arkar Than Win" userId="3c8250a4-c36e-434c-9640-1ec1d94cea55" providerId="ADAL" clId="{0ACE9946-0938-4C15-91F3-DF5E7C93A5A9}" dt="2024-05-19T03:27:13.136" v="4952" actId="21"/>
          <ac:grpSpMkLst>
            <pc:docMk/>
            <pc:sldMk cId="2127422490" sldId="272"/>
            <ac:grpSpMk id="27" creationId="{E466809D-012A-6629-85EE-72D6C228A9C6}"/>
          </ac:grpSpMkLst>
        </pc:grpChg>
        <pc:picChg chg="add mod">
          <ac:chgData name="Arkar Than Win" userId="3c8250a4-c36e-434c-9640-1ec1d94cea55" providerId="ADAL" clId="{0ACE9946-0938-4C15-91F3-DF5E7C93A5A9}" dt="2024-05-19T02:28:17.938" v="1849" actId="1076"/>
          <ac:picMkLst>
            <pc:docMk/>
            <pc:sldMk cId="2127422490" sldId="272"/>
            <ac:picMk id="4" creationId="{859686EE-B875-A62D-6CE1-9949B304D5FE}"/>
          </ac:picMkLst>
        </pc:picChg>
        <pc:picChg chg="del">
          <ac:chgData name="Arkar Than Win" userId="3c8250a4-c36e-434c-9640-1ec1d94cea55" providerId="ADAL" clId="{0ACE9946-0938-4C15-91F3-DF5E7C93A5A9}" dt="2024-05-19T01:03:25.746" v="730" actId="478"/>
          <ac:picMkLst>
            <pc:docMk/>
            <pc:sldMk cId="2127422490" sldId="272"/>
            <ac:picMk id="6" creationId="{859686EE-B875-A62D-6CE1-9949B304D5FE}"/>
          </ac:picMkLst>
        </pc:picChg>
        <pc:picChg chg="mod">
          <ac:chgData name="Arkar Than Win" userId="3c8250a4-c36e-434c-9640-1ec1d94cea55" providerId="ADAL" clId="{0ACE9946-0938-4C15-91F3-DF5E7C93A5A9}" dt="2024-05-19T03:27:05.151" v="4950"/>
          <ac:picMkLst>
            <pc:docMk/>
            <pc:sldMk cId="2127422490" sldId="272"/>
            <ac:picMk id="7" creationId="{680E378E-2C77-DB12-3AD1-842F0770B27A}"/>
          </ac:picMkLst>
        </pc:picChg>
        <pc:picChg chg="mod">
          <ac:chgData name="Arkar Than Win" userId="3c8250a4-c36e-434c-9640-1ec1d94cea55" providerId="ADAL" clId="{0ACE9946-0938-4C15-91F3-DF5E7C93A5A9}" dt="2024-05-19T03:27:05.151" v="4950"/>
          <ac:picMkLst>
            <pc:docMk/>
            <pc:sldMk cId="2127422490" sldId="272"/>
            <ac:picMk id="9" creationId="{B2C8C640-46ED-0D4E-869B-E1FBCF306A8A}"/>
          </ac:picMkLst>
        </pc:picChg>
        <pc:picChg chg="mod">
          <ac:chgData name="Arkar Than Win" userId="3c8250a4-c36e-434c-9640-1ec1d94cea55" providerId="ADAL" clId="{0ACE9946-0938-4C15-91F3-DF5E7C93A5A9}" dt="2024-05-19T03:27:05.151" v="4950"/>
          <ac:picMkLst>
            <pc:docMk/>
            <pc:sldMk cId="2127422490" sldId="272"/>
            <ac:picMk id="11" creationId="{2BBD8DE5-E231-F675-BC10-E7A6C22636AD}"/>
          </ac:picMkLst>
        </pc:picChg>
        <pc:picChg chg="add del mod">
          <ac:chgData name="Arkar Than Win" userId="3c8250a4-c36e-434c-9640-1ec1d94cea55" providerId="ADAL" clId="{0ACE9946-0938-4C15-91F3-DF5E7C93A5A9}" dt="2024-05-19T03:21:30.403" v="4871" actId="21"/>
          <ac:picMkLst>
            <pc:docMk/>
            <pc:sldMk cId="2127422490" sldId="272"/>
            <ac:picMk id="13" creationId="{7FDF2838-B123-4753-A1E1-B9572AB13E48}"/>
          </ac:picMkLst>
        </pc:picChg>
        <pc:picChg chg="mod">
          <ac:chgData name="Arkar Than Win" userId="3c8250a4-c36e-434c-9640-1ec1d94cea55" providerId="ADAL" clId="{0ACE9946-0938-4C15-91F3-DF5E7C93A5A9}" dt="2024-05-19T03:27:05.151" v="4950"/>
          <ac:picMkLst>
            <pc:docMk/>
            <pc:sldMk cId="2127422490" sldId="272"/>
            <ac:picMk id="14" creationId="{7FDF2838-B123-4753-A1E1-B9572AB13E48}"/>
          </ac:picMkLst>
        </pc:picChg>
        <pc:picChg chg="mod">
          <ac:chgData name="Arkar Than Win" userId="3c8250a4-c36e-434c-9640-1ec1d94cea55" providerId="ADAL" clId="{0ACE9946-0938-4C15-91F3-DF5E7C93A5A9}" dt="2024-05-19T03:27:05.151" v="4950"/>
          <ac:picMkLst>
            <pc:docMk/>
            <pc:sldMk cId="2127422490" sldId="272"/>
            <ac:picMk id="21" creationId="{CF3057E9-2D0B-A4A1-DCB3-AF17842B50E7}"/>
          </ac:picMkLst>
        </pc:picChg>
        <pc:picChg chg="mod">
          <ac:chgData name="Arkar Than Win" userId="3c8250a4-c36e-434c-9640-1ec1d94cea55" providerId="ADAL" clId="{0ACE9946-0938-4C15-91F3-DF5E7C93A5A9}" dt="2024-05-19T03:27:05.151" v="4950"/>
          <ac:picMkLst>
            <pc:docMk/>
            <pc:sldMk cId="2127422490" sldId="272"/>
            <ac:picMk id="24" creationId="{68783A3B-7385-7140-5DEC-4A00707B525D}"/>
          </ac:picMkLst>
        </pc:picChg>
        <pc:picChg chg="mod">
          <ac:chgData name="Arkar Than Win" userId="3c8250a4-c36e-434c-9640-1ec1d94cea55" providerId="ADAL" clId="{0ACE9946-0938-4C15-91F3-DF5E7C93A5A9}" dt="2024-05-19T03:27:05.151" v="4950"/>
          <ac:picMkLst>
            <pc:docMk/>
            <pc:sldMk cId="2127422490" sldId="272"/>
            <ac:picMk id="25" creationId="{FBF012CB-3EC0-9148-BB25-4CB34C6D165D}"/>
          </ac:picMkLst>
        </pc:picChg>
        <pc:picChg chg="add del mod">
          <ac:chgData name="Arkar Than Win" userId="3c8250a4-c36e-434c-9640-1ec1d94cea55" providerId="ADAL" clId="{0ACE9946-0938-4C15-91F3-DF5E7C93A5A9}" dt="2024-05-21T04:20:58.516" v="6818" actId="21"/>
          <ac:picMkLst>
            <pc:docMk/>
            <pc:sldMk cId="2127422490" sldId="272"/>
            <ac:picMk id="74" creationId="{239B092A-0AA6-5041-6BCC-BD80B03D6074}"/>
          </ac:picMkLst>
        </pc:picChg>
      </pc:sldChg>
      <pc:sldChg chg="addSp delSp modSp add mod modAnim modNotesTx">
        <pc:chgData name="Arkar Than Win" userId="3c8250a4-c36e-434c-9640-1ec1d94cea55" providerId="ADAL" clId="{0ACE9946-0938-4C15-91F3-DF5E7C93A5A9}" dt="2024-05-28T08:45:44.050" v="33824" actId="20577"/>
        <pc:sldMkLst>
          <pc:docMk/>
          <pc:sldMk cId="749363726" sldId="273"/>
        </pc:sldMkLst>
        <pc:spChg chg="mod">
          <ac:chgData name="Arkar Than Win" userId="3c8250a4-c36e-434c-9640-1ec1d94cea55" providerId="ADAL" clId="{0ACE9946-0938-4C15-91F3-DF5E7C93A5A9}" dt="2024-05-19T03:01:28.613" v="4027" actId="403"/>
          <ac:spMkLst>
            <pc:docMk/>
            <pc:sldMk cId="749363726" sldId="273"/>
            <ac:spMk id="2" creationId="{CF74DB7E-CFA7-340D-92D5-29F98B99F8DA}"/>
          </ac:spMkLst>
        </pc:spChg>
        <pc:spChg chg="add del mod">
          <ac:chgData name="Arkar Than Win" userId="3c8250a4-c36e-434c-9640-1ec1d94cea55" providerId="ADAL" clId="{0ACE9946-0938-4C15-91F3-DF5E7C93A5A9}" dt="2024-05-22T23:48:06.102" v="15448" actId="20577"/>
          <ac:spMkLst>
            <pc:docMk/>
            <pc:sldMk cId="749363726" sldId="273"/>
            <ac:spMk id="3" creationId="{7FFE9A8E-669D-4866-2DD7-34E78B111A0D}"/>
          </ac:spMkLst>
        </pc:spChg>
        <pc:spChg chg="mod">
          <ac:chgData name="Arkar Than Win" userId="3c8250a4-c36e-434c-9640-1ec1d94cea55" providerId="ADAL" clId="{0ACE9946-0938-4C15-91F3-DF5E7C93A5A9}" dt="2024-05-21T02:24:22.942" v="5656"/>
          <ac:spMkLst>
            <pc:docMk/>
            <pc:sldMk cId="749363726" sldId="273"/>
            <ac:spMk id="21" creationId="{4733F4D3-3495-B67F-FC6D-89ABC7B01D7E}"/>
          </ac:spMkLst>
        </pc:spChg>
        <pc:spChg chg="mod">
          <ac:chgData name="Arkar Than Win" userId="3c8250a4-c36e-434c-9640-1ec1d94cea55" providerId="ADAL" clId="{0ACE9946-0938-4C15-91F3-DF5E7C93A5A9}" dt="2024-05-21T02:24:22.942" v="5656"/>
          <ac:spMkLst>
            <pc:docMk/>
            <pc:sldMk cId="749363726" sldId="273"/>
            <ac:spMk id="27" creationId="{5E98A5F0-E7F1-05F1-33EA-39223BAC855B}"/>
          </ac:spMkLst>
        </pc:spChg>
        <pc:spChg chg="mod">
          <ac:chgData name="Arkar Than Win" userId="3c8250a4-c36e-434c-9640-1ec1d94cea55" providerId="ADAL" clId="{0ACE9946-0938-4C15-91F3-DF5E7C93A5A9}" dt="2024-05-21T02:24:22.942" v="5656"/>
          <ac:spMkLst>
            <pc:docMk/>
            <pc:sldMk cId="749363726" sldId="273"/>
            <ac:spMk id="53" creationId="{ECE5101B-AE22-A79E-CF30-33C8D044EA83}"/>
          </ac:spMkLst>
        </pc:spChg>
        <pc:spChg chg="mod">
          <ac:chgData name="Arkar Than Win" userId="3c8250a4-c36e-434c-9640-1ec1d94cea55" providerId="ADAL" clId="{0ACE9946-0938-4C15-91F3-DF5E7C93A5A9}" dt="2024-05-21T02:24:22.942" v="5656"/>
          <ac:spMkLst>
            <pc:docMk/>
            <pc:sldMk cId="749363726" sldId="273"/>
            <ac:spMk id="59" creationId="{182BDC77-956E-D0B6-1AC1-33CD88BDAE2A}"/>
          </ac:spMkLst>
        </pc:spChg>
        <pc:spChg chg="mod">
          <ac:chgData name="Arkar Than Win" userId="3c8250a4-c36e-434c-9640-1ec1d94cea55" providerId="ADAL" clId="{0ACE9946-0938-4C15-91F3-DF5E7C93A5A9}" dt="2024-05-21T02:27:28.215" v="5679"/>
          <ac:spMkLst>
            <pc:docMk/>
            <pc:sldMk cId="749363726" sldId="273"/>
            <ac:spMk id="85" creationId="{2A7B81B4-5AE0-8727-D453-A0457CDDB0B9}"/>
          </ac:spMkLst>
        </pc:spChg>
        <pc:spChg chg="mod">
          <ac:chgData name="Arkar Than Win" userId="3c8250a4-c36e-434c-9640-1ec1d94cea55" providerId="ADAL" clId="{0ACE9946-0938-4C15-91F3-DF5E7C93A5A9}" dt="2024-05-21T02:27:28.215" v="5679"/>
          <ac:spMkLst>
            <pc:docMk/>
            <pc:sldMk cId="749363726" sldId="273"/>
            <ac:spMk id="91" creationId="{3031B0DC-2A6F-FE58-82BC-CEFB58B615C0}"/>
          </ac:spMkLst>
        </pc:spChg>
        <pc:spChg chg="mod">
          <ac:chgData name="Arkar Than Win" userId="3c8250a4-c36e-434c-9640-1ec1d94cea55" providerId="ADAL" clId="{0ACE9946-0938-4C15-91F3-DF5E7C93A5A9}" dt="2024-05-21T02:27:28.215" v="5679"/>
          <ac:spMkLst>
            <pc:docMk/>
            <pc:sldMk cId="749363726" sldId="273"/>
            <ac:spMk id="97" creationId="{A42836D8-4414-AC97-F5F2-5451D8F679D2}"/>
          </ac:spMkLst>
        </pc:spChg>
        <pc:spChg chg="mod">
          <ac:chgData name="Arkar Than Win" userId="3c8250a4-c36e-434c-9640-1ec1d94cea55" providerId="ADAL" clId="{0ACE9946-0938-4C15-91F3-DF5E7C93A5A9}" dt="2024-05-21T02:27:28.215" v="5679"/>
          <ac:spMkLst>
            <pc:docMk/>
            <pc:sldMk cId="749363726" sldId="273"/>
            <ac:spMk id="103" creationId="{FB81F329-30B2-CC82-8A98-084F6EFEA53B}"/>
          </ac:spMkLst>
        </pc:spChg>
        <pc:spChg chg="add mod">
          <ac:chgData name="Arkar Than Win" userId="3c8250a4-c36e-434c-9640-1ec1d94cea55" providerId="ADAL" clId="{0ACE9946-0938-4C15-91F3-DF5E7C93A5A9}" dt="2024-05-21T02:37:33.871" v="5786" actId="122"/>
          <ac:spMkLst>
            <pc:docMk/>
            <pc:sldMk cId="749363726" sldId="273"/>
            <ac:spMk id="125" creationId="{9932F203-6410-E6C0-F6A4-AA55139DAD08}"/>
          </ac:spMkLst>
        </pc:spChg>
        <pc:spChg chg="add mod">
          <ac:chgData name="Arkar Than Win" userId="3c8250a4-c36e-434c-9640-1ec1d94cea55" providerId="ADAL" clId="{0ACE9946-0938-4C15-91F3-DF5E7C93A5A9}" dt="2024-05-21T02:37:31.931" v="5785" actId="122"/>
          <ac:spMkLst>
            <pc:docMk/>
            <pc:sldMk cId="749363726" sldId="273"/>
            <ac:spMk id="126" creationId="{A1CC2E64-97B3-A294-A59C-C9FB1B5A855C}"/>
          </ac:spMkLst>
        </pc:spChg>
        <pc:spChg chg="mod">
          <ac:chgData name="Arkar Than Win" userId="3c8250a4-c36e-434c-9640-1ec1d94cea55" providerId="ADAL" clId="{0ACE9946-0938-4C15-91F3-DF5E7C93A5A9}" dt="2024-05-21T03:24:27.951" v="6411"/>
          <ac:spMkLst>
            <pc:docMk/>
            <pc:sldMk cId="749363726" sldId="273"/>
            <ac:spMk id="191" creationId="{0D5508F0-52E9-2AE8-3B72-454248180DF1}"/>
          </ac:spMkLst>
        </pc:spChg>
        <pc:spChg chg="mod">
          <ac:chgData name="Arkar Than Win" userId="3c8250a4-c36e-434c-9640-1ec1d94cea55" providerId="ADAL" clId="{0ACE9946-0938-4C15-91F3-DF5E7C93A5A9}" dt="2024-05-21T03:24:27.951" v="6411"/>
          <ac:spMkLst>
            <pc:docMk/>
            <pc:sldMk cId="749363726" sldId="273"/>
            <ac:spMk id="192" creationId="{FFAFBDD1-7320-9102-D2B5-C01036F9E203}"/>
          </ac:spMkLst>
        </pc:spChg>
        <pc:spChg chg="add del mod">
          <ac:chgData name="Arkar Than Win" userId="3c8250a4-c36e-434c-9640-1ec1d94cea55" providerId="ADAL" clId="{0ACE9946-0938-4C15-91F3-DF5E7C93A5A9}" dt="2024-05-21T04:29:55.127" v="6933" actId="478"/>
          <ac:spMkLst>
            <pc:docMk/>
            <pc:sldMk cId="749363726" sldId="273"/>
            <ac:spMk id="215" creationId="{A311C394-B5B3-9E92-EA72-F40BEF9CC9A3}"/>
          </ac:spMkLst>
        </pc:spChg>
        <pc:grpChg chg="add del mod">
          <ac:chgData name="Arkar Than Win" userId="3c8250a4-c36e-434c-9640-1ec1d94cea55" providerId="ADAL" clId="{0ACE9946-0938-4C15-91F3-DF5E7C93A5A9}" dt="2024-05-21T04:37:04.231" v="7121" actId="21"/>
          <ac:grpSpMkLst>
            <pc:docMk/>
            <pc:sldMk cId="749363726" sldId="273"/>
            <ac:grpSpMk id="5" creationId="{5B45FB7B-2630-29CE-78B7-CEA98462BEC3}"/>
          </ac:grpSpMkLst>
        </pc:grpChg>
        <pc:grpChg chg="add del mod">
          <ac:chgData name="Arkar Than Win" userId="3c8250a4-c36e-434c-9640-1ec1d94cea55" providerId="ADAL" clId="{0ACE9946-0938-4C15-91F3-DF5E7C93A5A9}" dt="2024-05-21T02:28:43.455" v="5684" actId="165"/>
          <ac:grpSpMkLst>
            <pc:docMk/>
            <pc:sldMk cId="749363726" sldId="273"/>
            <ac:grpSpMk id="6" creationId="{FA51F782-0D26-00F5-BC69-9DFB36081937}"/>
          </ac:grpSpMkLst>
        </pc:grpChg>
        <pc:grpChg chg="add del mod">
          <ac:chgData name="Arkar Than Win" userId="3c8250a4-c36e-434c-9640-1ec1d94cea55" providerId="ADAL" clId="{0ACE9946-0938-4C15-91F3-DF5E7C93A5A9}" dt="2024-05-21T02:26:44.283" v="5669" actId="21"/>
          <ac:grpSpMkLst>
            <pc:docMk/>
            <pc:sldMk cId="749363726" sldId="273"/>
            <ac:grpSpMk id="11" creationId="{5DA682CA-6DB6-1F4B-DB2D-AFECF6853846}"/>
          </ac:grpSpMkLst>
        </pc:grpChg>
        <pc:grpChg chg="mod">
          <ac:chgData name="Arkar Than Win" userId="3c8250a4-c36e-434c-9640-1ec1d94cea55" providerId="ADAL" clId="{0ACE9946-0938-4C15-91F3-DF5E7C93A5A9}" dt="2024-05-21T02:24:22.942" v="5656"/>
          <ac:grpSpMkLst>
            <pc:docMk/>
            <pc:sldMk cId="749363726" sldId="273"/>
            <ac:grpSpMk id="12" creationId="{E1C3F7B8-D92F-9FA0-14A4-7299D37E2A6D}"/>
          </ac:grpSpMkLst>
        </pc:grpChg>
        <pc:grpChg chg="mod">
          <ac:chgData name="Arkar Than Win" userId="3c8250a4-c36e-434c-9640-1ec1d94cea55" providerId="ADAL" clId="{0ACE9946-0938-4C15-91F3-DF5E7C93A5A9}" dt="2024-05-21T02:24:22.942" v="5656"/>
          <ac:grpSpMkLst>
            <pc:docMk/>
            <pc:sldMk cId="749363726" sldId="273"/>
            <ac:grpSpMk id="13" creationId="{80AC0D0E-6188-DA06-3A95-AB35DB25387E}"/>
          </ac:grpSpMkLst>
        </pc:grpChg>
        <pc:grpChg chg="mod">
          <ac:chgData name="Arkar Than Win" userId="3c8250a4-c36e-434c-9640-1ec1d94cea55" providerId="ADAL" clId="{0ACE9946-0938-4C15-91F3-DF5E7C93A5A9}" dt="2024-05-21T02:24:22.942" v="5656"/>
          <ac:grpSpMkLst>
            <pc:docMk/>
            <pc:sldMk cId="749363726" sldId="273"/>
            <ac:grpSpMk id="14" creationId="{227115CA-C6E0-0737-E78D-6D6FEA2415FA}"/>
          </ac:grpSpMkLst>
        </pc:grpChg>
        <pc:grpChg chg="mod">
          <ac:chgData name="Arkar Than Win" userId="3c8250a4-c36e-434c-9640-1ec1d94cea55" providerId="ADAL" clId="{0ACE9946-0938-4C15-91F3-DF5E7C93A5A9}" dt="2024-05-21T02:24:22.942" v="5656"/>
          <ac:grpSpMkLst>
            <pc:docMk/>
            <pc:sldMk cId="749363726" sldId="273"/>
            <ac:grpSpMk id="15" creationId="{9FB1066D-E794-FDB3-1B0D-153D50EE2710}"/>
          </ac:grpSpMkLst>
        </pc:grpChg>
        <pc:grpChg chg="add del mod">
          <ac:chgData name="Arkar Than Win" userId="3c8250a4-c36e-434c-9640-1ec1d94cea55" providerId="ADAL" clId="{0ACE9946-0938-4C15-91F3-DF5E7C93A5A9}" dt="2024-05-19T03:23:37.549" v="4892" actId="165"/>
          <ac:grpSpMkLst>
            <pc:docMk/>
            <pc:sldMk cId="749363726" sldId="273"/>
            <ac:grpSpMk id="15" creationId="{F76D2A23-1F4E-B22C-B6BD-D3F289B4046E}"/>
          </ac:grpSpMkLst>
        </pc:grpChg>
        <pc:grpChg chg="add del mod">
          <ac:chgData name="Arkar Than Win" userId="3c8250a4-c36e-434c-9640-1ec1d94cea55" providerId="ADAL" clId="{0ACE9946-0938-4C15-91F3-DF5E7C93A5A9}" dt="2024-05-19T03:23:56.137" v="4898" actId="478"/>
          <ac:grpSpMkLst>
            <pc:docMk/>
            <pc:sldMk cId="749363726" sldId="273"/>
            <ac:grpSpMk id="16" creationId="{1ECAED50-1C75-F22B-ECC4-1B1F37216710}"/>
          </ac:grpSpMkLst>
        </pc:grpChg>
        <pc:grpChg chg="mod">
          <ac:chgData name="Arkar Than Win" userId="3c8250a4-c36e-434c-9640-1ec1d94cea55" providerId="ADAL" clId="{0ACE9946-0938-4C15-91F3-DF5E7C93A5A9}" dt="2024-05-21T02:24:22.942" v="5656"/>
          <ac:grpSpMkLst>
            <pc:docMk/>
            <pc:sldMk cId="749363726" sldId="273"/>
            <ac:grpSpMk id="16" creationId="{5CB04F52-D8EE-A02C-F286-FFF7A2AAB1CF}"/>
          </ac:grpSpMkLst>
        </pc:grpChg>
        <pc:grpChg chg="mod">
          <ac:chgData name="Arkar Than Win" userId="3c8250a4-c36e-434c-9640-1ec1d94cea55" providerId="ADAL" clId="{0ACE9946-0938-4C15-91F3-DF5E7C93A5A9}" dt="2024-05-21T02:24:22.942" v="5656"/>
          <ac:grpSpMkLst>
            <pc:docMk/>
            <pc:sldMk cId="749363726" sldId="273"/>
            <ac:grpSpMk id="17" creationId="{D0CDBF3E-3178-4A5F-6A4A-7D29C3769D77}"/>
          </ac:grpSpMkLst>
        </pc:grpChg>
        <pc:grpChg chg="mod">
          <ac:chgData name="Arkar Than Win" userId="3c8250a4-c36e-434c-9640-1ec1d94cea55" providerId="ADAL" clId="{0ACE9946-0938-4C15-91F3-DF5E7C93A5A9}" dt="2024-05-21T02:24:22.942" v="5656"/>
          <ac:grpSpMkLst>
            <pc:docMk/>
            <pc:sldMk cId="749363726" sldId="273"/>
            <ac:grpSpMk id="22" creationId="{21776208-CEF7-FEDD-645B-C4B599EDDE73}"/>
          </ac:grpSpMkLst>
        </pc:grpChg>
        <pc:grpChg chg="add mod">
          <ac:chgData name="Arkar Than Win" userId="3c8250a4-c36e-434c-9640-1ec1d94cea55" providerId="ADAL" clId="{0ACE9946-0938-4C15-91F3-DF5E7C93A5A9}" dt="2024-05-19T03:27:01.358" v="4948" actId="164"/>
          <ac:grpSpMkLst>
            <pc:docMk/>
            <pc:sldMk cId="749363726" sldId="273"/>
            <ac:grpSpMk id="22" creationId="{4069B0D4-5587-C2EE-3D36-94776EEA9124}"/>
          </ac:grpSpMkLst>
        </pc:grpChg>
        <pc:grpChg chg="mod">
          <ac:chgData name="Arkar Than Win" userId="3c8250a4-c36e-434c-9640-1ec1d94cea55" providerId="ADAL" clId="{0ACE9946-0938-4C15-91F3-DF5E7C93A5A9}" dt="2024-05-21T02:24:22.942" v="5656"/>
          <ac:grpSpMkLst>
            <pc:docMk/>
            <pc:sldMk cId="749363726" sldId="273"/>
            <ac:grpSpMk id="23" creationId="{E6D42097-AD6C-5248-10E7-A7A69F2D45CF}"/>
          </ac:grpSpMkLst>
        </pc:grpChg>
        <pc:grpChg chg="add mod">
          <ac:chgData name="Arkar Than Win" userId="3c8250a4-c36e-434c-9640-1ec1d94cea55" providerId="ADAL" clId="{0ACE9946-0938-4C15-91F3-DF5E7C93A5A9}" dt="2024-05-19T03:27:01.358" v="4948" actId="164"/>
          <ac:grpSpMkLst>
            <pc:docMk/>
            <pc:sldMk cId="749363726" sldId="273"/>
            <ac:grpSpMk id="26" creationId="{95602055-FB7E-4CB3-0C1F-7CCD07DC4C2C}"/>
          </ac:grpSpMkLst>
        </pc:grpChg>
        <pc:grpChg chg="add del mod">
          <ac:chgData name="Arkar Than Win" userId="3c8250a4-c36e-434c-9640-1ec1d94cea55" providerId="ADAL" clId="{0ACE9946-0938-4C15-91F3-DF5E7C93A5A9}" dt="2024-05-19T03:27:03.924" v="4949" actId="21"/>
          <ac:grpSpMkLst>
            <pc:docMk/>
            <pc:sldMk cId="749363726" sldId="273"/>
            <ac:grpSpMk id="27" creationId="{E466809D-012A-6629-85EE-72D6C228A9C6}"/>
          </ac:grpSpMkLst>
        </pc:grpChg>
        <pc:grpChg chg="mod">
          <ac:chgData name="Arkar Than Win" userId="3c8250a4-c36e-434c-9640-1ec1d94cea55" providerId="ADAL" clId="{0ACE9946-0938-4C15-91F3-DF5E7C93A5A9}" dt="2024-05-21T02:24:22.942" v="5656"/>
          <ac:grpSpMkLst>
            <pc:docMk/>
            <pc:sldMk cId="749363726" sldId="273"/>
            <ac:grpSpMk id="28" creationId="{CA2FBF25-A578-7AAC-7DF9-4516C56C1937}"/>
          </ac:grpSpMkLst>
        </pc:grpChg>
        <pc:grpChg chg="add del mod">
          <ac:chgData name="Arkar Than Win" userId="3c8250a4-c36e-434c-9640-1ec1d94cea55" providerId="ADAL" clId="{0ACE9946-0938-4C15-91F3-DF5E7C93A5A9}" dt="2024-05-19T03:27:37.197" v="4954" actId="165"/>
          <ac:grpSpMkLst>
            <pc:docMk/>
            <pc:sldMk cId="749363726" sldId="273"/>
            <ac:grpSpMk id="28" creationId="{E466809D-012A-6629-85EE-72D6C228A9C6}"/>
          </ac:grpSpMkLst>
        </pc:grpChg>
        <pc:grpChg chg="del mod topLvl">
          <ac:chgData name="Arkar Than Win" userId="3c8250a4-c36e-434c-9640-1ec1d94cea55" providerId="ADAL" clId="{0ACE9946-0938-4C15-91F3-DF5E7C93A5A9}" dt="2024-05-21T04:37:04.231" v="7121" actId="21"/>
          <ac:grpSpMkLst>
            <pc:docMk/>
            <pc:sldMk cId="749363726" sldId="273"/>
            <ac:grpSpMk id="30" creationId="{4069B0D4-5587-C2EE-3D36-94776EEA9124}"/>
          </ac:grpSpMkLst>
        </pc:grpChg>
        <pc:grpChg chg="mod topLvl">
          <ac:chgData name="Arkar Than Win" userId="3c8250a4-c36e-434c-9640-1ec1d94cea55" providerId="ADAL" clId="{0ACE9946-0938-4C15-91F3-DF5E7C93A5A9}" dt="2024-05-21T01:42:31.407" v="5506" actId="164"/>
          <ac:grpSpMkLst>
            <pc:docMk/>
            <pc:sldMk cId="749363726" sldId="273"/>
            <ac:grpSpMk id="31" creationId="{95602055-FB7E-4CB3-0C1F-7CCD07DC4C2C}"/>
          </ac:grpSpMkLst>
        </pc:grpChg>
        <pc:grpChg chg="add del mod">
          <ac:chgData name="Arkar Than Win" userId="3c8250a4-c36e-434c-9640-1ec1d94cea55" providerId="ADAL" clId="{0ACE9946-0938-4C15-91F3-DF5E7C93A5A9}" dt="2024-05-21T01:42:14.312" v="5500" actId="165"/>
          <ac:grpSpMkLst>
            <pc:docMk/>
            <pc:sldMk cId="749363726" sldId="273"/>
            <ac:grpSpMk id="38" creationId="{0AAC08C7-3C56-B285-BC27-F8CCFD397CE5}"/>
          </ac:grpSpMkLst>
        </pc:grpChg>
        <pc:grpChg chg="add del mod">
          <ac:chgData name="Arkar Than Win" userId="3c8250a4-c36e-434c-9640-1ec1d94cea55" providerId="ADAL" clId="{0ACE9946-0938-4C15-91F3-DF5E7C93A5A9}" dt="2024-05-21T01:42:16.014" v="5501" actId="478"/>
          <ac:grpSpMkLst>
            <pc:docMk/>
            <pc:sldMk cId="749363726" sldId="273"/>
            <ac:grpSpMk id="39" creationId="{03D04459-3796-0082-7607-339900FF66B6}"/>
          </ac:grpSpMkLst>
        </pc:grpChg>
        <pc:grpChg chg="mod">
          <ac:chgData name="Arkar Than Win" userId="3c8250a4-c36e-434c-9640-1ec1d94cea55" providerId="ADAL" clId="{0ACE9946-0938-4C15-91F3-DF5E7C93A5A9}" dt="2024-05-19T03:28:04.506" v="4993"/>
          <ac:grpSpMkLst>
            <pc:docMk/>
            <pc:sldMk cId="749363726" sldId="273"/>
            <ac:grpSpMk id="41" creationId="{8E0B395C-20D6-B9CE-931C-C56C937B242A}"/>
          </ac:grpSpMkLst>
        </pc:grpChg>
        <pc:grpChg chg="mod">
          <ac:chgData name="Arkar Than Win" userId="3c8250a4-c36e-434c-9640-1ec1d94cea55" providerId="ADAL" clId="{0ACE9946-0938-4C15-91F3-DF5E7C93A5A9}" dt="2024-05-19T03:28:04.506" v="4993"/>
          <ac:grpSpMkLst>
            <pc:docMk/>
            <pc:sldMk cId="749363726" sldId="273"/>
            <ac:grpSpMk id="42" creationId="{F8524336-F48D-CF8A-62A8-7E5A5444932D}"/>
          </ac:grpSpMkLst>
        </pc:grpChg>
        <pc:grpChg chg="mod">
          <ac:chgData name="Arkar Than Win" userId="3c8250a4-c36e-434c-9640-1ec1d94cea55" providerId="ADAL" clId="{0ACE9946-0938-4C15-91F3-DF5E7C93A5A9}" dt="2024-05-21T02:24:22.942" v="5656"/>
          <ac:grpSpMkLst>
            <pc:docMk/>
            <pc:sldMk cId="749363726" sldId="273"/>
            <ac:grpSpMk id="49" creationId="{E5850898-627C-0D19-EA4A-535E48799188}"/>
          </ac:grpSpMkLst>
        </pc:grpChg>
        <pc:grpChg chg="mod">
          <ac:chgData name="Arkar Than Win" userId="3c8250a4-c36e-434c-9640-1ec1d94cea55" providerId="ADAL" clId="{0ACE9946-0938-4C15-91F3-DF5E7C93A5A9}" dt="2024-05-21T02:24:22.942" v="5656"/>
          <ac:grpSpMkLst>
            <pc:docMk/>
            <pc:sldMk cId="749363726" sldId="273"/>
            <ac:grpSpMk id="54" creationId="{FBE97110-FE7E-3D89-5362-560302BE742C}"/>
          </ac:grpSpMkLst>
        </pc:grpChg>
        <pc:grpChg chg="mod">
          <ac:chgData name="Arkar Than Win" userId="3c8250a4-c36e-434c-9640-1ec1d94cea55" providerId="ADAL" clId="{0ACE9946-0938-4C15-91F3-DF5E7C93A5A9}" dt="2024-05-21T02:24:22.942" v="5656"/>
          <ac:grpSpMkLst>
            <pc:docMk/>
            <pc:sldMk cId="749363726" sldId="273"/>
            <ac:grpSpMk id="55" creationId="{E5FBA811-5976-79B0-AA3E-54F2E35F4EC4}"/>
          </ac:grpSpMkLst>
        </pc:grpChg>
        <pc:grpChg chg="mod">
          <ac:chgData name="Arkar Than Win" userId="3c8250a4-c36e-434c-9640-1ec1d94cea55" providerId="ADAL" clId="{0ACE9946-0938-4C15-91F3-DF5E7C93A5A9}" dt="2024-05-21T02:24:22.942" v="5656"/>
          <ac:grpSpMkLst>
            <pc:docMk/>
            <pc:sldMk cId="749363726" sldId="273"/>
            <ac:grpSpMk id="58" creationId="{1256E76E-6F21-B2A6-5415-927BD1093F74}"/>
          </ac:grpSpMkLst>
        </pc:grpChg>
        <pc:grpChg chg="add mod ord modVis">
          <ac:chgData name="Arkar Than Win" userId="3c8250a4-c36e-434c-9640-1ec1d94cea55" providerId="ADAL" clId="{0ACE9946-0938-4C15-91F3-DF5E7C93A5A9}" dt="2024-05-21T04:25:49.729" v="6903" actId="14429"/>
          <ac:grpSpMkLst>
            <pc:docMk/>
            <pc:sldMk cId="749363726" sldId="273"/>
            <ac:grpSpMk id="75" creationId="{7A454EF6-1559-FDF8-A2F4-F35BA4CB2E45}"/>
          </ac:grpSpMkLst>
        </pc:grpChg>
        <pc:grpChg chg="mod">
          <ac:chgData name="Arkar Than Win" userId="3c8250a4-c36e-434c-9640-1ec1d94cea55" providerId="ADAL" clId="{0ACE9946-0938-4C15-91F3-DF5E7C93A5A9}" dt="2024-05-21T02:27:28.215" v="5679"/>
          <ac:grpSpMkLst>
            <pc:docMk/>
            <pc:sldMk cId="749363726" sldId="273"/>
            <ac:grpSpMk id="76" creationId="{A5B8303F-9182-D7CA-D862-DD3358574F3B}"/>
          </ac:grpSpMkLst>
        </pc:grpChg>
        <pc:grpChg chg="mod">
          <ac:chgData name="Arkar Than Win" userId="3c8250a4-c36e-434c-9640-1ec1d94cea55" providerId="ADAL" clId="{0ACE9946-0938-4C15-91F3-DF5E7C93A5A9}" dt="2024-05-21T02:27:28.215" v="5679"/>
          <ac:grpSpMkLst>
            <pc:docMk/>
            <pc:sldMk cId="749363726" sldId="273"/>
            <ac:grpSpMk id="77" creationId="{788299A0-CEC7-E780-36D3-0737E085045D}"/>
          </ac:grpSpMkLst>
        </pc:grpChg>
        <pc:grpChg chg="mod">
          <ac:chgData name="Arkar Than Win" userId="3c8250a4-c36e-434c-9640-1ec1d94cea55" providerId="ADAL" clId="{0ACE9946-0938-4C15-91F3-DF5E7C93A5A9}" dt="2024-05-21T02:27:28.215" v="5679"/>
          <ac:grpSpMkLst>
            <pc:docMk/>
            <pc:sldMk cId="749363726" sldId="273"/>
            <ac:grpSpMk id="78" creationId="{D316EC27-4BE9-5C39-67EB-9F380C864FDC}"/>
          </ac:grpSpMkLst>
        </pc:grpChg>
        <pc:grpChg chg="mod">
          <ac:chgData name="Arkar Than Win" userId="3c8250a4-c36e-434c-9640-1ec1d94cea55" providerId="ADAL" clId="{0ACE9946-0938-4C15-91F3-DF5E7C93A5A9}" dt="2024-05-21T02:27:28.215" v="5679"/>
          <ac:grpSpMkLst>
            <pc:docMk/>
            <pc:sldMk cId="749363726" sldId="273"/>
            <ac:grpSpMk id="79" creationId="{DCC4592E-D6E6-38C9-F660-E0BD93DE4183}"/>
          </ac:grpSpMkLst>
        </pc:grpChg>
        <pc:grpChg chg="mod">
          <ac:chgData name="Arkar Than Win" userId="3c8250a4-c36e-434c-9640-1ec1d94cea55" providerId="ADAL" clId="{0ACE9946-0938-4C15-91F3-DF5E7C93A5A9}" dt="2024-05-21T02:27:28.215" v="5679"/>
          <ac:grpSpMkLst>
            <pc:docMk/>
            <pc:sldMk cId="749363726" sldId="273"/>
            <ac:grpSpMk id="80" creationId="{9F18292C-DB33-37BB-777E-58609B70F95F}"/>
          </ac:grpSpMkLst>
        </pc:grpChg>
        <pc:grpChg chg="mod">
          <ac:chgData name="Arkar Than Win" userId="3c8250a4-c36e-434c-9640-1ec1d94cea55" providerId="ADAL" clId="{0ACE9946-0938-4C15-91F3-DF5E7C93A5A9}" dt="2024-05-21T02:27:28.215" v="5679"/>
          <ac:grpSpMkLst>
            <pc:docMk/>
            <pc:sldMk cId="749363726" sldId="273"/>
            <ac:grpSpMk id="81" creationId="{D268F8C2-7EB5-B07E-D5AE-4318550C6BA3}"/>
          </ac:grpSpMkLst>
        </pc:grpChg>
        <pc:grpChg chg="mod">
          <ac:chgData name="Arkar Than Win" userId="3c8250a4-c36e-434c-9640-1ec1d94cea55" providerId="ADAL" clId="{0ACE9946-0938-4C15-91F3-DF5E7C93A5A9}" dt="2024-05-21T02:27:28.215" v="5679"/>
          <ac:grpSpMkLst>
            <pc:docMk/>
            <pc:sldMk cId="749363726" sldId="273"/>
            <ac:grpSpMk id="86" creationId="{8FF16A4D-1C4C-6610-2D2D-BE47560F64D2}"/>
          </ac:grpSpMkLst>
        </pc:grpChg>
        <pc:grpChg chg="mod">
          <ac:chgData name="Arkar Than Win" userId="3c8250a4-c36e-434c-9640-1ec1d94cea55" providerId="ADAL" clId="{0ACE9946-0938-4C15-91F3-DF5E7C93A5A9}" dt="2024-05-21T02:27:28.215" v="5679"/>
          <ac:grpSpMkLst>
            <pc:docMk/>
            <pc:sldMk cId="749363726" sldId="273"/>
            <ac:grpSpMk id="87" creationId="{A6B873EB-C7E5-7DF8-7A6F-A1CADB135054}"/>
          </ac:grpSpMkLst>
        </pc:grpChg>
        <pc:grpChg chg="mod">
          <ac:chgData name="Arkar Than Win" userId="3c8250a4-c36e-434c-9640-1ec1d94cea55" providerId="ADAL" clId="{0ACE9946-0938-4C15-91F3-DF5E7C93A5A9}" dt="2024-05-21T02:27:28.215" v="5679"/>
          <ac:grpSpMkLst>
            <pc:docMk/>
            <pc:sldMk cId="749363726" sldId="273"/>
            <ac:grpSpMk id="92" creationId="{9F4F8D2A-7582-F804-2016-A6383B4B5204}"/>
          </ac:grpSpMkLst>
        </pc:grpChg>
        <pc:grpChg chg="mod">
          <ac:chgData name="Arkar Than Win" userId="3c8250a4-c36e-434c-9640-1ec1d94cea55" providerId="ADAL" clId="{0ACE9946-0938-4C15-91F3-DF5E7C93A5A9}" dt="2024-05-21T02:27:28.215" v="5679"/>
          <ac:grpSpMkLst>
            <pc:docMk/>
            <pc:sldMk cId="749363726" sldId="273"/>
            <ac:grpSpMk id="93" creationId="{57F4E574-FF4E-4FE6-E34F-05BB3E3ACAAC}"/>
          </ac:grpSpMkLst>
        </pc:grpChg>
        <pc:grpChg chg="mod">
          <ac:chgData name="Arkar Than Win" userId="3c8250a4-c36e-434c-9640-1ec1d94cea55" providerId="ADAL" clId="{0ACE9946-0938-4C15-91F3-DF5E7C93A5A9}" dt="2024-05-21T02:27:28.215" v="5679"/>
          <ac:grpSpMkLst>
            <pc:docMk/>
            <pc:sldMk cId="749363726" sldId="273"/>
            <ac:grpSpMk id="98" creationId="{1479D49F-3CCE-8E63-65A2-08C6ED9B16A8}"/>
          </ac:grpSpMkLst>
        </pc:grpChg>
        <pc:grpChg chg="mod">
          <ac:chgData name="Arkar Than Win" userId="3c8250a4-c36e-434c-9640-1ec1d94cea55" providerId="ADAL" clId="{0ACE9946-0938-4C15-91F3-DF5E7C93A5A9}" dt="2024-05-21T02:27:28.215" v="5679"/>
          <ac:grpSpMkLst>
            <pc:docMk/>
            <pc:sldMk cId="749363726" sldId="273"/>
            <ac:grpSpMk id="99" creationId="{4153AAB3-59C6-EE86-959A-5CE1986FB7C2}"/>
          </ac:grpSpMkLst>
        </pc:grpChg>
        <pc:grpChg chg="mod">
          <ac:chgData name="Arkar Than Win" userId="3c8250a4-c36e-434c-9640-1ec1d94cea55" providerId="ADAL" clId="{0ACE9946-0938-4C15-91F3-DF5E7C93A5A9}" dt="2024-05-21T02:27:28.215" v="5679"/>
          <ac:grpSpMkLst>
            <pc:docMk/>
            <pc:sldMk cId="749363726" sldId="273"/>
            <ac:grpSpMk id="102" creationId="{84D88010-9F52-33FA-256A-EB9A0385B6FD}"/>
          </ac:grpSpMkLst>
        </pc:grpChg>
        <pc:grpChg chg="add mod">
          <ac:chgData name="Arkar Than Win" userId="3c8250a4-c36e-434c-9640-1ec1d94cea55" providerId="ADAL" clId="{0ACE9946-0938-4C15-91F3-DF5E7C93A5A9}" dt="2024-05-21T02:36:58.687" v="5773" actId="164"/>
          <ac:grpSpMkLst>
            <pc:docMk/>
            <pc:sldMk cId="749363726" sldId="273"/>
            <ac:grpSpMk id="124" creationId="{5749C0A0-EBAD-E3AF-677F-8B187943A494}"/>
          </ac:grpSpMkLst>
        </pc:grpChg>
        <pc:grpChg chg="add del mod">
          <ac:chgData name="Arkar Than Win" userId="3c8250a4-c36e-434c-9640-1ec1d94cea55" providerId="ADAL" clId="{0ACE9946-0938-4C15-91F3-DF5E7C93A5A9}" dt="2024-05-21T03:18:40.947" v="6072" actId="21"/>
          <ac:grpSpMkLst>
            <pc:docMk/>
            <pc:sldMk cId="749363726" sldId="273"/>
            <ac:grpSpMk id="127" creationId="{18382F35-368C-4C68-DF38-B8881E7BDC08}"/>
          </ac:grpSpMkLst>
        </pc:grpChg>
        <pc:grpChg chg="add del mod">
          <ac:chgData name="Arkar Than Win" userId="3c8250a4-c36e-434c-9640-1ec1d94cea55" providerId="ADAL" clId="{0ACE9946-0938-4C15-91F3-DF5E7C93A5A9}" dt="2024-05-21T03:24:27.378" v="6410" actId="478"/>
          <ac:grpSpMkLst>
            <pc:docMk/>
            <pc:sldMk cId="749363726" sldId="273"/>
            <ac:grpSpMk id="130" creationId="{1274F50F-2C65-B825-DD2D-20B866F51BA9}"/>
          </ac:grpSpMkLst>
        </pc:grpChg>
        <pc:grpChg chg="mod">
          <ac:chgData name="Arkar Than Win" userId="3c8250a4-c36e-434c-9640-1ec1d94cea55" providerId="ADAL" clId="{0ACE9946-0938-4C15-91F3-DF5E7C93A5A9}" dt="2024-05-21T02:50:39.484" v="6018"/>
          <ac:grpSpMkLst>
            <pc:docMk/>
            <pc:sldMk cId="749363726" sldId="273"/>
            <ac:grpSpMk id="131" creationId="{D7835896-2442-83F1-7DB5-79D8085C1906}"/>
          </ac:grpSpMkLst>
        </pc:grpChg>
        <pc:grpChg chg="mod">
          <ac:chgData name="Arkar Than Win" userId="3c8250a4-c36e-434c-9640-1ec1d94cea55" providerId="ADAL" clId="{0ACE9946-0938-4C15-91F3-DF5E7C93A5A9}" dt="2024-05-21T02:50:39.484" v="6018"/>
          <ac:grpSpMkLst>
            <pc:docMk/>
            <pc:sldMk cId="749363726" sldId="273"/>
            <ac:grpSpMk id="132" creationId="{D62E29A4-F454-6076-F66A-19F7306F2E47}"/>
          </ac:grpSpMkLst>
        </pc:grpChg>
        <pc:grpChg chg="mod">
          <ac:chgData name="Arkar Than Win" userId="3c8250a4-c36e-434c-9640-1ec1d94cea55" providerId="ADAL" clId="{0ACE9946-0938-4C15-91F3-DF5E7C93A5A9}" dt="2024-05-21T02:50:39.484" v="6018"/>
          <ac:grpSpMkLst>
            <pc:docMk/>
            <pc:sldMk cId="749363726" sldId="273"/>
            <ac:grpSpMk id="133" creationId="{F2ABD84A-B5A8-63B4-78C6-3673603F58FE}"/>
          </ac:grpSpMkLst>
        </pc:grpChg>
        <pc:grpChg chg="mod">
          <ac:chgData name="Arkar Than Win" userId="3c8250a4-c36e-434c-9640-1ec1d94cea55" providerId="ADAL" clId="{0ACE9946-0938-4C15-91F3-DF5E7C93A5A9}" dt="2024-05-21T02:50:39.484" v="6018"/>
          <ac:grpSpMkLst>
            <pc:docMk/>
            <pc:sldMk cId="749363726" sldId="273"/>
            <ac:grpSpMk id="136" creationId="{1883E446-2F00-3887-458F-C20BA06BB8C6}"/>
          </ac:grpSpMkLst>
        </pc:grpChg>
        <pc:grpChg chg="mod">
          <ac:chgData name="Arkar Than Win" userId="3c8250a4-c36e-434c-9640-1ec1d94cea55" providerId="ADAL" clId="{0ACE9946-0938-4C15-91F3-DF5E7C93A5A9}" dt="2024-05-21T02:50:39.484" v="6018"/>
          <ac:grpSpMkLst>
            <pc:docMk/>
            <pc:sldMk cId="749363726" sldId="273"/>
            <ac:grpSpMk id="144" creationId="{0CCC2CF1-85B2-18D9-FD0D-6617F522FB2A}"/>
          </ac:grpSpMkLst>
        </pc:grpChg>
        <pc:grpChg chg="add del mod">
          <ac:chgData name="Arkar Than Win" userId="3c8250a4-c36e-434c-9640-1ec1d94cea55" providerId="ADAL" clId="{0ACE9946-0938-4C15-91F3-DF5E7C93A5A9}" dt="2024-05-21T03:20:22.940" v="6125" actId="21"/>
          <ac:grpSpMkLst>
            <pc:docMk/>
            <pc:sldMk cId="749363726" sldId="273"/>
            <ac:grpSpMk id="163" creationId="{52EA1FDB-3080-5197-783B-E5CF591CF9A9}"/>
          </ac:grpSpMkLst>
        </pc:grpChg>
        <pc:grpChg chg="add mod ord">
          <ac:chgData name="Arkar Than Win" userId="3c8250a4-c36e-434c-9640-1ec1d94cea55" providerId="ADAL" clId="{0ACE9946-0938-4C15-91F3-DF5E7C93A5A9}" dt="2024-05-21T04:27:24.251" v="6916" actId="1076"/>
          <ac:grpSpMkLst>
            <pc:docMk/>
            <pc:sldMk cId="749363726" sldId="273"/>
            <ac:grpSpMk id="164" creationId="{B074CACB-625C-E8D3-D425-20FF5D6EC6BC}"/>
          </ac:grpSpMkLst>
        </pc:grpChg>
        <pc:grpChg chg="mod">
          <ac:chgData name="Arkar Than Win" userId="3c8250a4-c36e-434c-9640-1ec1d94cea55" providerId="ADAL" clId="{0ACE9946-0938-4C15-91F3-DF5E7C93A5A9}" dt="2024-05-21T03:24:27.951" v="6411"/>
          <ac:grpSpMkLst>
            <pc:docMk/>
            <pc:sldMk cId="749363726" sldId="273"/>
            <ac:grpSpMk id="165" creationId="{C5C5B0F1-D4E8-6D2D-4FD5-F884C57F54E2}"/>
          </ac:grpSpMkLst>
        </pc:grpChg>
        <pc:grpChg chg="mod">
          <ac:chgData name="Arkar Than Win" userId="3c8250a4-c36e-434c-9640-1ec1d94cea55" providerId="ADAL" clId="{0ACE9946-0938-4C15-91F3-DF5E7C93A5A9}" dt="2024-05-21T03:24:27.951" v="6411"/>
          <ac:grpSpMkLst>
            <pc:docMk/>
            <pc:sldMk cId="749363726" sldId="273"/>
            <ac:grpSpMk id="166" creationId="{E2221D64-04D6-2364-C724-4E75C65D9693}"/>
          </ac:grpSpMkLst>
        </pc:grpChg>
        <pc:grpChg chg="mod">
          <ac:chgData name="Arkar Than Win" userId="3c8250a4-c36e-434c-9640-1ec1d94cea55" providerId="ADAL" clId="{0ACE9946-0938-4C15-91F3-DF5E7C93A5A9}" dt="2024-05-21T03:24:27.951" v="6411"/>
          <ac:grpSpMkLst>
            <pc:docMk/>
            <pc:sldMk cId="749363726" sldId="273"/>
            <ac:grpSpMk id="167" creationId="{01B3BFF5-8CE6-5BED-2BE1-BE188A0B2266}"/>
          </ac:grpSpMkLst>
        </pc:grpChg>
        <pc:grpChg chg="mod">
          <ac:chgData name="Arkar Than Win" userId="3c8250a4-c36e-434c-9640-1ec1d94cea55" providerId="ADAL" clId="{0ACE9946-0938-4C15-91F3-DF5E7C93A5A9}" dt="2024-05-21T03:24:27.951" v="6411"/>
          <ac:grpSpMkLst>
            <pc:docMk/>
            <pc:sldMk cId="749363726" sldId="273"/>
            <ac:grpSpMk id="170" creationId="{A9F5D803-3AE7-6E59-9F4D-526753DD90CA}"/>
          </ac:grpSpMkLst>
        </pc:grpChg>
        <pc:grpChg chg="mod">
          <ac:chgData name="Arkar Than Win" userId="3c8250a4-c36e-434c-9640-1ec1d94cea55" providerId="ADAL" clId="{0ACE9946-0938-4C15-91F3-DF5E7C93A5A9}" dt="2024-05-21T03:24:27.951" v="6411"/>
          <ac:grpSpMkLst>
            <pc:docMk/>
            <pc:sldMk cId="749363726" sldId="273"/>
            <ac:grpSpMk id="178" creationId="{EEAD54A7-E4BE-4E27-4499-CA77CDA7C7A5}"/>
          </ac:grpSpMkLst>
        </pc:grpChg>
        <pc:grpChg chg="add mod ord modVis">
          <ac:chgData name="Arkar Than Win" userId="3c8250a4-c36e-434c-9640-1ec1d94cea55" providerId="ADAL" clId="{0ACE9946-0938-4C15-91F3-DF5E7C93A5A9}" dt="2024-05-21T04:25:13.750" v="6897" actId="13244"/>
          <ac:grpSpMkLst>
            <pc:docMk/>
            <pc:sldMk cId="749363726" sldId="273"/>
            <ac:grpSpMk id="190" creationId="{37566585-1D97-FCE8-53F2-ECA6BB6D650E}"/>
          </ac:grpSpMkLst>
        </pc:grpChg>
        <pc:grpChg chg="mod">
          <ac:chgData name="Arkar Than Win" userId="3c8250a4-c36e-434c-9640-1ec1d94cea55" providerId="ADAL" clId="{0ACE9946-0938-4C15-91F3-DF5E7C93A5A9}" dt="2024-05-21T03:24:27.951" v="6411"/>
          <ac:grpSpMkLst>
            <pc:docMk/>
            <pc:sldMk cId="749363726" sldId="273"/>
            <ac:grpSpMk id="193" creationId="{DEF50A1B-87D4-6713-0261-C9F3DCFD4C6C}"/>
          </ac:grpSpMkLst>
        </pc:grpChg>
        <pc:grpChg chg="mod">
          <ac:chgData name="Arkar Than Win" userId="3c8250a4-c36e-434c-9640-1ec1d94cea55" providerId="ADAL" clId="{0ACE9946-0938-4C15-91F3-DF5E7C93A5A9}" dt="2024-05-21T03:24:27.951" v="6411"/>
          <ac:grpSpMkLst>
            <pc:docMk/>
            <pc:sldMk cId="749363726" sldId="273"/>
            <ac:grpSpMk id="194" creationId="{9256EC5C-EEB8-8A5C-5A21-517784554454}"/>
          </ac:grpSpMkLst>
        </pc:grpChg>
        <pc:grpChg chg="mod">
          <ac:chgData name="Arkar Than Win" userId="3c8250a4-c36e-434c-9640-1ec1d94cea55" providerId="ADAL" clId="{0ACE9946-0938-4C15-91F3-DF5E7C93A5A9}" dt="2024-05-21T03:24:27.951" v="6411"/>
          <ac:grpSpMkLst>
            <pc:docMk/>
            <pc:sldMk cId="749363726" sldId="273"/>
            <ac:grpSpMk id="195" creationId="{BC764215-91ED-58CC-E67A-C130B51C3E60}"/>
          </ac:grpSpMkLst>
        </pc:grpChg>
        <pc:grpChg chg="mod">
          <ac:chgData name="Arkar Than Win" userId="3c8250a4-c36e-434c-9640-1ec1d94cea55" providerId="ADAL" clId="{0ACE9946-0938-4C15-91F3-DF5E7C93A5A9}" dt="2024-05-21T03:24:27.951" v="6411"/>
          <ac:grpSpMkLst>
            <pc:docMk/>
            <pc:sldMk cId="749363726" sldId="273"/>
            <ac:grpSpMk id="196" creationId="{36DDE3F9-AFFA-FF2B-E4AD-BAB4B4F2E289}"/>
          </ac:grpSpMkLst>
        </pc:grpChg>
        <pc:grpChg chg="mod">
          <ac:chgData name="Arkar Than Win" userId="3c8250a4-c36e-434c-9640-1ec1d94cea55" providerId="ADAL" clId="{0ACE9946-0938-4C15-91F3-DF5E7C93A5A9}" dt="2024-05-21T03:24:27.951" v="6411"/>
          <ac:grpSpMkLst>
            <pc:docMk/>
            <pc:sldMk cId="749363726" sldId="273"/>
            <ac:grpSpMk id="201" creationId="{5B51412B-A3E8-79B4-B798-E5E026625745}"/>
          </ac:grpSpMkLst>
        </pc:grpChg>
        <pc:grpChg chg="mod">
          <ac:chgData name="Arkar Than Win" userId="3c8250a4-c36e-434c-9640-1ec1d94cea55" providerId="ADAL" clId="{0ACE9946-0938-4C15-91F3-DF5E7C93A5A9}" dt="2024-05-21T03:24:27.951" v="6411"/>
          <ac:grpSpMkLst>
            <pc:docMk/>
            <pc:sldMk cId="749363726" sldId="273"/>
            <ac:grpSpMk id="202" creationId="{1F366BE1-B3F5-B9F6-6B8A-3EC3A45689C4}"/>
          </ac:grpSpMkLst>
        </pc:grpChg>
        <pc:graphicFrameChg chg="add del mod ord modGraphic">
          <ac:chgData name="Arkar Than Win" userId="3c8250a4-c36e-434c-9640-1ec1d94cea55" providerId="ADAL" clId="{0ACE9946-0938-4C15-91F3-DF5E7C93A5A9}" dt="2024-05-19T03:03:43.649" v="4148" actId="3680"/>
          <ac:graphicFrameMkLst>
            <pc:docMk/>
            <pc:sldMk cId="749363726" sldId="273"/>
            <ac:graphicFrameMk id="4" creationId="{4FA4AA98-92B7-E844-76F7-91DB1C8FD637}"/>
          </ac:graphicFrameMkLst>
        </pc:graphicFrameChg>
        <pc:picChg chg="add mod">
          <ac:chgData name="Arkar Than Win" userId="3c8250a4-c36e-434c-9640-1ec1d94cea55" providerId="ADAL" clId="{0ACE9946-0938-4C15-91F3-DF5E7C93A5A9}" dt="2024-05-21T01:42:31.407" v="5506" actId="164"/>
          <ac:picMkLst>
            <pc:docMk/>
            <pc:sldMk cId="749363726" sldId="273"/>
            <ac:picMk id="4" creationId="{E0CE0407-A1F1-0624-6D65-F268DFC4239D}"/>
          </ac:picMkLst>
        </pc:picChg>
        <pc:picChg chg="del">
          <ac:chgData name="Arkar Than Win" userId="3c8250a4-c36e-434c-9640-1ec1d94cea55" providerId="ADAL" clId="{0ACE9946-0938-4C15-91F3-DF5E7C93A5A9}" dt="2024-05-19T01:03:33.598" v="733" actId="21"/>
          <ac:picMkLst>
            <pc:docMk/>
            <pc:sldMk cId="749363726" sldId="273"/>
            <ac:picMk id="6" creationId="{859686EE-B875-A62D-6CE1-9949B304D5FE}"/>
          </ac:picMkLst>
        </pc:picChg>
        <pc:picChg chg="add mod topLvl">
          <ac:chgData name="Arkar Than Win" userId="3c8250a4-c36e-434c-9640-1ec1d94cea55" providerId="ADAL" clId="{0ACE9946-0938-4C15-91F3-DF5E7C93A5A9}" dt="2024-05-19T03:23:54.127" v="4897" actId="164"/>
          <ac:picMkLst>
            <pc:docMk/>
            <pc:sldMk cId="749363726" sldId="273"/>
            <ac:picMk id="7" creationId="{680E378E-2C77-DB12-3AD1-842F0770B27A}"/>
          </ac:picMkLst>
        </pc:picChg>
        <pc:picChg chg="add del mod">
          <ac:chgData name="Arkar Than Win" userId="3c8250a4-c36e-434c-9640-1ec1d94cea55" providerId="ADAL" clId="{0ACE9946-0938-4C15-91F3-DF5E7C93A5A9}" dt="2024-05-21T02:15:52.242" v="5522" actId="21"/>
          <ac:picMkLst>
            <pc:docMk/>
            <pc:sldMk cId="749363726" sldId="273"/>
            <ac:picMk id="8" creationId="{5B406E95-92F5-4289-3C2A-216DCCC6E3EE}"/>
          </ac:picMkLst>
        </pc:picChg>
        <pc:picChg chg="add mod topLvl">
          <ac:chgData name="Arkar Than Win" userId="3c8250a4-c36e-434c-9640-1ec1d94cea55" providerId="ADAL" clId="{0ACE9946-0938-4C15-91F3-DF5E7C93A5A9}" dt="2024-05-19T03:23:54.127" v="4897" actId="164"/>
          <ac:picMkLst>
            <pc:docMk/>
            <pc:sldMk cId="749363726" sldId="273"/>
            <ac:picMk id="9" creationId="{B2C8C640-46ED-0D4E-869B-E1FBCF306A8A}"/>
          </ac:picMkLst>
        </pc:picChg>
        <pc:picChg chg="add del mod">
          <ac:chgData name="Arkar Than Win" userId="3c8250a4-c36e-434c-9640-1ec1d94cea55" providerId="ADAL" clId="{0ACE9946-0938-4C15-91F3-DF5E7C93A5A9}" dt="2024-05-21T02:15:52.242" v="5522" actId="21"/>
          <ac:picMkLst>
            <pc:docMk/>
            <pc:sldMk cId="749363726" sldId="273"/>
            <ac:picMk id="10" creationId="{E252FE75-604E-4589-F745-83BE3BEDBF1D}"/>
          </ac:picMkLst>
        </pc:picChg>
        <pc:picChg chg="add mod topLvl">
          <ac:chgData name="Arkar Than Win" userId="3c8250a4-c36e-434c-9640-1ec1d94cea55" providerId="ADAL" clId="{0ACE9946-0938-4C15-91F3-DF5E7C93A5A9}" dt="2024-05-19T03:23:54.127" v="4897" actId="164"/>
          <ac:picMkLst>
            <pc:docMk/>
            <pc:sldMk cId="749363726" sldId="273"/>
            <ac:picMk id="11" creationId="{2BBD8DE5-E231-F675-BC10-E7A6C22636AD}"/>
          </ac:picMkLst>
        </pc:picChg>
        <pc:picChg chg="add del mod">
          <ac:chgData name="Arkar Than Win" userId="3c8250a4-c36e-434c-9640-1ec1d94cea55" providerId="ADAL" clId="{0ACE9946-0938-4C15-91F3-DF5E7C93A5A9}" dt="2024-05-19T03:21:23.667" v="4868" actId="21"/>
          <ac:picMkLst>
            <pc:docMk/>
            <pc:sldMk cId="749363726" sldId="273"/>
            <ac:picMk id="13" creationId="{7FDF2838-B123-4753-A1E1-B9572AB13E48}"/>
          </ac:picMkLst>
        </pc:picChg>
        <pc:picChg chg="add mod ord">
          <ac:chgData name="Arkar Than Win" userId="3c8250a4-c36e-434c-9640-1ec1d94cea55" providerId="ADAL" clId="{0ACE9946-0938-4C15-91F3-DF5E7C93A5A9}" dt="2024-05-19T03:27:01.358" v="4948" actId="164"/>
          <ac:picMkLst>
            <pc:docMk/>
            <pc:sldMk cId="749363726" sldId="273"/>
            <ac:picMk id="14" creationId="{7FDF2838-B123-4753-A1E1-B9572AB13E48}"/>
          </ac:picMkLst>
        </pc:picChg>
        <pc:picChg chg="mod">
          <ac:chgData name="Arkar Than Win" userId="3c8250a4-c36e-434c-9640-1ec1d94cea55" providerId="ADAL" clId="{0ACE9946-0938-4C15-91F3-DF5E7C93A5A9}" dt="2024-05-19T03:22:18.968" v="4884"/>
          <ac:picMkLst>
            <pc:docMk/>
            <pc:sldMk cId="749363726" sldId="273"/>
            <ac:picMk id="17" creationId="{F966C495-B973-C863-5E3B-81EBFD66B096}"/>
          </ac:picMkLst>
        </pc:picChg>
        <pc:picChg chg="mod">
          <ac:chgData name="Arkar Than Win" userId="3c8250a4-c36e-434c-9640-1ec1d94cea55" providerId="ADAL" clId="{0ACE9946-0938-4C15-91F3-DF5E7C93A5A9}" dt="2024-05-19T03:22:18.968" v="4884"/>
          <ac:picMkLst>
            <pc:docMk/>
            <pc:sldMk cId="749363726" sldId="273"/>
            <ac:picMk id="18" creationId="{258C1EF7-DE18-D619-09ED-7E01FCDC4CDC}"/>
          </ac:picMkLst>
        </pc:picChg>
        <pc:picChg chg="mod">
          <ac:chgData name="Arkar Than Win" userId="3c8250a4-c36e-434c-9640-1ec1d94cea55" providerId="ADAL" clId="{0ACE9946-0938-4C15-91F3-DF5E7C93A5A9}" dt="2024-05-19T03:22:18.968" v="4884"/>
          <ac:picMkLst>
            <pc:docMk/>
            <pc:sldMk cId="749363726" sldId="273"/>
            <ac:picMk id="19" creationId="{C7D1C23C-2217-F21C-568C-ECD2C4BBD453}"/>
          </ac:picMkLst>
        </pc:picChg>
        <pc:picChg chg="mod">
          <ac:chgData name="Arkar Than Win" userId="3c8250a4-c36e-434c-9640-1ec1d94cea55" providerId="ADAL" clId="{0ACE9946-0938-4C15-91F3-DF5E7C93A5A9}" dt="2024-05-21T02:24:22.942" v="5656"/>
          <ac:picMkLst>
            <pc:docMk/>
            <pc:sldMk cId="749363726" sldId="273"/>
            <ac:picMk id="20" creationId="{7EBB8052-A06B-7494-A554-5EE87AE96D24}"/>
          </ac:picMkLst>
        </pc:picChg>
        <pc:picChg chg="add mod">
          <ac:chgData name="Arkar Than Win" userId="3c8250a4-c36e-434c-9640-1ec1d94cea55" providerId="ADAL" clId="{0ACE9946-0938-4C15-91F3-DF5E7C93A5A9}" dt="2024-05-19T03:23:54.127" v="4897" actId="164"/>
          <ac:picMkLst>
            <pc:docMk/>
            <pc:sldMk cId="749363726" sldId="273"/>
            <ac:picMk id="21" creationId="{CF3057E9-2D0B-A4A1-DCB3-AF17842B50E7}"/>
          </ac:picMkLst>
        </pc:picChg>
        <pc:picChg chg="add mod">
          <ac:chgData name="Arkar Than Win" userId="3c8250a4-c36e-434c-9640-1ec1d94cea55" providerId="ADAL" clId="{0ACE9946-0938-4C15-91F3-DF5E7C93A5A9}" dt="2024-05-19T03:25:35.108" v="4937" actId="164"/>
          <ac:picMkLst>
            <pc:docMk/>
            <pc:sldMk cId="749363726" sldId="273"/>
            <ac:picMk id="24" creationId="{68783A3B-7385-7140-5DEC-4A00707B525D}"/>
          </ac:picMkLst>
        </pc:picChg>
        <pc:picChg chg="add mod">
          <ac:chgData name="Arkar Than Win" userId="3c8250a4-c36e-434c-9640-1ec1d94cea55" providerId="ADAL" clId="{0ACE9946-0938-4C15-91F3-DF5E7C93A5A9}" dt="2024-05-19T03:25:35.108" v="4937" actId="164"/>
          <ac:picMkLst>
            <pc:docMk/>
            <pc:sldMk cId="749363726" sldId="273"/>
            <ac:picMk id="25" creationId="{FBF012CB-3EC0-9148-BB25-4CB34C6D165D}"/>
          </ac:picMkLst>
        </pc:picChg>
        <pc:picChg chg="mod">
          <ac:chgData name="Arkar Than Win" userId="3c8250a4-c36e-434c-9640-1ec1d94cea55" providerId="ADAL" clId="{0ACE9946-0938-4C15-91F3-DF5E7C93A5A9}" dt="2024-05-21T02:24:22.942" v="5656"/>
          <ac:picMkLst>
            <pc:docMk/>
            <pc:sldMk cId="749363726" sldId="273"/>
            <ac:picMk id="26" creationId="{0AEAE356-02B1-F601-A6E6-76356631BC22}"/>
          </ac:picMkLst>
        </pc:picChg>
        <pc:picChg chg="add del mod topLvl">
          <ac:chgData name="Arkar Than Win" userId="3c8250a4-c36e-434c-9640-1ec1d94cea55" providerId="ADAL" clId="{0ACE9946-0938-4C15-91F3-DF5E7C93A5A9}" dt="2024-05-21T04:37:04.231" v="7121" actId="21"/>
          <ac:picMkLst>
            <pc:docMk/>
            <pc:sldMk cId="749363726" sldId="273"/>
            <ac:picMk id="29" creationId="{7FDF2838-B123-4753-A1E1-B9572AB13E48}"/>
          </ac:picMkLst>
        </pc:picChg>
        <pc:picChg chg="mod">
          <ac:chgData name="Arkar Than Win" userId="3c8250a4-c36e-434c-9640-1ec1d94cea55" providerId="ADAL" clId="{0ACE9946-0938-4C15-91F3-DF5E7C93A5A9}" dt="2024-05-21T01:42:14.312" v="5500" actId="165"/>
          <ac:picMkLst>
            <pc:docMk/>
            <pc:sldMk cId="749363726" sldId="273"/>
            <ac:picMk id="32" creationId="{68783A3B-7385-7140-5DEC-4A00707B525D}"/>
          </ac:picMkLst>
        </pc:picChg>
        <pc:picChg chg="mod">
          <ac:chgData name="Arkar Than Win" userId="3c8250a4-c36e-434c-9640-1ec1d94cea55" providerId="ADAL" clId="{0ACE9946-0938-4C15-91F3-DF5E7C93A5A9}" dt="2024-05-21T01:42:14.312" v="5500" actId="165"/>
          <ac:picMkLst>
            <pc:docMk/>
            <pc:sldMk cId="749363726" sldId="273"/>
            <ac:picMk id="33" creationId="{FBF012CB-3EC0-9148-BB25-4CB34C6D165D}"/>
          </ac:picMkLst>
        </pc:picChg>
        <pc:picChg chg="mod">
          <ac:chgData name="Arkar Than Win" userId="3c8250a4-c36e-434c-9640-1ec1d94cea55" providerId="ADAL" clId="{0ACE9946-0938-4C15-91F3-DF5E7C93A5A9}" dt="2024-05-21T02:28:43.455" v="5684" actId="165"/>
          <ac:picMkLst>
            <pc:docMk/>
            <pc:sldMk cId="749363726" sldId="273"/>
            <ac:picMk id="34" creationId="{680E378E-2C77-DB12-3AD1-842F0770B27A}"/>
          </ac:picMkLst>
        </pc:picChg>
        <pc:picChg chg="mod">
          <ac:chgData name="Arkar Than Win" userId="3c8250a4-c36e-434c-9640-1ec1d94cea55" providerId="ADAL" clId="{0ACE9946-0938-4C15-91F3-DF5E7C93A5A9}" dt="2024-05-21T02:28:43.455" v="5684" actId="165"/>
          <ac:picMkLst>
            <pc:docMk/>
            <pc:sldMk cId="749363726" sldId="273"/>
            <ac:picMk id="35" creationId="{B2C8C640-46ED-0D4E-869B-E1FBCF306A8A}"/>
          </ac:picMkLst>
        </pc:picChg>
        <pc:picChg chg="mod">
          <ac:chgData name="Arkar Than Win" userId="3c8250a4-c36e-434c-9640-1ec1d94cea55" providerId="ADAL" clId="{0ACE9946-0938-4C15-91F3-DF5E7C93A5A9}" dt="2024-05-21T02:28:43.455" v="5684" actId="165"/>
          <ac:picMkLst>
            <pc:docMk/>
            <pc:sldMk cId="749363726" sldId="273"/>
            <ac:picMk id="36" creationId="{2BBD8DE5-E231-F675-BC10-E7A6C22636AD}"/>
          </ac:picMkLst>
        </pc:picChg>
        <pc:picChg chg="mod">
          <ac:chgData name="Arkar Than Win" userId="3c8250a4-c36e-434c-9640-1ec1d94cea55" providerId="ADAL" clId="{0ACE9946-0938-4C15-91F3-DF5E7C93A5A9}" dt="2024-05-21T02:28:43.455" v="5684" actId="165"/>
          <ac:picMkLst>
            <pc:docMk/>
            <pc:sldMk cId="749363726" sldId="273"/>
            <ac:picMk id="37" creationId="{CF3057E9-2D0B-A4A1-DCB3-AF17842B50E7}"/>
          </ac:picMkLst>
        </pc:picChg>
        <pc:picChg chg="mod">
          <ac:chgData name="Arkar Than Win" userId="3c8250a4-c36e-434c-9640-1ec1d94cea55" providerId="ADAL" clId="{0ACE9946-0938-4C15-91F3-DF5E7C93A5A9}" dt="2024-05-19T03:28:04.506" v="4993"/>
          <ac:picMkLst>
            <pc:docMk/>
            <pc:sldMk cId="749363726" sldId="273"/>
            <ac:picMk id="40" creationId="{348C93FD-C997-48D6-7DD4-675C3237C78B}"/>
          </ac:picMkLst>
        </pc:picChg>
        <pc:picChg chg="mod">
          <ac:chgData name="Arkar Than Win" userId="3c8250a4-c36e-434c-9640-1ec1d94cea55" providerId="ADAL" clId="{0ACE9946-0938-4C15-91F3-DF5E7C93A5A9}" dt="2024-05-19T03:28:04.506" v="4993"/>
          <ac:picMkLst>
            <pc:docMk/>
            <pc:sldMk cId="749363726" sldId="273"/>
            <ac:picMk id="43" creationId="{D0432CF9-5177-46EB-DF36-1073AD3F73C3}"/>
          </ac:picMkLst>
        </pc:picChg>
        <pc:picChg chg="mod">
          <ac:chgData name="Arkar Than Win" userId="3c8250a4-c36e-434c-9640-1ec1d94cea55" providerId="ADAL" clId="{0ACE9946-0938-4C15-91F3-DF5E7C93A5A9}" dt="2024-05-19T03:28:04.506" v="4993"/>
          <ac:picMkLst>
            <pc:docMk/>
            <pc:sldMk cId="749363726" sldId="273"/>
            <ac:picMk id="44" creationId="{078B241F-AAA8-BF41-ABB5-5492DDE95063}"/>
          </ac:picMkLst>
        </pc:picChg>
        <pc:picChg chg="mod">
          <ac:chgData name="Arkar Than Win" userId="3c8250a4-c36e-434c-9640-1ec1d94cea55" providerId="ADAL" clId="{0ACE9946-0938-4C15-91F3-DF5E7C93A5A9}" dt="2024-05-19T03:28:04.506" v="4993"/>
          <ac:picMkLst>
            <pc:docMk/>
            <pc:sldMk cId="749363726" sldId="273"/>
            <ac:picMk id="45" creationId="{2DF0FFBB-2732-2944-B1C2-D77CBB4EF847}"/>
          </ac:picMkLst>
        </pc:picChg>
        <pc:picChg chg="mod">
          <ac:chgData name="Arkar Than Win" userId="3c8250a4-c36e-434c-9640-1ec1d94cea55" providerId="ADAL" clId="{0ACE9946-0938-4C15-91F3-DF5E7C93A5A9}" dt="2024-05-19T03:28:04.506" v="4993"/>
          <ac:picMkLst>
            <pc:docMk/>
            <pc:sldMk cId="749363726" sldId="273"/>
            <ac:picMk id="46" creationId="{66C9D4DA-46A7-06C9-89BC-E6FA8DAEA818}"/>
          </ac:picMkLst>
        </pc:picChg>
        <pc:picChg chg="mod">
          <ac:chgData name="Arkar Than Win" userId="3c8250a4-c36e-434c-9640-1ec1d94cea55" providerId="ADAL" clId="{0ACE9946-0938-4C15-91F3-DF5E7C93A5A9}" dt="2024-05-19T03:28:04.506" v="4993"/>
          <ac:picMkLst>
            <pc:docMk/>
            <pc:sldMk cId="749363726" sldId="273"/>
            <ac:picMk id="47" creationId="{283E02E5-E3A1-C626-7901-42DB82806391}"/>
          </ac:picMkLst>
        </pc:picChg>
        <pc:picChg chg="mod">
          <ac:chgData name="Arkar Than Win" userId="3c8250a4-c36e-434c-9640-1ec1d94cea55" providerId="ADAL" clId="{0ACE9946-0938-4C15-91F3-DF5E7C93A5A9}" dt="2024-05-19T03:28:04.506" v="4993"/>
          <ac:picMkLst>
            <pc:docMk/>
            <pc:sldMk cId="749363726" sldId="273"/>
            <ac:picMk id="48" creationId="{8B1092ED-3305-7337-6EF2-BC021FDCC2FB}"/>
          </ac:picMkLst>
        </pc:picChg>
        <pc:picChg chg="mod">
          <ac:chgData name="Arkar Than Win" userId="3c8250a4-c36e-434c-9640-1ec1d94cea55" providerId="ADAL" clId="{0ACE9946-0938-4C15-91F3-DF5E7C93A5A9}" dt="2024-05-21T02:24:22.942" v="5656"/>
          <ac:picMkLst>
            <pc:docMk/>
            <pc:sldMk cId="749363726" sldId="273"/>
            <ac:picMk id="52" creationId="{5F42E6E4-3879-D728-E706-0547A5CC901B}"/>
          </ac:picMkLst>
        </pc:picChg>
        <pc:picChg chg="mod">
          <ac:chgData name="Arkar Than Win" userId="3c8250a4-c36e-434c-9640-1ec1d94cea55" providerId="ADAL" clId="{0ACE9946-0938-4C15-91F3-DF5E7C93A5A9}" dt="2024-05-21T02:24:22.942" v="5656"/>
          <ac:picMkLst>
            <pc:docMk/>
            <pc:sldMk cId="749363726" sldId="273"/>
            <ac:picMk id="60" creationId="{A7BB7D65-6AD8-316D-9DAE-00E2A462879D}"/>
          </ac:picMkLst>
        </pc:picChg>
        <pc:picChg chg="add del mod">
          <ac:chgData name="Arkar Than Win" userId="3c8250a4-c36e-434c-9640-1ec1d94cea55" providerId="ADAL" clId="{0ACE9946-0938-4C15-91F3-DF5E7C93A5A9}" dt="2024-05-21T02:24:42.895" v="5661" actId="478"/>
          <ac:picMkLst>
            <pc:docMk/>
            <pc:sldMk cId="749363726" sldId="273"/>
            <ac:picMk id="72" creationId="{60A9B2D6-D6E7-57C2-CE4F-00956AE3F92F}"/>
          </ac:picMkLst>
        </pc:picChg>
        <pc:picChg chg="add del mod">
          <ac:chgData name="Arkar Than Win" userId="3c8250a4-c36e-434c-9640-1ec1d94cea55" providerId="ADAL" clId="{0ACE9946-0938-4C15-91F3-DF5E7C93A5A9}" dt="2024-05-21T04:20:49.934" v="6814" actId="21"/>
          <ac:picMkLst>
            <pc:docMk/>
            <pc:sldMk cId="749363726" sldId="273"/>
            <ac:picMk id="74" creationId="{239B092A-0AA6-5041-6BCC-BD80B03D6074}"/>
          </ac:picMkLst>
        </pc:picChg>
        <pc:picChg chg="mod">
          <ac:chgData name="Arkar Than Win" userId="3c8250a4-c36e-434c-9640-1ec1d94cea55" providerId="ADAL" clId="{0ACE9946-0938-4C15-91F3-DF5E7C93A5A9}" dt="2024-05-21T02:27:28.215" v="5679"/>
          <ac:picMkLst>
            <pc:docMk/>
            <pc:sldMk cId="749363726" sldId="273"/>
            <ac:picMk id="84" creationId="{7B250EEB-F194-456A-1063-7CF090E92755}"/>
          </ac:picMkLst>
        </pc:picChg>
        <pc:picChg chg="mod">
          <ac:chgData name="Arkar Than Win" userId="3c8250a4-c36e-434c-9640-1ec1d94cea55" providerId="ADAL" clId="{0ACE9946-0938-4C15-91F3-DF5E7C93A5A9}" dt="2024-05-21T02:27:28.215" v="5679"/>
          <ac:picMkLst>
            <pc:docMk/>
            <pc:sldMk cId="749363726" sldId="273"/>
            <ac:picMk id="90" creationId="{D40268B8-B2F9-A401-EF92-224296E07FC8}"/>
          </ac:picMkLst>
        </pc:picChg>
        <pc:picChg chg="mod">
          <ac:chgData name="Arkar Than Win" userId="3c8250a4-c36e-434c-9640-1ec1d94cea55" providerId="ADAL" clId="{0ACE9946-0938-4C15-91F3-DF5E7C93A5A9}" dt="2024-05-21T02:27:28.215" v="5679"/>
          <ac:picMkLst>
            <pc:docMk/>
            <pc:sldMk cId="749363726" sldId="273"/>
            <ac:picMk id="96" creationId="{A81CDFE6-3EAD-4181-4234-43223FD04DE5}"/>
          </ac:picMkLst>
        </pc:picChg>
        <pc:picChg chg="mod">
          <ac:chgData name="Arkar Than Win" userId="3c8250a4-c36e-434c-9640-1ec1d94cea55" providerId="ADAL" clId="{0ACE9946-0938-4C15-91F3-DF5E7C93A5A9}" dt="2024-05-21T02:27:28.215" v="5679"/>
          <ac:picMkLst>
            <pc:docMk/>
            <pc:sldMk cId="749363726" sldId="273"/>
            <ac:picMk id="104" creationId="{FD5429D8-C42C-271A-AA62-D22B9C46248F}"/>
          </ac:picMkLst>
        </pc:picChg>
        <pc:picChg chg="add del mod">
          <ac:chgData name="Arkar Than Win" userId="3c8250a4-c36e-434c-9640-1ec1d94cea55" providerId="ADAL" clId="{0ACE9946-0938-4C15-91F3-DF5E7C93A5A9}" dt="2024-05-21T02:34:26.464" v="5729" actId="478"/>
          <ac:picMkLst>
            <pc:docMk/>
            <pc:sldMk cId="749363726" sldId="273"/>
            <ac:picMk id="116" creationId="{8AF21B4D-A03D-F7F3-4F9C-38AF86D43281}"/>
          </ac:picMkLst>
        </pc:picChg>
        <pc:picChg chg="add del mod">
          <ac:chgData name="Arkar Than Win" userId="3c8250a4-c36e-434c-9640-1ec1d94cea55" providerId="ADAL" clId="{0ACE9946-0938-4C15-91F3-DF5E7C93A5A9}" dt="2024-05-21T02:34:25.743" v="5728" actId="478"/>
          <ac:picMkLst>
            <pc:docMk/>
            <pc:sldMk cId="749363726" sldId="273"/>
            <ac:picMk id="118" creationId="{91CD83CB-1552-9483-9B0C-4174F5E666B8}"/>
          </ac:picMkLst>
        </pc:picChg>
        <pc:picChg chg="add mod">
          <ac:chgData name="Arkar Than Win" userId="3c8250a4-c36e-434c-9640-1ec1d94cea55" providerId="ADAL" clId="{0ACE9946-0938-4C15-91F3-DF5E7C93A5A9}" dt="2024-05-21T02:35:37.934" v="5748" actId="1076"/>
          <ac:picMkLst>
            <pc:docMk/>
            <pc:sldMk cId="749363726" sldId="273"/>
            <ac:picMk id="120" creationId="{8783A191-5375-6792-D13E-65875E218895}"/>
          </ac:picMkLst>
        </pc:picChg>
        <pc:picChg chg="add mod modCrop">
          <ac:chgData name="Arkar Than Win" userId="3c8250a4-c36e-434c-9640-1ec1d94cea55" providerId="ADAL" clId="{0ACE9946-0938-4C15-91F3-DF5E7C93A5A9}" dt="2024-05-21T03:18:14.912" v="6070" actId="732"/>
          <ac:picMkLst>
            <pc:docMk/>
            <pc:sldMk cId="749363726" sldId="273"/>
            <ac:picMk id="121" creationId="{F8D16185-69F7-3423-5424-06AF5BC4D942}"/>
          </ac:picMkLst>
        </pc:picChg>
        <pc:picChg chg="add mod">
          <ac:chgData name="Arkar Than Win" userId="3c8250a4-c36e-434c-9640-1ec1d94cea55" providerId="ADAL" clId="{0ACE9946-0938-4C15-91F3-DF5E7C93A5A9}" dt="2024-05-21T02:35:52.032" v="5757" actId="1036"/>
          <ac:picMkLst>
            <pc:docMk/>
            <pc:sldMk cId="749363726" sldId="273"/>
            <ac:picMk id="123" creationId="{ABDD8F2E-E266-CD5D-F2E5-7EFC24E4A9F2}"/>
          </ac:picMkLst>
        </pc:picChg>
        <pc:picChg chg="mod">
          <ac:chgData name="Arkar Than Win" userId="3c8250a4-c36e-434c-9640-1ec1d94cea55" providerId="ADAL" clId="{0ACE9946-0938-4C15-91F3-DF5E7C93A5A9}" dt="2024-05-21T02:50:39.484" v="6018"/>
          <ac:picMkLst>
            <pc:docMk/>
            <pc:sldMk cId="749363726" sldId="273"/>
            <ac:picMk id="134" creationId="{D341C16A-FD53-053B-87F2-4CC740B463C6}"/>
          </ac:picMkLst>
        </pc:picChg>
        <pc:picChg chg="mod">
          <ac:chgData name="Arkar Than Win" userId="3c8250a4-c36e-434c-9640-1ec1d94cea55" providerId="ADAL" clId="{0ACE9946-0938-4C15-91F3-DF5E7C93A5A9}" dt="2024-05-21T02:50:39.484" v="6018"/>
          <ac:picMkLst>
            <pc:docMk/>
            <pc:sldMk cId="749363726" sldId="273"/>
            <ac:picMk id="135" creationId="{7A586903-E945-67A2-5363-A921A142F855}"/>
          </ac:picMkLst>
        </pc:picChg>
        <pc:picChg chg="mod">
          <ac:chgData name="Arkar Than Win" userId="3c8250a4-c36e-434c-9640-1ec1d94cea55" providerId="ADAL" clId="{0ACE9946-0938-4C15-91F3-DF5E7C93A5A9}" dt="2024-05-21T02:50:39.484" v="6018"/>
          <ac:picMkLst>
            <pc:docMk/>
            <pc:sldMk cId="749363726" sldId="273"/>
            <ac:picMk id="137" creationId="{55646004-E17B-337E-FBB6-6998CA166FA0}"/>
          </ac:picMkLst>
        </pc:picChg>
        <pc:picChg chg="mod">
          <ac:chgData name="Arkar Than Win" userId="3c8250a4-c36e-434c-9640-1ec1d94cea55" providerId="ADAL" clId="{0ACE9946-0938-4C15-91F3-DF5E7C93A5A9}" dt="2024-05-21T02:50:39.484" v="6018"/>
          <ac:picMkLst>
            <pc:docMk/>
            <pc:sldMk cId="749363726" sldId="273"/>
            <ac:picMk id="138" creationId="{5FEB16B0-EAEA-336F-7305-B71078EE6A45}"/>
          </ac:picMkLst>
        </pc:picChg>
        <pc:picChg chg="mod">
          <ac:chgData name="Arkar Than Win" userId="3c8250a4-c36e-434c-9640-1ec1d94cea55" providerId="ADAL" clId="{0ACE9946-0938-4C15-91F3-DF5E7C93A5A9}" dt="2024-05-21T02:50:39.484" v="6018"/>
          <ac:picMkLst>
            <pc:docMk/>
            <pc:sldMk cId="749363726" sldId="273"/>
            <ac:picMk id="145" creationId="{1F9BE400-603E-1F8D-8AE9-1FFDACFD801A}"/>
          </ac:picMkLst>
        </pc:picChg>
        <pc:picChg chg="mod">
          <ac:chgData name="Arkar Than Win" userId="3c8250a4-c36e-434c-9640-1ec1d94cea55" providerId="ADAL" clId="{0ACE9946-0938-4C15-91F3-DF5E7C93A5A9}" dt="2024-05-21T02:50:39.484" v="6018"/>
          <ac:picMkLst>
            <pc:docMk/>
            <pc:sldMk cId="749363726" sldId="273"/>
            <ac:picMk id="146" creationId="{29C121F7-7B50-93FC-1285-AB24F0E9EE34}"/>
          </ac:picMkLst>
        </pc:picChg>
        <pc:picChg chg="mod">
          <ac:chgData name="Arkar Than Win" userId="3c8250a4-c36e-434c-9640-1ec1d94cea55" providerId="ADAL" clId="{0ACE9946-0938-4C15-91F3-DF5E7C93A5A9}" dt="2024-05-21T02:50:39.484" v="6018"/>
          <ac:picMkLst>
            <pc:docMk/>
            <pc:sldMk cId="749363726" sldId="273"/>
            <ac:picMk id="147" creationId="{BBAF8C65-3685-4CF5-CE3E-EF381E8EBF04}"/>
          </ac:picMkLst>
        </pc:picChg>
        <pc:picChg chg="mod">
          <ac:chgData name="Arkar Than Win" userId="3c8250a4-c36e-434c-9640-1ec1d94cea55" providerId="ADAL" clId="{0ACE9946-0938-4C15-91F3-DF5E7C93A5A9}" dt="2024-05-21T02:50:39.484" v="6018"/>
          <ac:picMkLst>
            <pc:docMk/>
            <pc:sldMk cId="749363726" sldId="273"/>
            <ac:picMk id="148" creationId="{ADF51639-2DD4-F8C7-E405-D4ECEE8407F4}"/>
          </ac:picMkLst>
        </pc:picChg>
        <pc:picChg chg="mod">
          <ac:chgData name="Arkar Than Win" userId="3c8250a4-c36e-434c-9640-1ec1d94cea55" providerId="ADAL" clId="{0ACE9946-0938-4C15-91F3-DF5E7C93A5A9}" dt="2024-05-21T02:50:39.484" v="6018"/>
          <ac:picMkLst>
            <pc:docMk/>
            <pc:sldMk cId="749363726" sldId="273"/>
            <ac:picMk id="149" creationId="{2F3D1FF6-14EA-A413-BBB8-C53D3C8769B0}"/>
          </ac:picMkLst>
        </pc:picChg>
        <pc:picChg chg="mod">
          <ac:chgData name="Arkar Than Win" userId="3c8250a4-c36e-434c-9640-1ec1d94cea55" providerId="ADAL" clId="{0ACE9946-0938-4C15-91F3-DF5E7C93A5A9}" dt="2024-05-21T02:50:39.484" v="6018"/>
          <ac:picMkLst>
            <pc:docMk/>
            <pc:sldMk cId="749363726" sldId="273"/>
            <ac:picMk id="150" creationId="{094A95EF-5B42-3BF7-A739-2C190BF15465}"/>
          </ac:picMkLst>
        </pc:picChg>
        <pc:picChg chg="add mod ord modCrop">
          <ac:chgData name="Arkar Than Win" userId="3c8250a4-c36e-434c-9640-1ec1d94cea55" providerId="ADAL" clId="{0ACE9946-0938-4C15-91F3-DF5E7C93A5A9}" dt="2024-05-21T04:26:50.542" v="6909" actId="13244"/>
          <ac:picMkLst>
            <pc:docMk/>
            <pc:sldMk cId="749363726" sldId="273"/>
            <ac:picMk id="157" creationId="{F09F55EB-5387-415D-4E5B-33B4740AE11E}"/>
          </ac:picMkLst>
        </pc:picChg>
        <pc:picChg chg="add mod">
          <ac:chgData name="Arkar Than Win" userId="3c8250a4-c36e-434c-9640-1ec1d94cea55" providerId="ADAL" clId="{0ACE9946-0938-4C15-91F3-DF5E7C93A5A9}" dt="2024-05-21T03:20:21.878" v="6124" actId="164"/>
          <ac:picMkLst>
            <pc:docMk/>
            <pc:sldMk cId="749363726" sldId="273"/>
            <ac:picMk id="158" creationId="{E7C6E3EC-B434-0E56-E3D6-66CF66E53613}"/>
          </ac:picMkLst>
        </pc:picChg>
        <pc:picChg chg="add mod">
          <ac:chgData name="Arkar Than Win" userId="3c8250a4-c36e-434c-9640-1ec1d94cea55" providerId="ADAL" clId="{0ACE9946-0938-4C15-91F3-DF5E7C93A5A9}" dt="2024-05-21T03:20:21.878" v="6124" actId="164"/>
          <ac:picMkLst>
            <pc:docMk/>
            <pc:sldMk cId="749363726" sldId="273"/>
            <ac:picMk id="159" creationId="{C9F560E3-4031-A1DB-EFDC-D6E05DEC0299}"/>
          </ac:picMkLst>
        </pc:picChg>
        <pc:picChg chg="add del mod">
          <ac:chgData name="Arkar Than Win" userId="3c8250a4-c36e-434c-9640-1ec1d94cea55" providerId="ADAL" clId="{0ACE9946-0938-4C15-91F3-DF5E7C93A5A9}" dt="2024-05-21T03:20:22.940" v="6125" actId="21"/>
          <ac:picMkLst>
            <pc:docMk/>
            <pc:sldMk cId="749363726" sldId="273"/>
            <ac:picMk id="160" creationId="{8176FD4B-BC69-B6B8-C94B-E87698CA9180}"/>
          </ac:picMkLst>
        </pc:picChg>
        <pc:picChg chg="add del mod">
          <ac:chgData name="Arkar Than Win" userId="3c8250a4-c36e-434c-9640-1ec1d94cea55" providerId="ADAL" clId="{0ACE9946-0938-4C15-91F3-DF5E7C93A5A9}" dt="2024-05-21T03:18:40.947" v="6072" actId="21"/>
          <ac:picMkLst>
            <pc:docMk/>
            <pc:sldMk cId="749363726" sldId="273"/>
            <ac:picMk id="162" creationId="{E4A9CEFC-66F3-DB04-16D5-824D4F36DD6B}"/>
          </ac:picMkLst>
        </pc:picChg>
        <pc:picChg chg="mod">
          <ac:chgData name="Arkar Than Win" userId="3c8250a4-c36e-434c-9640-1ec1d94cea55" providerId="ADAL" clId="{0ACE9946-0938-4C15-91F3-DF5E7C93A5A9}" dt="2024-05-21T03:24:27.951" v="6411"/>
          <ac:picMkLst>
            <pc:docMk/>
            <pc:sldMk cId="749363726" sldId="273"/>
            <ac:picMk id="168" creationId="{BD4155F9-361D-6F72-A0EB-AD5A5FEBA08E}"/>
          </ac:picMkLst>
        </pc:picChg>
        <pc:picChg chg="mod">
          <ac:chgData name="Arkar Than Win" userId="3c8250a4-c36e-434c-9640-1ec1d94cea55" providerId="ADAL" clId="{0ACE9946-0938-4C15-91F3-DF5E7C93A5A9}" dt="2024-05-21T03:24:27.951" v="6411"/>
          <ac:picMkLst>
            <pc:docMk/>
            <pc:sldMk cId="749363726" sldId="273"/>
            <ac:picMk id="169" creationId="{760F4792-DE26-FA1F-48D2-65A65216F5C6}"/>
          </ac:picMkLst>
        </pc:picChg>
        <pc:picChg chg="mod">
          <ac:chgData name="Arkar Than Win" userId="3c8250a4-c36e-434c-9640-1ec1d94cea55" providerId="ADAL" clId="{0ACE9946-0938-4C15-91F3-DF5E7C93A5A9}" dt="2024-05-21T03:24:27.951" v="6411"/>
          <ac:picMkLst>
            <pc:docMk/>
            <pc:sldMk cId="749363726" sldId="273"/>
            <ac:picMk id="171" creationId="{77200D29-A019-3A2D-FE0F-918796C89500}"/>
          </ac:picMkLst>
        </pc:picChg>
        <pc:picChg chg="mod">
          <ac:chgData name="Arkar Than Win" userId="3c8250a4-c36e-434c-9640-1ec1d94cea55" providerId="ADAL" clId="{0ACE9946-0938-4C15-91F3-DF5E7C93A5A9}" dt="2024-05-21T03:24:27.951" v="6411"/>
          <ac:picMkLst>
            <pc:docMk/>
            <pc:sldMk cId="749363726" sldId="273"/>
            <ac:picMk id="172" creationId="{F6A3CCF2-92A0-7F84-072E-4BA14B5E69FF}"/>
          </ac:picMkLst>
        </pc:picChg>
        <pc:picChg chg="mod">
          <ac:chgData name="Arkar Than Win" userId="3c8250a4-c36e-434c-9640-1ec1d94cea55" providerId="ADAL" clId="{0ACE9946-0938-4C15-91F3-DF5E7C93A5A9}" dt="2024-05-21T03:24:27.951" v="6411"/>
          <ac:picMkLst>
            <pc:docMk/>
            <pc:sldMk cId="749363726" sldId="273"/>
            <ac:picMk id="179" creationId="{523E8902-C2A8-F314-373F-64B60BC77D68}"/>
          </ac:picMkLst>
        </pc:picChg>
        <pc:picChg chg="mod">
          <ac:chgData name="Arkar Than Win" userId="3c8250a4-c36e-434c-9640-1ec1d94cea55" providerId="ADAL" clId="{0ACE9946-0938-4C15-91F3-DF5E7C93A5A9}" dt="2024-05-21T03:24:27.951" v="6411"/>
          <ac:picMkLst>
            <pc:docMk/>
            <pc:sldMk cId="749363726" sldId="273"/>
            <ac:picMk id="180" creationId="{8987003A-1E45-1040-F229-2221DD3073DB}"/>
          </ac:picMkLst>
        </pc:picChg>
        <pc:picChg chg="mod">
          <ac:chgData name="Arkar Than Win" userId="3c8250a4-c36e-434c-9640-1ec1d94cea55" providerId="ADAL" clId="{0ACE9946-0938-4C15-91F3-DF5E7C93A5A9}" dt="2024-05-21T03:24:27.951" v="6411"/>
          <ac:picMkLst>
            <pc:docMk/>
            <pc:sldMk cId="749363726" sldId="273"/>
            <ac:picMk id="181" creationId="{C0B4A3A1-21B5-C886-ADB0-AED89A00A6CB}"/>
          </ac:picMkLst>
        </pc:picChg>
        <pc:picChg chg="mod">
          <ac:chgData name="Arkar Than Win" userId="3c8250a4-c36e-434c-9640-1ec1d94cea55" providerId="ADAL" clId="{0ACE9946-0938-4C15-91F3-DF5E7C93A5A9}" dt="2024-05-21T03:24:27.951" v="6411"/>
          <ac:picMkLst>
            <pc:docMk/>
            <pc:sldMk cId="749363726" sldId="273"/>
            <ac:picMk id="182" creationId="{D9077154-B505-A5EC-91B1-93FBF5FC369E}"/>
          </ac:picMkLst>
        </pc:picChg>
        <pc:picChg chg="mod">
          <ac:chgData name="Arkar Than Win" userId="3c8250a4-c36e-434c-9640-1ec1d94cea55" providerId="ADAL" clId="{0ACE9946-0938-4C15-91F3-DF5E7C93A5A9}" dt="2024-05-21T03:24:27.951" v="6411"/>
          <ac:picMkLst>
            <pc:docMk/>
            <pc:sldMk cId="749363726" sldId="273"/>
            <ac:picMk id="183" creationId="{EA926319-FB64-8B11-5D91-FB8B2A6805F7}"/>
          </ac:picMkLst>
        </pc:picChg>
        <pc:picChg chg="mod">
          <ac:chgData name="Arkar Than Win" userId="3c8250a4-c36e-434c-9640-1ec1d94cea55" providerId="ADAL" clId="{0ACE9946-0938-4C15-91F3-DF5E7C93A5A9}" dt="2024-05-21T03:24:27.951" v="6411"/>
          <ac:picMkLst>
            <pc:docMk/>
            <pc:sldMk cId="749363726" sldId="273"/>
            <ac:picMk id="184" creationId="{B2869C84-7720-372C-17AF-F47F9B30122A}"/>
          </ac:picMkLst>
        </pc:picChg>
        <pc:picChg chg="mod">
          <ac:chgData name="Arkar Than Win" userId="3c8250a4-c36e-434c-9640-1ec1d94cea55" providerId="ADAL" clId="{0ACE9946-0938-4C15-91F3-DF5E7C93A5A9}" dt="2024-05-21T03:24:27.951" v="6411"/>
          <ac:picMkLst>
            <pc:docMk/>
            <pc:sldMk cId="749363726" sldId="273"/>
            <ac:picMk id="197" creationId="{96B8CC56-0DB3-397C-EEBF-3090D144EF70}"/>
          </ac:picMkLst>
        </pc:picChg>
        <pc:picChg chg="mod">
          <ac:chgData name="Arkar Than Win" userId="3c8250a4-c36e-434c-9640-1ec1d94cea55" providerId="ADAL" clId="{0ACE9946-0938-4C15-91F3-DF5E7C93A5A9}" dt="2024-05-21T03:24:27.951" v="6411"/>
          <ac:picMkLst>
            <pc:docMk/>
            <pc:sldMk cId="749363726" sldId="273"/>
            <ac:picMk id="198" creationId="{A5B53305-A35E-233B-2E33-2E4D53CB9F80}"/>
          </ac:picMkLst>
        </pc:picChg>
        <pc:picChg chg="mod">
          <ac:chgData name="Arkar Than Win" userId="3c8250a4-c36e-434c-9640-1ec1d94cea55" providerId="ADAL" clId="{0ACE9946-0938-4C15-91F3-DF5E7C93A5A9}" dt="2024-05-21T03:24:27.951" v="6411"/>
          <ac:picMkLst>
            <pc:docMk/>
            <pc:sldMk cId="749363726" sldId="273"/>
            <ac:picMk id="199" creationId="{40382523-AE81-9E18-8C39-8CABDA0B9C80}"/>
          </ac:picMkLst>
        </pc:picChg>
        <pc:picChg chg="mod">
          <ac:chgData name="Arkar Than Win" userId="3c8250a4-c36e-434c-9640-1ec1d94cea55" providerId="ADAL" clId="{0ACE9946-0938-4C15-91F3-DF5E7C93A5A9}" dt="2024-05-21T04:00:16.925" v="6551" actId="1037"/>
          <ac:picMkLst>
            <pc:docMk/>
            <pc:sldMk cId="749363726" sldId="273"/>
            <ac:picMk id="200" creationId="{09C0276A-7C16-6188-6CAF-4883EF840743}"/>
          </ac:picMkLst>
        </pc:picChg>
        <pc:picChg chg="mod">
          <ac:chgData name="Arkar Than Win" userId="3c8250a4-c36e-434c-9640-1ec1d94cea55" providerId="ADAL" clId="{0ACE9946-0938-4C15-91F3-DF5E7C93A5A9}" dt="2024-05-21T03:24:27.951" v="6411"/>
          <ac:picMkLst>
            <pc:docMk/>
            <pc:sldMk cId="749363726" sldId="273"/>
            <ac:picMk id="203" creationId="{A31DA94E-91E2-344B-DCE0-B56EFEDA9D83}"/>
          </ac:picMkLst>
        </pc:picChg>
        <pc:picChg chg="mod">
          <ac:chgData name="Arkar Than Win" userId="3c8250a4-c36e-434c-9640-1ec1d94cea55" providerId="ADAL" clId="{0ACE9946-0938-4C15-91F3-DF5E7C93A5A9}" dt="2024-05-21T03:24:27.951" v="6411"/>
          <ac:picMkLst>
            <pc:docMk/>
            <pc:sldMk cId="749363726" sldId="273"/>
            <ac:picMk id="204" creationId="{29E94614-B039-1B2C-07BE-6B06A3C0D6E8}"/>
          </ac:picMkLst>
        </pc:picChg>
        <pc:picChg chg="mod">
          <ac:chgData name="Arkar Than Win" userId="3c8250a4-c36e-434c-9640-1ec1d94cea55" providerId="ADAL" clId="{0ACE9946-0938-4C15-91F3-DF5E7C93A5A9}" dt="2024-05-21T03:24:27.951" v="6411"/>
          <ac:picMkLst>
            <pc:docMk/>
            <pc:sldMk cId="749363726" sldId="273"/>
            <ac:picMk id="205" creationId="{44D4FAEC-1030-583F-0A33-DA4BAD734B89}"/>
          </ac:picMkLst>
        </pc:picChg>
        <pc:picChg chg="mod">
          <ac:chgData name="Arkar Than Win" userId="3c8250a4-c36e-434c-9640-1ec1d94cea55" providerId="ADAL" clId="{0ACE9946-0938-4C15-91F3-DF5E7C93A5A9}" dt="2024-05-21T03:24:27.951" v="6411"/>
          <ac:picMkLst>
            <pc:docMk/>
            <pc:sldMk cId="749363726" sldId="273"/>
            <ac:picMk id="206" creationId="{D660D76E-5B59-5231-565F-024816D01BA3}"/>
          </ac:picMkLst>
        </pc:picChg>
        <pc:picChg chg="add del mod modCrop">
          <ac:chgData name="Arkar Than Win" userId="3c8250a4-c36e-434c-9640-1ec1d94cea55" providerId="ADAL" clId="{0ACE9946-0938-4C15-91F3-DF5E7C93A5A9}" dt="2024-05-21T03:59:50.867" v="6547" actId="478"/>
          <ac:picMkLst>
            <pc:docMk/>
            <pc:sldMk cId="749363726" sldId="273"/>
            <ac:picMk id="207" creationId="{BC1B6B40-717E-CDAB-9BD8-D1A08FD0800D}"/>
          </ac:picMkLst>
        </pc:picChg>
        <pc:picChg chg="add del mod">
          <ac:chgData name="Arkar Than Win" userId="3c8250a4-c36e-434c-9640-1ec1d94cea55" providerId="ADAL" clId="{0ACE9946-0938-4C15-91F3-DF5E7C93A5A9}" dt="2024-05-21T03:56:19.491" v="6530" actId="478"/>
          <ac:picMkLst>
            <pc:docMk/>
            <pc:sldMk cId="749363726" sldId="273"/>
            <ac:picMk id="209" creationId="{AFE2CBE8-FCC0-D93D-6EAD-CE46AA353C37}"/>
          </ac:picMkLst>
        </pc:picChg>
        <pc:picChg chg="add mod ord modCrop">
          <ac:chgData name="Arkar Than Win" userId="3c8250a4-c36e-434c-9640-1ec1d94cea55" providerId="ADAL" clId="{0ACE9946-0938-4C15-91F3-DF5E7C93A5A9}" dt="2024-05-21T04:28:19.546" v="6926" actId="1076"/>
          <ac:picMkLst>
            <pc:docMk/>
            <pc:sldMk cId="749363726" sldId="273"/>
            <ac:picMk id="211" creationId="{53F00676-BD23-9103-4656-3D465DCB01B2}"/>
          </ac:picMkLst>
        </pc:picChg>
        <pc:picChg chg="add del mod">
          <ac:chgData name="Arkar Than Win" userId="3c8250a4-c36e-434c-9640-1ec1d94cea55" providerId="ADAL" clId="{0ACE9946-0938-4C15-91F3-DF5E7C93A5A9}" dt="2024-05-21T04:36:56.352" v="7118" actId="478"/>
          <ac:picMkLst>
            <pc:docMk/>
            <pc:sldMk cId="749363726" sldId="273"/>
            <ac:picMk id="213" creationId="{199387B6-4540-318D-083D-3A3FC7CB43E6}"/>
          </ac:picMkLst>
        </pc:picChg>
        <pc:picChg chg="add mod modVis">
          <ac:chgData name="Arkar Than Win" userId="3c8250a4-c36e-434c-9640-1ec1d94cea55" providerId="ADAL" clId="{0ACE9946-0938-4C15-91F3-DF5E7C93A5A9}" dt="2024-05-21T04:26:46.577" v="6908" actId="554"/>
          <ac:picMkLst>
            <pc:docMk/>
            <pc:sldMk cId="749363726" sldId="273"/>
            <ac:picMk id="214" creationId="{239B092A-0AA6-5041-6BCC-BD80B03D6074}"/>
          </ac:picMkLst>
        </pc:picChg>
        <pc:cxnChg chg="mod">
          <ac:chgData name="Arkar Than Win" userId="3c8250a4-c36e-434c-9640-1ec1d94cea55" providerId="ADAL" clId="{0ACE9946-0938-4C15-91F3-DF5E7C93A5A9}" dt="2024-05-21T02:24:22.942" v="5656"/>
          <ac:cxnSpMkLst>
            <pc:docMk/>
            <pc:sldMk cId="749363726" sldId="273"/>
            <ac:cxnSpMk id="18" creationId="{993EDC01-6983-B004-65F0-11A73CB41C56}"/>
          </ac:cxnSpMkLst>
        </pc:cxnChg>
        <pc:cxnChg chg="mod">
          <ac:chgData name="Arkar Than Win" userId="3c8250a4-c36e-434c-9640-1ec1d94cea55" providerId="ADAL" clId="{0ACE9946-0938-4C15-91F3-DF5E7C93A5A9}" dt="2024-05-21T02:24:22.942" v="5656"/>
          <ac:cxnSpMkLst>
            <pc:docMk/>
            <pc:sldMk cId="749363726" sldId="273"/>
            <ac:cxnSpMk id="19" creationId="{7EA36600-ADC0-8616-5436-2BDDDC486C85}"/>
          </ac:cxnSpMkLst>
        </pc:cxnChg>
        <pc:cxnChg chg="mod">
          <ac:chgData name="Arkar Than Win" userId="3c8250a4-c36e-434c-9640-1ec1d94cea55" providerId="ADAL" clId="{0ACE9946-0938-4C15-91F3-DF5E7C93A5A9}" dt="2024-05-21T02:24:22.942" v="5656"/>
          <ac:cxnSpMkLst>
            <pc:docMk/>
            <pc:sldMk cId="749363726" sldId="273"/>
            <ac:cxnSpMk id="24" creationId="{C3580AF2-CD23-DC08-8B58-74341DF5A0BF}"/>
          </ac:cxnSpMkLst>
        </pc:cxnChg>
        <pc:cxnChg chg="mod">
          <ac:chgData name="Arkar Than Win" userId="3c8250a4-c36e-434c-9640-1ec1d94cea55" providerId="ADAL" clId="{0ACE9946-0938-4C15-91F3-DF5E7C93A5A9}" dt="2024-05-21T02:24:22.942" v="5656"/>
          <ac:cxnSpMkLst>
            <pc:docMk/>
            <pc:sldMk cId="749363726" sldId="273"/>
            <ac:cxnSpMk id="25" creationId="{AC82D05A-9599-F1FA-024C-9CE5D0BC8FAD}"/>
          </ac:cxnSpMkLst>
        </pc:cxnChg>
        <pc:cxnChg chg="mod">
          <ac:chgData name="Arkar Than Win" userId="3c8250a4-c36e-434c-9640-1ec1d94cea55" providerId="ADAL" clId="{0ACE9946-0938-4C15-91F3-DF5E7C93A5A9}" dt="2024-05-21T02:24:22.942" v="5656"/>
          <ac:cxnSpMkLst>
            <pc:docMk/>
            <pc:sldMk cId="749363726" sldId="273"/>
            <ac:cxnSpMk id="50" creationId="{1530F4B7-1F84-03DB-4B69-E96A67D43B88}"/>
          </ac:cxnSpMkLst>
        </pc:cxnChg>
        <pc:cxnChg chg="mod">
          <ac:chgData name="Arkar Than Win" userId="3c8250a4-c36e-434c-9640-1ec1d94cea55" providerId="ADAL" clId="{0ACE9946-0938-4C15-91F3-DF5E7C93A5A9}" dt="2024-05-21T02:24:22.942" v="5656"/>
          <ac:cxnSpMkLst>
            <pc:docMk/>
            <pc:sldMk cId="749363726" sldId="273"/>
            <ac:cxnSpMk id="51" creationId="{414301B1-6AB0-2EE2-A70F-FC257342F387}"/>
          </ac:cxnSpMkLst>
        </pc:cxnChg>
        <pc:cxnChg chg="mod">
          <ac:chgData name="Arkar Than Win" userId="3c8250a4-c36e-434c-9640-1ec1d94cea55" providerId="ADAL" clId="{0ACE9946-0938-4C15-91F3-DF5E7C93A5A9}" dt="2024-05-21T02:24:22.942" v="5656"/>
          <ac:cxnSpMkLst>
            <pc:docMk/>
            <pc:sldMk cId="749363726" sldId="273"/>
            <ac:cxnSpMk id="56" creationId="{A839B9FE-9D9B-FF80-4517-21DC7DFF887F}"/>
          </ac:cxnSpMkLst>
        </pc:cxnChg>
        <pc:cxnChg chg="mod">
          <ac:chgData name="Arkar Than Win" userId="3c8250a4-c36e-434c-9640-1ec1d94cea55" providerId="ADAL" clId="{0ACE9946-0938-4C15-91F3-DF5E7C93A5A9}" dt="2024-05-21T02:24:22.942" v="5656"/>
          <ac:cxnSpMkLst>
            <pc:docMk/>
            <pc:sldMk cId="749363726" sldId="273"/>
            <ac:cxnSpMk id="57" creationId="{498B05CC-7775-E0D2-FF14-A7A3ECCE6C19}"/>
          </ac:cxnSpMkLst>
        </pc:cxnChg>
        <pc:cxnChg chg="mod">
          <ac:chgData name="Arkar Than Win" userId="3c8250a4-c36e-434c-9640-1ec1d94cea55" providerId="ADAL" clId="{0ACE9946-0938-4C15-91F3-DF5E7C93A5A9}" dt="2024-05-21T02:24:22.942" v="5656"/>
          <ac:cxnSpMkLst>
            <pc:docMk/>
            <pc:sldMk cId="749363726" sldId="273"/>
            <ac:cxnSpMk id="61" creationId="{669286F7-AA53-48EA-2503-67D916F5BC94}"/>
          </ac:cxnSpMkLst>
        </pc:cxnChg>
        <pc:cxnChg chg="mod">
          <ac:chgData name="Arkar Than Win" userId="3c8250a4-c36e-434c-9640-1ec1d94cea55" providerId="ADAL" clId="{0ACE9946-0938-4C15-91F3-DF5E7C93A5A9}" dt="2024-05-21T02:24:22.942" v="5656"/>
          <ac:cxnSpMkLst>
            <pc:docMk/>
            <pc:sldMk cId="749363726" sldId="273"/>
            <ac:cxnSpMk id="62" creationId="{C74313AA-01DA-0BBA-11CB-A75BB40BBA44}"/>
          </ac:cxnSpMkLst>
        </pc:cxnChg>
        <pc:cxnChg chg="mod">
          <ac:chgData name="Arkar Than Win" userId="3c8250a4-c36e-434c-9640-1ec1d94cea55" providerId="ADAL" clId="{0ACE9946-0938-4C15-91F3-DF5E7C93A5A9}" dt="2024-05-21T02:24:22.942" v="5656"/>
          <ac:cxnSpMkLst>
            <pc:docMk/>
            <pc:sldMk cId="749363726" sldId="273"/>
            <ac:cxnSpMk id="63" creationId="{2DF388F0-9DB8-079E-CBFE-BD6C393D1D83}"/>
          </ac:cxnSpMkLst>
        </pc:cxnChg>
        <pc:cxnChg chg="mod">
          <ac:chgData name="Arkar Than Win" userId="3c8250a4-c36e-434c-9640-1ec1d94cea55" providerId="ADAL" clId="{0ACE9946-0938-4C15-91F3-DF5E7C93A5A9}" dt="2024-05-21T02:24:22.942" v="5656"/>
          <ac:cxnSpMkLst>
            <pc:docMk/>
            <pc:sldMk cId="749363726" sldId="273"/>
            <ac:cxnSpMk id="64" creationId="{C6C33ECD-7322-49A4-097F-0108B3810CC6}"/>
          </ac:cxnSpMkLst>
        </pc:cxnChg>
        <pc:cxnChg chg="mod">
          <ac:chgData name="Arkar Than Win" userId="3c8250a4-c36e-434c-9640-1ec1d94cea55" providerId="ADAL" clId="{0ACE9946-0938-4C15-91F3-DF5E7C93A5A9}" dt="2024-05-21T02:24:22.942" v="5656"/>
          <ac:cxnSpMkLst>
            <pc:docMk/>
            <pc:sldMk cId="749363726" sldId="273"/>
            <ac:cxnSpMk id="65" creationId="{E731608A-58CF-BBFB-7EDF-931966C6C27A}"/>
          </ac:cxnSpMkLst>
        </pc:cxnChg>
        <pc:cxnChg chg="mod">
          <ac:chgData name="Arkar Than Win" userId="3c8250a4-c36e-434c-9640-1ec1d94cea55" providerId="ADAL" clId="{0ACE9946-0938-4C15-91F3-DF5E7C93A5A9}" dt="2024-05-21T02:24:22.942" v="5656"/>
          <ac:cxnSpMkLst>
            <pc:docMk/>
            <pc:sldMk cId="749363726" sldId="273"/>
            <ac:cxnSpMk id="66" creationId="{BF894992-74F2-A20F-8162-5EAF88700752}"/>
          </ac:cxnSpMkLst>
        </pc:cxnChg>
        <pc:cxnChg chg="mod">
          <ac:chgData name="Arkar Than Win" userId="3c8250a4-c36e-434c-9640-1ec1d94cea55" providerId="ADAL" clId="{0ACE9946-0938-4C15-91F3-DF5E7C93A5A9}" dt="2024-05-21T02:24:22.942" v="5656"/>
          <ac:cxnSpMkLst>
            <pc:docMk/>
            <pc:sldMk cId="749363726" sldId="273"/>
            <ac:cxnSpMk id="67" creationId="{D110C09F-9457-87C5-5ACA-011BAC9D1136}"/>
          </ac:cxnSpMkLst>
        </pc:cxnChg>
        <pc:cxnChg chg="mod">
          <ac:chgData name="Arkar Than Win" userId="3c8250a4-c36e-434c-9640-1ec1d94cea55" providerId="ADAL" clId="{0ACE9946-0938-4C15-91F3-DF5E7C93A5A9}" dt="2024-05-21T02:24:22.942" v="5656"/>
          <ac:cxnSpMkLst>
            <pc:docMk/>
            <pc:sldMk cId="749363726" sldId="273"/>
            <ac:cxnSpMk id="68" creationId="{65E637FD-42F8-602F-7974-A0F6E9774A4C}"/>
          </ac:cxnSpMkLst>
        </pc:cxnChg>
        <pc:cxnChg chg="mod">
          <ac:chgData name="Arkar Than Win" userId="3c8250a4-c36e-434c-9640-1ec1d94cea55" providerId="ADAL" clId="{0ACE9946-0938-4C15-91F3-DF5E7C93A5A9}" dt="2024-05-21T02:24:22.942" v="5656"/>
          <ac:cxnSpMkLst>
            <pc:docMk/>
            <pc:sldMk cId="749363726" sldId="273"/>
            <ac:cxnSpMk id="69" creationId="{CC65E306-A3E5-CCBD-4239-63B16DF421F5}"/>
          </ac:cxnSpMkLst>
        </pc:cxnChg>
        <pc:cxnChg chg="mod">
          <ac:chgData name="Arkar Than Win" userId="3c8250a4-c36e-434c-9640-1ec1d94cea55" providerId="ADAL" clId="{0ACE9946-0938-4C15-91F3-DF5E7C93A5A9}" dt="2024-05-21T02:24:22.942" v="5656"/>
          <ac:cxnSpMkLst>
            <pc:docMk/>
            <pc:sldMk cId="749363726" sldId="273"/>
            <ac:cxnSpMk id="70" creationId="{6C961C61-3C7B-09AE-7B53-19D10A87E374}"/>
          </ac:cxnSpMkLst>
        </pc:cxnChg>
        <pc:cxnChg chg="mod">
          <ac:chgData name="Arkar Than Win" userId="3c8250a4-c36e-434c-9640-1ec1d94cea55" providerId="ADAL" clId="{0ACE9946-0938-4C15-91F3-DF5E7C93A5A9}" dt="2024-05-21T02:27:28.215" v="5679"/>
          <ac:cxnSpMkLst>
            <pc:docMk/>
            <pc:sldMk cId="749363726" sldId="273"/>
            <ac:cxnSpMk id="82" creationId="{ED817C49-3524-4804-36D8-4F4874A7ED49}"/>
          </ac:cxnSpMkLst>
        </pc:cxnChg>
        <pc:cxnChg chg="mod">
          <ac:chgData name="Arkar Than Win" userId="3c8250a4-c36e-434c-9640-1ec1d94cea55" providerId="ADAL" clId="{0ACE9946-0938-4C15-91F3-DF5E7C93A5A9}" dt="2024-05-21T02:27:28.215" v="5679"/>
          <ac:cxnSpMkLst>
            <pc:docMk/>
            <pc:sldMk cId="749363726" sldId="273"/>
            <ac:cxnSpMk id="83" creationId="{B7DE265D-55E5-7401-8FAB-8EBCE421365E}"/>
          </ac:cxnSpMkLst>
        </pc:cxnChg>
        <pc:cxnChg chg="mod">
          <ac:chgData name="Arkar Than Win" userId="3c8250a4-c36e-434c-9640-1ec1d94cea55" providerId="ADAL" clId="{0ACE9946-0938-4C15-91F3-DF5E7C93A5A9}" dt="2024-05-21T02:27:28.215" v="5679"/>
          <ac:cxnSpMkLst>
            <pc:docMk/>
            <pc:sldMk cId="749363726" sldId="273"/>
            <ac:cxnSpMk id="88" creationId="{3348DDF3-1207-5310-1F48-44B235A98584}"/>
          </ac:cxnSpMkLst>
        </pc:cxnChg>
        <pc:cxnChg chg="mod">
          <ac:chgData name="Arkar Than Win" userId="3c8250a4-c36e-434c-9640-1ec1d94cea55" providerId="ADAL" clId="{0ACE9946-0938-4C15-91F3-DF5E7C93A5A9}" dt="2024-05-21T02:27:28.215" v="5679"/>
          <ac:cxnSpMkLst>
            <pc:docMk/>
            <pc:sldMk cId="749363726" sldId="273"/>
            <ac:cxnSpMk id="89" creationId="{8D836720-C7E3-1381-D935-C6D0109298FE}"/>
          </ac:cxnSpMkLst>
        </pc:cxnChg>
        <pc:cxnChg chg="mod">
          <ac:chgData name="Arkar Than Win" userId="3c8250a4-c36e-434c-9640-1ec1d94cea55" providerId="ADAL" clId="{0ACE9946-0938-4C15-91F3-DF5E7C93A5A9}" dt="2024-05-21T02:27:28.215" v="5679"/>
          <ac:cxnSpMkLst>
            <pc:docMk/>
            <pc:sldMk cId="749363726" sldId="273"/>
            <ac:cxnSpMk id="94" creationId="{7080573C-669D-EBD7-8E78-8DEA09F59635}"/>
          </ac:cxnSpMkLst>
        </pc:cxnChg>
        <pc:cxnChg chg="mod">
          <ac:chgData name="Arkar Than Win" userId="3c8250a4-c36e-434c-9640-1ec1d94cea55" providerId="ADAL" clId="{0ACE9946-0938-4C15-91F3-DF5E7C93A5A9}" dt="2024-05-21T02:27:28.215" v="5679"/>
          <ac:cxnSpMkLst>
            <pc:docMk/>
            <pc:sldMk cId="749363726" sldId="273"/>
            <ac:cxnSpMk id="95" creationId="{1128ECB8-9250-026D-5E1A-3F83F1E4C670}"/>
          </ac:cxnSpMkLst>
        </pc:cxnChg>
        <pc:cxnChg chg="mod">
          <ac:chgData name="Arkar Than Win" userId="3c8250a4-c36e-434c-9640-1ec1d94cea55" providerId="ADAL" clId="{0ACE9946-0938-4C15-91F3-DF5E7C93A5A9}" dt="2024-05-21T02:27:28.215" v="5679"/>
          <ac:cxnSpMkLst>
            <pc:docMk/>
            <pc:sldMk cId="749363726" sldId="273"/>
            <ac:cxnSpMk id="100" creationId="{0EE2E611-704F-4F63-690E-EE128429744F}"/>
          </ac:cxnSpMkLst>
        </pc:cxnChg>
        <pc:cxnChg chg="mod">
          <ac:chgData name="Arkar Than Win" userId="3c8250a4-c36e-434c-9640-1ec1d94cea55" providerId="ADAL" clId="{0ACE9946-0938-4C15-91F3-DF5E7C93A5A9}" dt="2024-05-21T02:27:28.215" v="5679"/>
          <ac:cxnSpMkLst>
            <pc:docMk/>
            <pc:sldMk cId="749363726" sldId="273"/>
            <ac:cxnSpMk id="101" creationId="{9B5917A0-194A-F210-9141-5BE8DF3FBAA6}"/>
          </ac:cxnSpMkLst>
        </pc:cxnChg>
        <pc:cxnChg chg="mod">
          <ac:chgData name="Arkar Than Win" userId="3c8250a4-c36e-434c-9640-1ec1d94cea55" providerId="ADAL" clId="{0ACE9946-0938-4C15-91F3-DF5E7C93A5A9}" dt="2024-05-21T02:27:28.215" v="5679"/>
          <ac:cxnSpMkLst>
            <pc:docMk/>
            <pc:sldMk cId="749363726" sldId="273"/>
            <ac:cxnSpMk id="105" creationId="{4A3D5F3B-2227-BD82-E930-AAABEE01D059}"/>
          </ac:cxnSpMkLst>
        </pc:cxnChg>
        <pc:cxnChg chg="mod">
          <ac:chgData name="Arkar Than Win" userId="3c8250a4-c36e-434c-9640-1ec1d94cea55" providerId="ADAL" clId="{0ACE9946-0938-4C15-91F3-DF5E7C93A5A9}" dt="2024-05-21T02:27:28.215" v="5679"/>
          <ac:cxnSpMkLst>
            <pc:docMk/>
            <pc:sldMk cId="749363726" sldId="273"/>
            <ac:cxnSpMk id="106" creationId="{B3807288-AF84-AD09-5C59-15A94BD49451}"/>
          </ac:cxnSpMkLst>
        </pc:cxnChg>
        <pc:cxnChg chg="mod">
          <ac:chgData name="Arkar Than Win" userId="3c8250a4-c36e-434c-9640-1ec1d94cea55" providerId="ADAL" clId="{0ACE9946-0938-4C15-91F3-DF5E7C93A5A9}" dt="2024-05-21T02:27:28.215" v="5679"/>
          <ac:cxnSpMkLst>
            <pc:docMk/>
            <pc:sldMk cId="749363726" sldId="273"/>
            <ac:cxnSpMk id="107" creationId="{559156EC-40DF-6597-BD2E-4847F6AE560F}"/>
          </ac:cxnSpMkLst>
        </pc:cxnChg>
        <pc:cxnChg chg="mod">
          <ac:chgData name="Arkar Than Win" userId="3c8250a4-c36e-434c-9640-1ec1d94cea55" providerId="ADAL" clId="{0ACE9946-0938-4C15-91F3-DF5E7C93A5A9}" dt="2024-05-21T02:27:28.215" v="5679"/>
          <ac:cxnSpMkLst>
            <pc:docMk/>
            <pc:sldMk cId="749363726" sldId="273"/>
            <ac:cxnSpMk id="108" creationId="{281E30B7-1F51-8A0C-8FFC-901728201998}"/>
          </ac:cxnSpMkLst>
        </pc:cxnChg>
        <pc:cxnChg chg="mod">
          <ac:chgData name="Arkar Than Win" userId="3c8250a4-c36e-434c-9640-1ec1d94cea55" providerId="ADAL" clId="{0ACE9946-0938-4C15-91F3-DF5E7C93A5A9}" dt="2024-05-21T02:27:28.215" v="5679"/>
          <ac:cxnSpMkLst>
            <pc:docMk/>
            <pc:sldMk cId="749363726" sldId="273"/>
            <ac:cxnSpMk id="109" creationId="{8FD27D5C-8D7C-0DB7-31A6-617BB7B52D18}"/>
          </ac:cxnSpMkLst>
        </pc:cxnChg>
        <pc:cxnChg chg="mod">
          <ac:chgData name="Arkar Than Win" userId="3c8250a4-c36e-434c-9640-1ec1d94cea55" providerId="ADAL" clId="{0ACE9946-0938-4C15-91F3-DF5E7C93A5A9}" dt="2024-05-21T02:27:28.215" v="5679"/>
          <ac:cxnSpMkLst>
            <pc:docMk/>
            <pc:sldMk cId="749363726" sldId="273"/>
            <ac:cxnSpMk id="110" creationId="{6A502FBE-D10D-676C-3145-D9FA70E3C7AB}"/>
          </ac:cxnSpMkLst>
        </pc:cxnChg>
        <pc:cxnChg chg="mod">
          <ac:chgData name="Arkar Than Win" userId="3c8250a4-c36e-434c-9640-1ec1d94cea55" providerId="ADAL" clId="{0ACE9946-0938-4C15-91F3-DF5E7C93A5A9}" dt="2024-05-21T02:27:28.215" v="5679"/>
          <ac:cxnSpMkLst>
            <pc:docMk/>
            <pc:sldMk cId="749363726" sldId="273"/>
            <ac:cxnSpMk id="111" creationId="{7BE4A953-E8EA-7FD5-55B8-4D2D9A3E48E7}"/>
          </ac:cxnSpMkLst>
        </pc:cxnChg>
        <pc:cxnChg chg="mod">
          <ac:chgData name="Arkar Than Win" userId="3c8250a4-c36e-434c-9640-1ec1d94cea55" providerId="ADAL" clId="{0ACE9946-0938-4C15-91F3-DF5E7C93A5A9}" dt="2024-05-21T02:27:28.215" v="5679"/>
          <ac:cxnSpMkLst>
            <pc:docMk/>
            <pc:sldMk cId="749363726" sldId="273"/>
            <ac:cxnSpMk id="112" creationId="{D5B80322-AF83-5BA9-C992-2D5F05CE241C}"/>
          </ac:cxnSpMkLst>
        </pc:cxnChg>
        <pc:cxnChg chg="mod">
          <ac:chgData name="Arkar Than Win" userId="3c8250a4-c36e-434c-9640-1ec1d94cea55" providerId="ADAL" clId="{0ACE9946-0938-4C15-91F3-DF5E7C93A5A9}" dt="2024-05-21T02:27:28.215" v="5679"/>
          <ac:cxnSpMkLst>
            <pc:docMk/>
            <pc:sldMk cId="749363726" sldId="273"/>
            <ac:cxnSpMk id="113" creationId="{9EEBDBD2-FFF2-CA65-5F8F-D2CDA69E8BBB}"/>
          </ac:cxnSpMkLst>
        </pc:cxnChg>
        <pc:cxnChg chg="mod">
          <ac:chgData name="Arkar Than Win" userId="3c8250a4-c36e-434c-9640-1ec1d94cea55" providerId="ADAL" clId="{0ACE9946-0938-4C15-91F3-DF5E7C93A5A9}" dt="2024-05-21T02:27:28.215" v="5679"/>
          <ac:cxnSpMkLst>
            <pc:docMk/>
            <pc:sldMk cId="749363726" sldId="273"/>
            <ac:cxnSpMk id="114" creationId="{076CDA31-A3F2-9163-02CF-F1B338AB6E95}"/>
          </ac:cxnSpMkLst>
        </pc:cxnChg>
        <pc:cxnChg chg="add del mod">
          <ac:chgData name="Arkar Than Win" userId="3c8250a4-c36e-434c-9640-1ec1d94cea55" providerId="ADAL" clId="{0ACE9946-0938-4C15-91F3-DF5E7C93A5A9}" dt="2024-05-21T02:39:35.971" v="5794" actId="21"/>
          <ac:cxnSpMkLst>
            <pc:docMk/>
            <pc:sldMk cId="749363726" sldId="273"/>
            <ac:cxnSpMk id="129" creationId="{FA4CD7AC-19BD-38AF-5953-8391CE374B26}"/>
          </ac:cxnSpMkLst>
        </pc:cxnChg>
        <pc:cxnChg chg="mod">
          <ac:chgData name="Arkar Than Win" userId="3c8250a4-c36e-434c-9640-1ec1d94cea55" providerId="ADAL" clId="{0ACE9946-0938-4C15-91F3-DF5E7C93A5A9}" dt="2024-05-21T02:50:39.484" v="6018"/>
          <ac:cxnSpMkLst>
            <pc:docMk/>
            <pc:sldMk cId="749363726" sldId="273"/>
            <ac:cxnSpMk id="139" creationId="{925175B9-9D6A-7633-62C3-C0E97E298323}"/>
          </ac:cxnSpMkLst>
        </pc:cxnChg>
        <pc:cxnChg chg="mod">
          <ac:chgData name="Arkar Than Win" userId="3c8250a4-c36e-434c-9640-1ec1d94cea55" providerId="ADAL" clId="{0ACE9946-0938-4C15-91F3-DF5E7C93A5A9}" dt="2024-05-21T02:50:39.484" v="6018"/>
          <ac:cxnSpMkLst>
            <pc:docMk/>
            <pc:sldMk cId="749363726" sldId="273"/>
            <ac:cxnSpMk id="140" creationId="{65D90A59-DF3C-3DE3-7E73-3FC5B887684C}"/>
          </ac:cxnSpMkLst>
        </pc:cxnChg>
        <pc:cxnChg chg="mod">
          <ac:chgData name="Arkar Than Win" userId="3c8250a4-c36e-434c-9640-1ec1d94cea55" providerId="ADAL" clId="{0ACE9946-0938-4C15-91F3-DF5E7C93A5A9}" dt="2024-05-21T02:50:39.484" v="6018"/>
          <ac:cxnSpMkLst>
            <pc:docMk/>
            <pc:sldMk cId="749363726" sldId="273"/>
            <ac:cxnSpMk id="141" creationId="{71BD0C97-011F-8FD2-452C-19A8045EB354}"/>
          </ac:cxnSpMkLst>
        </pc:cxnChg>
        <pc:cxnChg chg="mod">
          <ac:chgData name="Arkar Than Win" userId="3c8250a4-c36e-434c-9640-1ec1d94cea55" providerId="ADAL" clId="{0ACE9946-0938-4C15-91F3-DF5E7C93A5A9}" dt="2024-05-21T02:50:39.484" v="6018"/>
          <ac:cxnSpMkLst>
            <pc:docMk/>
            <pc:sldMk cId="749363726" sldId="273"/>
            <ac:cxnSpMk id="142" creationId="{98FD0EF7-48C4-FF19-0E22-CB2463844FB5}"/>
          </ac:cxnSpMkLst>
        </pc:cxnChg>
        <pc:cxnChg chg="mod">
          <ac:chgData name="Arkar Than Win" userId="3c8250a4-c36e-434c-9640-1ec1d94cea55" providerId="ADAL" clId="{0ACE9946-0938-4C15-91F3-DF5E7C93A5A9}" dt="2024-05-21T02:50:39.484" v="6018"/>
          <ac:cxnSpMkLst>
            <pc:docMk/>
            <pc:sldMk cId="749363726" sldId="273"/>
            <ac:cxnSpMk id="143" creationId="{AC0AACF6-789B-BB1D-F141-59F564CC5537}"/>
          </ac:cxnSpMkLst>
        </pc:cxnChg>
        <pc:cxnChg chg="mod">
          <ac:chgData name="Arkar Than Win" userId="3c8250a4-c36e-434c-9640-1ec1d94cea55" providerId="ADAL" clId="{0ACE9946-0938-4C15-91F3-DF5E7C93A5A9}" dt="2024-05-21T02:50:39.484" v="6018"/>
          <ac:cxnSpMkLst>
            <pc:docMk/>
            <pc:sldMk cId="749363726" sldId="273"/>
            <ac:cxnSpMk id="151" creationId="{3F89AC8A-0129-737B-F0E6-42704D292500}"/>
          </ac:cxnSpMkLst>
        </pc:cxnChg>
        <pc:cxnChg chg="mod">
          <ac:chgData name="Arkar Than Win" userId="3c8250a4-c36e-434c-9640-1ec1d94cea55" providerId="ADAL" clId="{0ACE9946-0938-4C15-91F3-DF5E7C93A5A9}" dt="2024-05-21T02:50:39.484" v="6018"/>
          <ac:cxnSpMkLst>
            <pc:docMk/>
            <pc:sldMk cId="749363726" sldId="273"/>
            <ac:cxnSpMk id="152" creationId="{AB204864-5C2D-BB44-7CAA-C36D937C816A}"/>
          </ac:cxnSpMkLst>
        </pc:cxnChg>
        <pc:cxnChg chg="mod">
          <ac:chgData name="Arkar Than Win" userId="3c8250a4-c36e-434c-9640-1ec1d94cea55" providerId="ADAL" clId="{0ACE9946-0938-4C15-91F3-DF5E7C93A5A9}" dt="2024-05-21T02:50:39.484" v="6018"/>
          <ac:cxnSpMkLst>
            <pc:docMk/>
            <pc:sldMk cId="749363726" sldId="273"/>
            <ac:cxnSpMk id="153" creationId="{1D0A5BA7-5597-5949-0746-388AFC15203A}"/>
          </ac:cxnSpMkLst>
        </pc:cxnChg>
        <pc:cxnChg chg="mod">
          <ac:chgData name="Arkar Than Win" userId="3c8250a4-c36e-434c-9640-1ec1d94cea55" providerId="ADAL" clId="{0ACE9946-0938-4C15-91F3-DF5E7C93A5A9}" dt="2024-05-21T02:50:39.484" v="6018"/>
          <ac:cxnSpMkLst>
            <pc:docMk/>
            <pc:sldMk cId="749363726" sldId="273"/>
            <ac:cxnSpMk id="154" creationId="{AC27C1F6-4C98-FA20-4879-71BB08BBE981}"/>
          </ac:cxnSpMkLst>
        </pc:cxnChg>
        <pc:cxnChg chg="mod">
          <ac:chgData name="Arkar Than Win" userId="3c8250a4-c36e-434c-9640-1ec1d94cea55" providerId="ADAL" clId="{0ACE9946-0938-4C15-91F3-DF5E7C93A5A9}" dt="2024-05-21T02:50:39.484" v="6018"/>
          <ac:cxnSpMkLst>
            <pc:docMk/>
            <pc:sldMk cId="749363726" sldId="273"/>
            <ac:cxnSpMk id="155" creationId="{8B7C2B67-2ED6-C18B-C728-ABDF5A650AF9}"/>
          </ac:cxnSpMkLst>
        </pc:cxnChg>
        <pc:cxnChg chg="mod">
          <ac:chgData name="Arkar Than Win" userId="3c8250a4-c36e-434c-9640-1ec1d94cea55" providerId="ADAL" clId="{0ACE9946-0938-4C15-91F3-DF5E7C93A5A9}" dt="2024-05-21T03:24:27.951" v="6411"/>
          <ac:cxnSpMkLst>
            <pc:docMk/>
            <pc:sldMk cId="749363726" sldId="273"/>
            <ac:cxnSpMk id="173" creationId="{DFBB3B84-FC87-39D4-7699-DB27E008CAE7}"/>
          </ac:cxnSpMkLst>
        </pc:cxnChg>
        <pc:cxnChg chg="mod">
          <ac:chgData name="Arkar Than Win" userId="3c8250a4-c36e-434c-9640-1ec1d94cea55" providerId="ADAL" clId="{0ACE9946-0938-4C15-91F3-DF5E7C93A5A9}" dt="2024-05-21T03:24:27.951" v="6411"/>
          <ac:cxnSpMkLst>
            <pc:docMk/>
            <pc:sldMk cId="749363726" sldId="273"/>
            <ac:cxnSpMk id="174" creationId="{2E52B21F-D675-18F2-9B92-9B73BF88DD58}"/>
          </ac:cxnSpMkLst>
        </pc:cxnChg>
        <pc:cxnChg chg="mod">
          <ac:chgData name="Arkar Than Win" userId="3c8250a4-c36e-434c-9640-1ec1d94cea55" providerId="ADAL" clId="{0ACE9946-0938-4C15-91F3-DF5E7C93A5A9}" dt="2024-05-21T03:24:27.951" v="6411"/>
          <ac:cxnSpMkLst>
            <pc:docMk/>
            <pc:sldMk cId="749363726" sldId="273"/>
            <ac:cxnSpMk id="175" creationId="{611DEDE2-E28D-5879-0EF2-C4A942E74577}"/>
          </ac:cxnSpMkLst>
        </pc:cxnChg>
        <pc:cxnChg chg="mod">
          <ac:chgData name="Arkar Than Win" userId="3c8250a4-c36e-434c-9640-1ec1d94cea55" providerId="ADAL" clId="{0ACE9946-0938-4C15-91F3-DF5E7C93A5A9}" dt="2024-05-21T03:24:27.951" v="6411"/>
          <ac:cxnSpMkLst>
            <pc:docMk/>
            <pc:sldMk cId="749363726" sldId="273"/>
            <ac:cxnSpMk id="176" creationId="{049B4272-0D87-4116-9C99-68D9E04713A3}"/>
          </ac:cxnSpMkLst>
        </pc:cxnChg>
        <pc:cxnChg chg="mod">
          <ac:chgData name="Arkar Than Win" userId="3c8250a4-c36e-434c-9640-1ec1d94cea55" providerId="ADAL" clId="{0ACE9946-0938-4C15-91F3-DF5E7C93A5A9}" dt="2024-05-21T03:24:27.951" v="6411"/>
          <ac:cxnSpMkLst>
            <pc:docMk/>
            <pc:sldMk cId="749363726" sldId="273"/>
            <ac:cxnSpMk id="177" creationId="{8B3D99AB-2181-A717-8331-7ABED2DE774F}"/>
          </ac:cxnSpMkLst>
        </pc:cxnChg>
        <pc:cxnChg chg="mod">
          <ac:chgData name="Arkar Than Win" userId="3c8250a4-c36e-434c-9640-1ec1d94cea55" providerId="ADAL" clId="{0ACE9946-0938-4C15-91F3-DF5E7C93A5A9}" dt="2024-05-21T03:24:27.951" v="6411"/>
          <ac:cxnSpMkLst>
            <pc:docMk/>
            <pc:sldMk cId="749363726" sldId="273"/>
            <ac:cxnSpMk id="185" creationId="{77F88183-DBAA-3B5D-655B-F32A4CED98B1}"/>
          </ac:cxnSpMkLst>
        </pc:cxnChg>
        <pc:cxnChg chg="mod">
          <ac:chgData name="Arkar Than Win" userId="3c8250a4-c36e-434c-9640-1ec1d94cea55" providerId="ADAL" clId="{0ACE9946-0938-4C15-91F3-DF5E7C93A5A9}" dt="2024-05-21T03:24:27.951" v="6411"/>
          <ac:cxnSpMkLst>
            <pc:docMk/>
            <pc:sldMk cId="749363726" sldId="273"/>
            <ac:cxnSpMk id="186" creationId="{42215BEF-0E27-2F22-ECD7-95ACD2FE70F0}"/>
          </ac:cxnSpMkLst>
        </pc:cxnChg>
        <pc:cxnChg chg="mod">
          <ac:chgData name="Arkar Than Win" userId="3c8250a4-c36e-434c-9640-1ec1d94cea55" providerId="ADAL" clId="{0ACE9946-0938-4C15-91F3-DF5E7C93A5A9}" dt="2024-05-21T03:24:27.951" v="6411"/>
          <ac:cxnSpMkLst>
            <pc:docMk/>
            <pc:sldMk cId="749363726" sldId="273"/>
            <ac:cxnSpMk id="187" creationId="{EB27BE7F-68FC-5DC9-2E06-11FFE748DF56}"/>
          </ac:cxnSpMkLst>
        </pc:cxnChg>
        <pc:cxnChg chg="mod">
          <ac:chgData name="Arkar Than Win" userId="3c8250a4-c36e-434c-9640-1ec1d94cea55" providerId="ADAL" clId="{0ACE9946-0938-4C15-91F3-DF5E7C93A5A9}" dt="2024-05-21T03:24:27.951" v="6411"/>
          <ac:cxnSpMkLst>
            <pc:docMk/>
            <pc:sldMk cId="749363726" sldId="273"/>
            <ac:cxnSpMk id="188" creationId="{752A54C4-F3C4-1495-B6BF-62C660A3403E}"/>
          </ac:cxnSpMkLst>
        </pc:cxnChg>
        <pc:cxnChg chg="mod">
          <ac:chgData name="Arkar Than Win" userId="3c8250a4-c36e-434c-9640-1ec1d94cea55" providerId="ADAL" clId="{0ACE9946-0938-4C15-91F3-DF5E7C93A5A9}" dt="2024-05-21T03:24:27.951" v="6411"/>
          <ac:cxnSpMkLst>
            <pc:docMk/>
            <pc:sldMk cId="749363726" sldId="273"/>
            <ac:cxnSpMk id="189" creationId="{1AA08C1E-DEF3-0401-C00C-63FB35A06763}"/>
          </ac:cxnSpMkLst>
        </pc:cxnChg>
      </pc:sldChg>
      <pc:sldChg chg="addSp delSp modSp add mod ord modNotesTx">
        <pc:chgData name="Arkar Than Win" userId="3c8250a4-c36e-434c-9640-1ec1d94cea55" providerId="ADAL" clId="{0ACE9946-0938-4C15-91F3-DF5E7C93A5A9}" dt="2024-05-28T05:57:38.489" v="21162" actId="20577"/>
        <pc:sldMkLst>
          <pc:docMk/>
          <pc:sldMk cId="1315399694" sldId="274"/>
        </pc:sldMkLst>
        <pc:spChg chg="mod">
          <ac:chgData name="Arkar Than Win" userId="3c8250a4-c36e-434c-9640-1ec1d94cea55" providerId="ADAL" clId="{0ACE9946-0938-4C15-91F3-DF5E7C93A5A9}" dt="2024-05-21T04:34:07.914" v="6956" actId="552"/>
          <ac:spMkLst>
            <pc:docMk/>
            <pc:sldMk cId="1315399694" sldId="274"/>
            <ac:spMk id="2" creationId="{CF74DB7E-CFA7-340D-92D5-29F98B99F8DA}"/>
          </ac:spMkLst>
        </pc:spChg>
        <pc:spChg chg="add mod">
          <ac:chgData name="Arkar Than Win" userId="3c8250a4-c36e-434c-9640-1ec1d94cea55" providerId="ADAL" clId="{0ACE9946-0938-4C15-91F3-DF5E7C93A5A9}" dt="2024-05-22T23:57:42.335" v="17380" actId="207"/>
          <ac:spMkLst>
            <pc:docMk/>
            <pc:sldMk cId="1315399694" sldId="274"/>
            <ac:spMk id="3" creationId="{4D41F93C-BC8B-D4B1-F3DE-9F6BD71B4B23}"/>
          </ac:spMkLst>
        </pc:spChg>
        <pc:spChg chg="del">
          <ac:chgData name="Arkar Than Win" userId="3c8250a4-c36e-434c-9640-1ec1d94cea55" providerId="ADAL" clId="{0ACE9946-0938-4C15-91F3-DF5E7C93A5A9}" dt="2024-05-19T03:32:54.515" v="5059" actId="478"/>
          <ac:spMkLst>
            <pc:docMk/>
            <pc:sldMk cId="1315399694" sldId="274"/>
            <ac:spMk id="3" creationId="{7FFE9A8E-669D-4866-2DD7-34E78B111A0D}"/>
          </ac:spMkLst>
        </pc:spChg>
        <pc:picChg chg="add mod">
          <ac:chgData name="Arkar Than Win" userId="3c8250a4-c36e-434c-9640-1ec1d94cea55" providerId="ADAL" clId="{0ACE9946-0938-4C15-91F3-DF5E7C93A5A9}" dt="2024-05-21T04:34:07.914" v="6956" actId="552"/>
          <ac:picMkLst>
            <pc:docMk/>
            <pc:sldMk cId="1315399694" sldId="274"/>
            <ac:picMk id="5" creationId="{65602C21-7A51-057E-1D8A-A33829ADDD7B}"/>
          </ac:picMkLst>
        </pc:picChg>
        <pc:picChg chg="del">
          <ac:chgData name="Arkar Than Win" userId="3c8250a4-c36e-434c-9640-1ec1d94cea55" providerId="ADAL" clId="{0ACE9946-0938-4C15-91F3-DF5E7C93A5A9}" dt="2024-05-19T01:03:30.921" v="732" actId="478"/>
          <ac:picMkLst>
            <pc:docMk/>
            <pc:sldMk cId="1315399694" sldId="274"/>
            <ac:picMk id="6" creationId="{859686EE-B875-A62D-6CE1-9949B304D5FE}"/>
          </ac:picMkLst>
        </pc:picChg>
      </pc:sldChg>
      <pc:sldChg chg="addSp delSp modSp add mod modAnim modNotesTx">
        <pc:chgData name="Arkar Than Win" userId="3c8250a4-c36e-434c-9640-1ec1d94cea55" providerId="ADAL" clId="{0ACE9946-0938-4C15-91F3-DF5E7C93A5A9}" dt="2024-05-31T02:32:12.845" v="37832" actId="20577"/>
        <pc:sldMkLst>
          <pc:docMk/>
          <pc:sldMk cId="1482928927" sldId="275"/>
        </pc:sldMkLst>
        <pc:spChg chg="mod">
          <ac:chgData name="Arkar Than Win" userId="3c8250a4-c36e-434c-9640-1ec1d94cea55" providerId="ADAL" clId="{0ACE9946-0938-4C15-91F3-DF5E7C93A5A9}" dt="2024-05-19T01:07:21.949" v="894" actId="20577"/>
          <ac:spMkLst>
            <pc:docMk/>
            <pc:sldMk cId="1482928927" sldId="275"/>
            <ac:spMk id="2" creationId="{CF74DB7E-CFA7-340D-92D5-29F98B99F8DA}"/>
          </ac:spMkLst>
        </pc:spChg>
        <pc:spChg chg="mod">
          <ac:chgData name="Arkar Than Win" userId="3c8250a4-c36e-434c-9640-1ec1d94cea55" providerId="ADAL" clId="{0ACE9946-0938-4C15-91F3-DF5E7C93A5A9}" dt="2024-05-21T06:30:03.843" v="11019" actId="255"/>
          <ac:spMkLst>
            <pc:docMk/>
            <pc:sldMk cId="1482928927" sldId="275"/>
            <ac:spMk id="3" creationId="{7FFE9A8E-669D-4866-2DD7-34E78B111A0D}"/>
          </ac:spMkLst>
        </pc:spChg>
        <pc:spChg chg="add mod">
          <ac:chgData name="Arkar Than Win" userId="3c8250a4-c36e-434c-9640-1ec1d94cea55" providerId="ADAL" clId="{0ACE9946-0938-4C15-91F3-DF5E7C93A5A9}" dt="2024-05-21T05:03:18.679" v="8453" actId="164"/>
          <ac:spMkLst>
            <pc:docMk/>
            <pc:sldMk cId="1482928927" sldId="275"/>
            <ac:spMk id="7" creationId="{49D9DE6D-D55F-BB6F-553B-10A09D858E37}"/>
          </ac:spMkLst>
        </pc:spChg>
        <pc:spChg chg="add del mod">
          <ac:chgData name="Arkar Than Win" userId="3c8250a4-c36e-434c-9640-1ec1d94cea55" providerId="ADAL" clId="{0ACE9946-0938-4C15-91F3-DF5E7C93A5A9}" dt="2024-05-21T06:30:19.088" v="11023" actId="255"/>
          <ac:spMkLst>
            <pc:docMk/>
            <pc:sldMk cId="1482928927" sldId="275"/>
            <ac:spMk id="8" creationId="{7954B6FF-27D1-FEC9-BC11-8664D74001C6}"/>
          </ac:spMkLst>
        </pc:spChg>
        <pc:spChg chg="add mod">
          <ac:chgData name="Arkar Than Win" userId="3c8250a4-c36e-434c-9640-1ec1d94cea55" providerId="ADAL" clId="{0ACE9946-0938-4C15-91F3-DF5E7C93A5A9}" dt="2024-05-21T05:03:18.679" v="8453" actId="164"/>
          <ac:spMkLst>
            <pc:docMk/>
            <pc:sldMk cId="1482928927" sldId="275"/>
            <ac:spMk id="9" creationId="{5C3B5E9D-0991-3D25-AB14-62DA24A45FD2}"/>
          </ac:spMkLst>
        </pc:spChg>
        <pc:spChg chg="add del mod">
          <ac:chgData name="Arkar Than Win" userId="3c8250a4-c36e-434c-9640-1ec1d94cea55" providerId="ADAL" clId="{0ACE9946-0938-4C15-91F3-DF5E7C93A5A9}" dt="2024-05-21T04:58:18.611" v="7962" actId="478"/>
          <ac:spMkLst>
            <pc:docMk/>
            <pc:sldMk cId="1482928927" sldId="275"/>
            <ac:spMk id="10" creationId="{BAC1E465-7C39-1B87-2C6C-98919286515D}"/>
          </ac:spMkLst>
        </pc:spChg>
        <pc:spChg chg="add mod">
          <ac:chgData name="Arkar Than Win" userId="3c8250a4-c36e-434c-9640-1ec1d94cea55" providerId="ADAL" clId="{0ACE9946-0938-4C15-91F3-DF5E7C93A5A9}" dt="2024-05-21T05:03:18.679" v="8453" actId="164"/>
          <ac:spMkLst>
            <pc:docMk/>
            <pc:sldMk cId="1482928927" sldId="275"/>
            <ac:spMk id="11" creationId="{FA24A221-C12B-B365-8E1E-A34625513487}"/>
          </ac:spMkLst>
        </pc:spChg>
        <pc:spChg chg="add mod">
          <ac:chgData name="Arkar Than Win" userId="3c8250a4-c36e-434c-9640-1ec1d94cea55" providerId="ADAL" clId="{0ACE9946-0938-4C15-91F3-DF5E7C93A5A9}" dt="2024-05-21T06:30:22.840" v="11024" actId="255"/>
          <ac:spMkLst>
            <pc:docMk/>
            <pc:sldMk cId="1482928927" sldId="275"/>
            <ac:spMk id="12" creationId="{4CA8D67A-C968-52AB-A94D-0246A209A51D}"/>
          </ac:spMkLst>
        </pc:spChg>
        <pc:spChg chg="add mod">
          <ac:chgData name="Arkar Than Win" userId="3c8250a4-c36e-434c-9640-1ec1d94cea55" providerId="ADAL" clId="{0ACE9946-0938-4C15-91F3-DF5E7C93A5A9}" dt="2024-05-21T06:30:26.627" v="11025" actId="255"/>
          <ac:spMkLst>
            <pc:docMk/>
            <pc:sldMk cId="1482928927" sldId="275"/>
            <ac:spMk id="13" creationId="{A1126A07-98A3-5BDC-FBB5-0BF4A87BAE5C}"/>
          </ac:spMkLst>
        </pc:spChg>
        <pc:spChg chg="add del mod">
          <ac:chgData name="Arkar Than Win" userId="3c8250a4-c36e-434c-9640-1ec1d94cea55" providerId="ADAL" clId="{0ACE9946-0938-4C15-91F3-DF5E7C93A5A9}" dt="2024-05-21T07:06:45.616" v="13015" actId="21"/>
          <ac:spMkLst>
            <pc:docMk/>
            <pc:sldMk cId="1482928927" sldId="275"/>
            <ac:spMk id="20" creationId="{F7221DB0-1106-8089-C3AA-8D1FFAEF49CF}"/>
          </ac:spMkLst>
        </pc:spChg>
        <pc:grpChg chg="add mod">
          <ac:chgData name="Arkar Than Win" userId="3c8250a4-c36e-434c-9640-1ec1d94cea55" providerId="ADAL" clId="{0ACE9946-0938-4C15-91F3-DF5E7C93A5A9}" dt="2024-05-21T05:03:18.679" v="8453" actId="164"/>
          <ac:grpSpMkLst>
            <pc:docMk/>
            <pc:sldMk cId="1482928927" sldId="275"/>
            <ac:grpSpMk id="14" creationId="{5D2A9B2C-2133-D9B0-085F-4BF29A6A2C0D}"/>
          </ac:grpSpMkLst>
        </pc:grpChg>
        <pc:graphicFrameChg chg="add del mod modGraphic">
          <ac:chgData name="Arkar Than Win" userId="3c8250a4-c36e-434c-9640-1ec1d94cea55" providerId="ADAL" clId="{0ACE9946-0938-4C15-91F3-DF5E7C93A5A9}" dt="2024-05-21T04:40:44.948" v="7145" actId="478"/>
          <ac:graphicFrameMkLst>
            <pc:docMk/>
            <pc:sldMk cId="1482928927" sldId="275"/>
            <ac:graphicFrameMk id="4" creationId="{DDCC24DA-96BD-1CB6-8154-616C83237ACE}"/>
          </ac:graphicFrameMkLst>
        </pc:graphicFrameChg>
        <pc:graphicFrameChg chg="add del mod modGraphic">
          <ac:chgData name="Arkar Than Win" userId="3c8250a4-c36e-434c-9640-1ec1d94cea55" providerId="ADAL" clId="{0ACE9946-0938-4C15-91F3-DF5E7C93A5A9}" dt="2024-05-21T04:43:02.527" v="7199" actId="478"/>
          <ac:graphicFrameMkLst>
            <pc:docMk/>
            <pc:sldMk cId="1482928927" sldId="275"/>
            <ac:graphicFrameMk id="5" creationId="{3A0A3805-69A3-4021-5FFA-424204FAF605}"/>
          </ac:graphicFrameMkLst>
        </pc:graphicFrameChg>
        <pc:graphicFrameChg chg="add mod modGraphic">
          <ac:chgData name="Arkar Than Win" userId="3c8250a4-c36e-434c-9640-1ec1d94cea55" providerId="ADAL" clId="{0ACE9946-0938-4C15-91F3-DF5E7C93A5A9}" dt="2024-05-21T06:30:14.972" v="11022" actId="255"/>
          <ac:graphicFrameMkLst>
            <pc:docMk/>
            <pc:sldMk cId="1482928927" sldId="275"/>
            <ac:graphicFrameMk id="6" creationId="{AAE43F2B-2673-7CAD-CEA0-5917814530B4}"/>
          </ac:graphicFrameMkLst>
        </pc:graphicFrameChg>
      </pc:sldChg>
      <pc:sldChg chg="addSp delSp modSp add mod delAnim modAnim modNotesTx">
        <pc:chgData name="Arkar Than Win" userId="3c8250a4-c36e-434c-9640-1ec1d94cea55" providerId="ADAL" clId="{0ACE9946-0938-4C15-91F3-DF5E7C93A5A9}" dt="2024-05-31T02:26:23.511" v="37638"/>
        <pc:sldMkLst>
          <pc:docMk/>
          <pc:sldMk cId="3977569686" sldId="276"/>
        </pc:sldMkLst>
        <pc:spChg chg="mod">
          <ac:chgData name="Arkar Than Win" userId="3c8250a4-c36e-434c-9640-1ec1d94cea55" providerId="ADAL" clId="{0ACE9946-0938-4C15-91F3-DF5E7C93A5A9}" dt="2024-05-19T01:15:29.978" v="1351" actId="20577"/>
          <ac:spMkLst>
            <pc:docMk/>
            <pc:sldMk cId="3977569686" sldId="276"/>
            <ac:spMk id="2" creationId="{CF74DB7E-CFA7-340D-92D5-29F98B99F8DA}"/>
          </ac:spMkLst>
        </pc:spChg>
        <pc:spChg chg="mod">
          <ac:chgData name="Arkar Than Win" userId="3c8250a4-c36e-434c-9640-1ec1d94cea55" providerId="ADAL" clId="{0ACE9946-0938-4C15-91F3-DF5E7C93A5A9}" dt="2024-05-30T04:10:10.603" v="35957" actId="14100"/>
          <ac:spMkLst>
            <pc:docMk/>
            <pc:sldMk cId="3977569686" sldId="276"/>
            <ac:spMk id="3" creationId="{7FFE9A8E-669D-4866-2DD7-34E78B111A0D}"/>
          </ac:spMkLst>
        </pc:spChg>
        <pc:spChg chg="add del mod">
          <ac:chgData name="Arkar Than Win" userId="3c8250a4-c36e-434c-9640-1ec1d94cea55" providerId="ADAL" clId="{0ACE9946-0938-4C15-91F3-DF5E7C93A5A9}" dt="2024-05-21T06:03:17.182" v="9674" actId="21"/>
          <ac:spMkLst>
            <pc:docMk/>
            <pc:sldMk cId="3977569686" sldId="276"/>
            <ac:spMk id="15" creationId="{56946E0A-B908-F93A-7AC6-8F76E115E5AA}"/>
          </ac:spMkLst>
        </pc:spChg>
        <pc:spChg chg="add del mod">
          <ac:chgData name="Arkar Than Win" userId="3c8250a4-c36e-434c-9640-1ec1d94cea55" providerId="ADAL" clId="{0ACE9946-0938-4C15-91F3-DF5E7C93A5A9}" dt="2024-05-30T04:18:07.679" v="36025" actId="478"/>
          <ac:spMkLst>
            <pc:docMk/>
            <pc:sldMk cId="3977569686" sldId="276"/>
            <ac:spMk id="35" creationId="{079D9646-4D6E-408D-5D27-5F9E3883691D}"/>
          </ac:spMkLst>
        </pc:spChg>
        <pc:grpChg chg="add del mod">
          <ac:chgData name="Arkar Than Win" userId="3c8250a4-c36e-434c-9640-1ec1d94cea55" providerId="ADAL" clId="{0ACE9946-0938-4C15-91F3-DF5E7C93A5A9}" dt="2024-05-30T04:11:42.289" v="35962" actId="478"/>
          <ac:grpSpMkLst>
            <pc:docMk/>
            <pc:sldMk cId="3977569686" sldId="276"/>
            <ac:grpSpMk id="4" creationId="{8CB49A28-DC8E-D686-D5BD-E59520DABA04}"/>
          </ac:grpSpMkLst>
        </pc:grpChg>
        <pc:grpChg chg="add del mod">
          <ac:chgData name="Arkar Than Win" userId="3c8250a4-c36e-434c-9640-1ec1d94cea55" providerId="ADAL" clId="{0ACE9946-0938-4C15-91F3-DF5E7C93A5A9}" dt="2024-05-30T04:13:31.832" v="35982" actId="165"/>
          <ac:grpSpMkLst>
            <pc:docMk/>
            <pc:sldMk cId="3977569686" sldId="276"/>
            <ac:grpSpMk id="11" creationId="{B8BAF30E-B451-015C-4325-A1CA5EA43432}"/>
          </ac:grpSpMkLst>
        </pc:grpChg>
        <pc:grpChg chg="del mod topLvl">
          <ac:chgData name="Arkar Than Win" userId="3c8250a4-c36e-434c-9640-1ec1d94cea55" providerId="ADAL" clId="{0ACE9946-0938-4C15-91F3-DF5E7C93A5A9}" dt="2024-05-30T04:13:47.014" v="35986" actId="478"/>
          <ac:grpSpMkLst>
            <pc:docMk/>
            <pc:sldMk cId="3977569686" sldId="276"/>
            <ac:grpSpMk id="12" creationId="{A4C7E6C6-D394-F271-189A-77C22B4C240C}"/>
          </ac:grpSpMkLst>
        </pc:grpChg>
        <pc:grpChg chg="del mod topLvl">
          <ac:chgData name="Arkar Than Win" userId="3c8250a4-c36e-434c-9640-1ec1d94cea55" providerId="ADAL" clId="{0ACE9946-0938-4C15-91F3-DF5E7C93A5A9}" dt="2024-05-30T04:13:36.259" v="35983" actId="165"/>
          <ac:grpSpMkLst>
            <pc:docMk/>
            <pc:sldMk cId="3977569686" sldId="276"/>
            <ac:grpSpMk id="13" creationId="{7DDCDA72-07A5-DF44-1BF6-FA5FEEF53AB7}"/>
          </ac:grpSpMkLst>
        </pc:grpChg>
        <pc:grpChg chg="add mod">
          <ac:chgData name="Arkar Than Win" userId="3c8250a4-c36e-434c-9640-1ec1d94cea55" providerId="ADAL" clId="{0ACE9946-0938-4C15-91F3-DF5E7C93A5A9}" dt="2024-05-30T04:20:22.194" v="36062" actId="164"/>
          <ac:grpSpMkLst>
            <pc:docMk/>
            <pc:sldMk cId="3977569686" sldId="276"/>
            <ac:grpSpMk id="30" creationId="{403E4D6F-6A41-8463-96AB-9FB3736EDA35}"/>
          </ac:grpSpMkLst>
        </pc:grpChg>
        <pc:grpChg chg="add mod">
          <ac:chgData name="Arkar Than Win" userId="3c8250a4-c36e-434c-9640-1ec1d94cea55" providerId="ADAL" clId="{0ACE9946-0938-4C15-91F3-DF5E7C93A5A9}" dt="2024-05-30T04:20:22.194" v="36062" actId="164"/>
          <ac:grpSpMkLst>
            <pc:docMk/>
            <pc:sldMk cId="3977569686" sldId="276"/>
            <ac:grpSpMk id="31" creationId="{7403C96A-9B6F-A682-9749-CC7E6406BBE6}"/>
          </ac:grpSpMkLst>
        </pc:grpChg>
        <pc:grpChg chg="add del mod">
          <ac:chgData name="Arkar Than Win" userId="3c8250a4-c36e-434c-9640-1ec1d94cea55" providerId="ADAL" clId="{0ACE9946-0938-4C15-91F3-DF5E7C93A5A9}" dt="2024-05-30T04:22:38.204" v="36090" actId="21"/>
          <ac:grpSpMkLst>
            <pc:docMk/>
            <pc:sldMk cId="3977569686" sldId="276"/>
            <ac:grpSpMk id="37" creationId="{1D7F84D0-37B1-F06F-EFE4-D0A4680F2226}"/>
          </ac:grpSpMkLst>
        </pc:grpChg>
        <pc:grpChg chg="add del mod">
          <ac:chgData name="Arkar Than Win" userId="3c8250a4-c36e-434c-9640-1ec1d94cea55" providerId="ADAL" clId="{0ACE9946-0938-4C15-91F3-DF5E7C93A5A9}" dt="2024-05-30T04:22:31.608" v="36085" actId="21"/>
          <ac:grpSpMkLst>
            <pc:docMk/>
            <pc:sldMk cId="3977569686" sldId="276"/>
            <ac:grpSpMk id="38" creationId="{4EEA449C-CCAA-70D8-D68A-19D9D05467E7}"/>
          </ac:grpSpMkLst>
        </pc:grpChg>
        <pc:grpChg chg="mod">
          <ac:chgData name="Arkar Than Win" userId="3c8250a4-c36e-434c-9640-1ec1d94cea55" providerId="ADAL" clId="{0ACE9946-0938-4C15-91F3-DF5E7C93A5A9}" dt="2024-05-30T04:20:23.608" v="36063"/>
          <ac:grpSpMkLst>
            <pc:docMk/>
            <pc:sldMk cId="3977569686" sldId="276"/>
            <ac:grpSpMk id="40" creationId="{7785BF3D-A3FF-8389-4257-3E555A2745D6}"/>
          </ac:grpSpMkLst>
        </pc:grpChg>
        <pc:grpChg chg="mod">
          <ac:chgData name="Arkar Than Win" userId="3c8250a4-c36e-434c-9640-1ec1d94cea55" providerId="ADAL" clId="{0ACE9946-0938-4C15-91F3-DF5E7C93A5A9}" dt="2024-05-30T04:20:23.608" v="36063"/>
          <ac:grpSpMkLst>
            <pc:docMk/>
            <pc:sldMk cId="3977569686" sldId="276"/>
            <ac:grpSpMk id="41" creationId="{09DB1526-C866-5B25-C142-3B3070EE306B}"/>
          </ac:grpSpMkLst>
        </pc:grpChg>
        <pc:grpChg chg="add mod">
          <ac:chgData name="Arkar Than Win" userId="3c8250a4-c36e-434c-9640-1ec1d94cea55" providerId="ADAL" clId="{0ACE9946-0938-4C15-91F3-DF5E7C93A5A9}" dt="2024-05-30T04:22:32.966" v="36086"/>
          <ac:grpSpMkLst>
            <pc:docMk/>
            <pc:sldMk cId="3977569686" sldId="276"/>
            <ac:grpSpMk id="54" creationId="{4EEA449C-CCAA-70D8-D68A-19D9D05467E7}"/>
          </ac:grpSpMkLst>
        </pc:grpChg>
        <pc:grpChg chg="mod">
          <ac:chgData name="Arkar Than Win" userId="3c8250a4-c36e-434c-9640-1ec1d94cea55" providerId="ADAL" clId="{0ACE9946-0938-4C15-91F3-DF5E7C93A5A9}" dt="2024-05-30T04:22:32.966" v="36086"/>
          <ac:grpSpMkLst>
            <pc:docMk/>
            <pc:sldMk cId="3977569686" sldId="276"/>
            <ac:grpSpMk id="56" creationId="{7785BF3D-A3FF-8389-4257-3E555A2745D6}"/>
          </ac:grpSpMkLst>
        </pc:grpChg>
        <pc:grpChg chg="mod">
          <ac:chgData name="Arkar Than Win" userId="3c8250a4-c36e-434c-9640-1ec1d94cea55" providerId="ADAL" clId="{0ACE9946-0938-4C15-91F3-DF5E7C93A5A9}" dt="2024-05-30T04:22:32.966" v="36086"/>
          <ac:grpSpMkLst>
            <pc:docMk/>
            <pc:sldMk cId="3977569686" sldId="276"/>
            <ac:grpSpMk id="57" creationId="{09DB1526-C866-5B25-C142-3B3070EE306B}"/>
          </ac:grpSpMkLst>
        </pc:grpChg>
        <pc:grpChg chg="add mod">
          <ac:chgData name="Arkar Than Win" userId="3c8250a4-c36e-434c-9640-1ec1d94cea55" providerId="ADAL" clId="{0ACE9946-0938-4C15-91F3-DF5E7C93A5A9}" dt="2024-05-30T04:22:38.607" v="36091"/>
          <ac:grpSpMkLst>
            <pc:docMk/>
            <pc:sldMk cId="3977569686" sldId="276"/>
            <ac:grpSpMk id="71" creationId="{1D7F84D0-37B1-F06F-EFE4-D0A4680F2226}"/>
          </ac:grpSpMkLst>
        </pc:grpChg>
        <pc:grpChg chg="mod">
          <ac:chgData name="Arkar Than Win" userId="3c8250a4-c36e-434c-9640-1ec1d94cea55" providerId="ADAL" clId="{0ACE9946-0938-4C15-91F3-DF5E7C93A5A9}" dt="2024-05-30T04:22:38.607" v="36091"/>
          <ac:grpSpMkLst>
            <pc:docMk/>
            <pc:sldMk cId="3977569686" sldId="276"/>
            <ac:grpSpMk id="73" creationId="{7403C96A-9B6F-A682-9749-CC7E6406BBE6}"/>
          </ac:grpSpMkLst>
        </pc:grpChg>
        <pc:grpChg chg="mod">
          <ac:chgData name="Arkar Than Win" userId="3c8250a4-c36e-434c-9640-1ec1d94cea55" providerId="ADAL" clId="{0ACE9946-0938-4C15-91F3-DF5E7C93A5A9}" dt="2024-05-30T04:22:38.607" v="36091"/>
          <ac:grpSpMkLst>
            <pc:docMk/>
            <pc:sldMk cId="3977569686" sldId="276"/>
            <ac:grpSpMk id="74" creationId="{403E4D6F-6A41-8463-96AB-9FB3736EDA35}"/>
          </ac:grpSpMkLst>
        </pc:grpChg>
        <pc:grpChg chg="add del mod">
          <ac:chgData name="Arkar Than Win" userId="3c8250a4-c36e-434c-9640-1ec1d94cea55" providerId="ADAL" clId="{0ACE9946-0938-4C15-91F3-DF5E7C93A5A9}" dt="2024-05-30T04:27:58.590" v="36198" actId="165"/>
          <ac:grpSpMkLst>
            <pc:docMk/>
            <pc:sldMk cId="3977569686" sldId="276"/>
            <ac:grpSpMk id="92" creationId="{740693EC-0A33-D11F-6A11-5263D7D4CAF6}"/>
          </ac:grpSpMkLst>
        </pc:grpChg>
        <pc:grpChg chg="add mod">
          <ac:chgData name="Arkar Than Win" userId="3c8250a4-c36e-434c-9640-1ec1d94cea55" providerId="ADAL" clId="{0ACE9946-0938-4C15-91F3-DF5E7C93A5A9}" dt="2024-05-30T04:30:12.963" v="36253" actId="164"/>
          <ac:grpSpMkLst>
            <pc:docMk/>
            <pc:sldMk cId="3977569686" sldId="276"/>
            <ac:grpSpMk id="109" creationId="{F4CBE649-EED8-FD68-DC30-AE4319DDF150}"/>
          </ac:grpSpMkLst>
        </pc:grpChg>
        <pc:grpChg chg="add mod">
          <ac:chgData name="Arkar Than Win" userId="3c8250a4-c36e-434c-9640-1ec1d94cea55" providerId="ADAL" clId="{0ACE9946-0938-4C15-91F3-DF5E7C93A5A9}" dt="2024-05-30T04:30:12.963" v="36253" actId="164"/>
          <ac:grpSpMkLst>
            <pc:docMk/>
            <pc:sldMk cId="3977569686" sldId="276"/>
            <ac:grpSpMk id="110" creationId="{37FEE4A9-455A-B68D-BC3A-F331CCDB4600}"/>
          </ac:grpSpMkLst>
        </pc:grpChg>
        <pc:grpChg chg="add del mod">
          <ac:chgData name="Arkar Than Win" userId="3c8250a4-c36e-434c-9640-1ec1d94cea55" providerId="ADAL" clId="{0ACE9946-0938-4C15-91F3-DF5E7C93A5A9}" dt="2024-05-30T04:30:21.941" v="36255" actId="21"/>
          <ac:grpSpMkLst>
            <pc:docMk/>
            <pc:sldMk cId="3977569686" sldId="276"/>
            <ac:grpSpMk id="111" creationId="{7137F70B-CDE7-D701-1BCF-28DCBF5A07C3}"/>
          </ac:grpSpMkLst>
        </pc:grpChg>
        <pc:grpChg chg="add mod">
          <ac:chgData name="Arkar Than Win" userId="3c8250a4-c36e-434c-9640-1ec1d94cea55" providerId="ADAL" clId="{0ACE9946-0938-4C15-91F3-DF5E7C93A5A9}" dt="2024-05-30T04:30:22.346" v="36256"/>
          <ac:grpSpMkLst>
            <pc:docMk/>
            <pc:sldMk cId="3977569686" sldId="276"/>
            <ac:grpSpMk id="112" creationId="{7137F70B-CDE7-D701-1BCF-28DCBF5A07C3}"/>
          </ac:grpSpMkLst>
        </pc:grpChg>
        <pc:grpChg chg="mod">
          <ac:chgData name="Arkar Than Win" userId="3c8250a4-c36e-434c-9640-1ec1d94cea55" providerId="ADAL" clId="{0ACE9946-0938-4C15-91F3-DF5E7C93A5A9}" dt="2024-05-30T04:30:22.346" v="36256"/>
          <ac:grpSpMkLst>
            <pc:docMk/>
            <pc:sldMk cId="3977569686" sldId="276"/>
            <ac:grpSpMk id="114" creationId="{F4CBE649-EED8-FD68-DC30-AE4319DDF150}"/>
          </ac:grpSpMkLst>
        </pc:grpChg>
        <pc:grpChg chg="mod">
          <ac:chgData name="Arkar Than Win" userId="3c8250a4-c36e-434c-9640-1ec1d94cea55" providerId="ADAL" clId="{0ACE9946-0938-4C15-91F3-DF5E7C93A5A9}" dt="2024-05-30T04:30:22.346" v="36256"/>
          <ac:grpSpMkLst>
            <pc:docMk/>
            <pc:sldMk cId="3977569686" sldId="276"/>
            <ac:grpSpMk id="115" creationId="{37FEE4A9-455A-B68D-BC3A-F331CCDB4600}"/>
          </ac:grpSpMkLst>
        </pc:grpChg>
        <pc:grpChg chg="add del mod">
          <ac:chgData name="Arkar Than Win" userId="3c8250a4-c36e-434c-9640-1ec1d94cea55" providerId="ADAL" clId="{0ACE9946-0938-4C15-91F3-DF5E7C93A5A9}" dt="2024-05-30T04:31:15.867" v="36271" actId="21"/>
          <ac:grpSpMkLst>
            <pc:docMk/>
            <pc:sldMk cId="3977569686" sldId="276"/>
            <ac:grpSpMk id="125" creationId="{C4CC2D00-45C7-1EDB-E222-595D11F44A57}"/>
          </ac:grpSpMkLst>
        </pc:grpChg>
        <pc:grpChg chg="mod">
          <ac:chgData name="Arkar Than Win" userId="3c8250a4-c36e-434c-9640-1ec1d94cea55" providerId="ADAL" clId="{0ACE9946-0938-4C15-91F3-DF5E7C93A5A9}" dt="2024-05-30T04:30:28.899" v="36260"/>
          <ac:grpSpMkLst>
            <pc:docMk/>
            <pc:sldMk cId="3977569686" sldId="276"/>
            <ac:grpSpMk id="127" creationId="{2761AF44-905C-421A-AC94-BF3F7C97E2A6}"/>
          </ac:grpSpMkLst>
        </pc:grpChg>
        <pc:grpChg chg="mod">
          <ac:chgData name="Arkar Than Win" userId="3c8250a4-c36e-434c-9640-1ec1d94cea55" providerId="ADAL" clId="{0ACE9946-0938-4C15-91F3-DF5E7C93A5A9}" dt="2024-05-30T04:30:28.899" v="36260"/>
          <ac:grpSpMkLst>
            <pc:docMk/>
            <pc:sldMk cId="3977569686" sldId="276"/>
            <ac:grpSpMk id="128" creationId="{B491CFFB-7DCE-D24D-EE06-CC0446FF13BC}"/>
          </ac:grpSpMkLst>
        </pc:grpChg>
        <pc:grpChg chg="add del mod">
          <ac:chgData name="Arkar Than Win" userId="3c8250a4-c36e-434c-9640-1ec1d94cea55" providerId="ADAL" clId="{0ACE9946-0938-4C15-91F3-DF5E7C93A5A9}" dt="2024-05-30T04:31:15.867" v="36271" actId="21"/>
          <ac:grpSpMkLst>
            <pc:docMk/>
            <pc:sldMk cId="3977569686" sldId="276"/>
            <ac:grpSpMk id="137" creationId="{3C9E112D-7028-D268-3E9C-40F4A3F572E7}"/>
          </ac:grpSpMkLst>
        </pc:grpChg>
        <pc:grpChg chg="mod">
          <ac:chgData name="Arkar Than Win" userId="3c8250a4-c36e-434c-9640-1ec1d94cea55" providerId="ADAL" clId="{0ACE9946-0938-4C15-91F3-DF5E7C93A5A9}" dt="2024-05-30T04:30:32.563" v="36261"/>
          <ac:grpSpMkLst>
            <pc:docMk/>
            <pc:sldMk cId="3977569686" sldId="276"/>
            <ac:grpSpMk id="139" creationId="{67B8729B-6D99-CADB-FB52-2201477C2ECA}"/>
          </ac:grpSpMkLst>
        </pc:grpChg>
        <pc:grpChg chg="mod">
          <ac:chgData name="Arkar Than Win" userId="3c8250a4-c36e-434c-9640-1ec1d94cea55" providerId="ADAL" clId="{0ACE9946-0938-4C15-91F3-DF5E7C93A5A9}" dt="2024-05-30T04:30:32.563" v="36261"/>
          <ac:grpSpMkLst>
            <pc:docMk/>
            <pc:sldMk cId="3977569686" sldId="276"/>
            <ac:grpSpMk id="140" creationId="{0A518480-F1CF-768E-EF85-71CEFACFA081}"/>
          </ac:grpSpMkLst>
        </pc:grpChg>
        <pc:grpChg chg="add mod">
          <ac:chgData name="Arkar Than Win" userId="3c8250a4-c36e-434c-9640-1ec1d94cea55" providerId="ADAL" clId="{0ACE9946-0938-4C15-91F3-DF5E7C93A5A9}" dt="2024-05-30T04:31:26.212" v="36275"/>
          <ac:grpSpMkLst>
            <pc:docMk/>
            <pc:sldMk cId="3977569686" sldId="276"/>
            <ac:grpSpMk id="149" creationId="{C8DAC11B-3385-88E7-6C53-B87A1F726F6B}"/>
          </ac:grpSpMkLst>
        </pc:grpChg>
        <pc:grpChg chg="mod">
          <ac:chgData name="Arkar Than Win" userId="3c8250a4-c36e-434c-9640-1ec1d94cea55" providerId="ADAL" clId="{0ACE9946-0938-4C15-91F3-DF5E7C93A5A9}" dt="2024-05-30T04:31:26.212" v="36275"/>
          <ac:grpSpMkLst>
            <pc:docMk/>
            <pc:sldMk cId="3977569686" sldId="276"/>
            <ac:grpSpMk id="151" creationId="{1AB668AC-E9A4-591C-3344-C0CA6C213CD8}"/>
          </ac:grpSpMkLst>
        </pc:grpChg>
        <pc:grpChg chg="mod">
          <ac:chgData name="Arkar Than Win" userId="3c8250a4-c36e-434c-9640-1ec1d94cea55" providerId="ADAL" clId="{0ACE9946-0938-4C15-91F3-DF5E7C93A5A9}" dt="2024-05-30T04:31:26.212" v="36275"/>
          <ac:grpSpMkLst>
            <pc:docMk/>
            <pc:sldMk cId="3977569686" sldId="276"/>
            <ac:grpSpMk id="152" creationId="{85B432F3-3A3A-FC3A-B34B-37CA68298F49}"/>
          </ac:grpSpMkLst>
        </pc:grpChg>
        <pc:grpChg chg="add mod">
          <ac:chgData name="Arkar Than Win" userId="3c8250a4-c36e-434c-9640-1ec1d94cea55" providerId="ADAL" clId="{0ACE9946-0938-4C15-91F3-DF5E7C93A5A9}" dt="2024-05-30T04:31:40.619" v="36279"/>
          <ac:grpSpMkLst>
            <pc:docMk/>
            <pc:sldMk cId="3977569686" sldId="276"/>
            <ac:grpSpMk id="162" creationId="{1EB1FF4F-9E71-268F-FD62-7D0861AFA78B}"/>
          </ac:grpSpMkLst>
        </pc:grpChg>
        <pc:grpChg chg="mod">
          <ac:chgData name="Arkar Than Win" userId="3c8250a4-c36e-434c-9640-1ec1d94cea55" providerId="ADAL" clId="{0ACE9946-0938-4C15-91F3-DF5E7C93A5A9}" dt="2024-05-30T04:31:40.619" v="36279"/>
          <ac:grpSpMkLst>
            <pc:docMk/>
            <pc:sldMk cId="3977569686" sldId="276"/>
            <ac:grpSpMk id="164" creationId="{7AF32E5F-0A34-6D77-4721-856ACE7B00D8}"/>
          </ac:grpSpMkLst>
        </pc:grpChg>
        <pc:grpChg chg="mod">
          <ac:chgData name="Arkar Than Win" userId="3c8250a4-c36e-434c-9640-1ec1d94cea55" providerId="ADAL" clId="{0ACE9946-0938-4C15-91F3-DF5E7C93A5A9}" dt="2024-05-30T04:31:40.619" v="36279"/>
          <ac:grpSpMkLst>
            <pc:docMk/>
            <pc:sldMk cId="3977569686" sldId="276"/>
            <ac:grpSpMk id="165" creationId="{79DCFB1A-3E56-C091-9A98-0896DB407356}"/>
          </ac:grpSpMkLst>
        </pc:grpChg>
        <pc:graphicFrameChg chg="add del mod">
          <ac:chgData name="Arkar Than Win" userId="3c8250a4-c36e-434c-9640-1ec1d94cea55" providerId="ADAL" clId="{0ACE9946-0938-4C15-91F3-DF5E7C93A5A9}" dt="2024-05-30T04:18:31.975" v="36032" actId="21"/>
          <ac:graphicFrameMkLst>
            <pc:docMk/>
            <pc:sldMk cId="3977569686" sldId="276"/>
            <ac:graphicFrameMk id="34" creationId="{70F2D7BF-3D82-612A-8C92-D0944C6B814A}"/>
          </ac:graphicFrameMkLst>
        </pc:graphicFrameChg>
        <pc:graphicFrameChg chg="add mod">
          <ac:chgData name="Arkar Than Win" userId="3c8250a4-c36e-434c-9640-1ec1d94cea55" providerId="ADAL" clId="{0ACE9946-0938-4C15-91F3-DF5E7C93A5A9}" dt="2024-05-30T04:20:22.194" v="36062" actId="164"/>
          <ac:graphicFrameMkLst>
            <pc:docMk/>
            <pc:sldMk cId="3977569686" sldId="276"/>
            <ac:graphicFrameMk id="36" creationId="{70F2D7BF-3D82-612A-8C92-D0944C6B814A}"/>
          </ac:graphicFrameMkLst>
        </pc:graphicFrameChg>
        <pc:graphicFrameChg chg="mod">
          <ac:chgData name="Arkar Than Win" userId="3c8250a4-c36e-434c-9640-1ec1d94cea55" providerId="ADAL" clId="{0ACE9946-0938-4C15-91F3-DF5E7C93A5A9}" dt="2024-05-30T04:22:24.529" v="36083" actId="1076"/>
          <ac:graphicFrameMkLst>
            <pc:docMk/>
            <pc:sldMk cId="3977569686" sldId="276"/>
            <ac:graphicFrameMk id="39" creationId="{8434C09F-C5F8-0A78-01FC-C502557505E3}"/>
          </ac:graphicFrameMkLst>
        </pc:graphicFrameChg>
        <pc:graphicFrameChg chg="mod">
          <ac:chgData name="Arkar Than Win" userId="3c8250a4-c36e-434c-9640-1ec1d94cea55" providerId="ADAL" clId="{0ACE9946-0938-4C15-91F3-DF5E7C93A5A9}" dt="2024-05-30T04:22:32.966" v="36086"/>
          <ac:graphicFrameMkLst>
            <pc:docMk/>
            <pc:sldMk cId="3977569686" sldId="276"/>
            <ac:graphicFrameMk id="55" creationId="{8434C09F-C5F8-0A78-01FC-C502557505E3}"/>
          </ac:graphicFrameMkLst>
        </pc:graphicFrameChg>
        <pc:graphicFrameChg chg="mod">
          <ac:chgData name="Arkar Than Win" userId="3c8250a4-c36e-434c-9640-1ec1d94cea55" providerId="ADAL" clId="{0ACE9946-0938-4C15-91F3-DF5E7C93A5A9}" dt="2024-05-30T04:22:38.607" v="36091"/>
          <ac:graphicFrameMkLst>
            <pc:docMk/>
            <pc:sldMk cId="3977569686" sldId="276"/>
            <ac:graphicFrameMk id="72" creationId="{70F2D7BF-3D82-612A-8C92-D0944C6B814A}"/>
          </ac:graphicFrameMkLst>
        </pc:graphicFrameChg>
        <pc:graphicFrameChg chg="add del mod">
          <ac:chgData name="Arkar Than Win" userId="3c8250a4-c36e-434c-9640-1ec1d94cea55" providerId="ADAL" clId="{0ACE9946-0938-4C15-91F3-DF5E7C93A5A9}" dt="2024-05-30T04:27:27.933" v="36188" actId="21"/>
          <ac:graphicFrameMkLst>
            <pc:docMk/>
            <pc:sldMk cId="3977569686" sldId="276"/>
            <ac:graphicFrameMk id="107" creationId="{3D3C0E51-D234-AE33-BF20-E403DC77F8BE}"/>
          </ac:graphicFrameMkLst>
        </pc:graphicFrameChg>
        <pc:graphicFrameChg chg="add mod">
          <ac:chgData name="Arkar Than Win" userId="3c8250a4-c36e-434c-9640-1ec1d94cea55" providerId="ADAL" clId="{0ACE9946-0938-4C15-91F3-DF5E7C93A5A9}" dt="2024-05-30T04:30:12.963" v="36253" actId="164"/>
          <ac:graphicFrameMkLst>
            <pc:docMk/>
            <pc:sldMk cId="3977569686" sldId="276"/>
            <ac:graphicFrameMk id="108" creationId="{3D3C0E51-D234-AE33-BF20-E403DC77F8BE}"/>
          </ac:graphicFrameMkLst>
        </pc:graphicFrameChg>
        <pc:graphicFrameChg chg="mod">
          <ac:chgData name="Arkar Than Win" userId="3c8250a4-c36e-434c-9640-1ec1d94cea55" providerId="ADAL" clId="{0ACE9946-0938-4C15-91F3-DF5E7C93A5A9}" dt="2024-05-30T04:30:22.346" v="36256"/>
          <ac:graphicFrameMkLst>
            <pc:docMk/>
            <pc:sldMk cId="3977569686" sldId="276"/>
            <ac:graphicFrameMk id="113" creationId="{3D3C0E51-D234-AE33-BF20-E403DC77F8BE}"/>
          </ac:graphicFrameMkLst>
        </pc:graphicFrameChg>
        <pc:graphicFrameChg chg="mod">
          <ac:chgData name="Arkar Than Win" userId="3c8250a4-c36e-434c-9640-1ec1d94cea55" providerId="ADAL" clId="{0ACE9946-0938-4C15-91F3-DF5E7C93A5A9}" dt="2024-05-30T04:30:28.899" v="36260"/>
          <ac:graphicFrameMkLst>
            <pc:docMk/>
            <pc:sldMk cId="3977569686" sldId="276"/>
            <ac:graphicFrameMk id="126" creationId="{973FBB81-531D-44B2-FD96-FE891F757848}"/>
          </ac:graphicFrameMkLst>
        </pc:graphicFrameChg>
        <pc:graphicFrameChg chg="mod">
          <ac:chgData name="Arkar Than Win" userId="3c8250a4-c36e-434c-9640-1ec1d94cea55" providerId="ADAL" clId="{0ACE9946-0938-4C15-91F3-DF5E7C93A5A9}" dt="2024-05-30T04:30:32.563" v="36261"/>
          <ac:graphicFrameMkLst>
            <pc:docMk/>
            <pc:sldMk cId="3977569686" sldId="276"/>
            <ac:graphicFrameMk id="138" creationId="{96C92DC7-4C32-B273-69A1-4A5074275D28}"/>
          </ac:graphicFrameMkLst>
        </pc:graphicFrameChg>
        <pc:graphicFrameChg chg="mod">
          <ac:chgData name="Arkar Than Win" userId="3c8250a4-c36e-434c-9640-1ec1d94cea55" providerId="ADAL" clId="{0ACE9946-0938-4C15-91F3-DF5E7C93A5A9}" dt="2024-05-30T04:31:26.212" v="36275"/>
          <ac:graphicFrameMkLst>
            <pc:docMk/>
            <pc:sldMk cId="3977569686" sldId="276"/>
            <ac:graphicFrameMk id="150" creationId="{06F3E327-74FF-2B53-8FD0-099F50E6015E}"/>
          </ac:graphicFrameMkLst>
        </pc:graphicFrameChg>
        <pc:graphicFrameChg chg="mod">
          <ac:chgData name="Arkar Than Win" userId="3c8250a4-c36e-434c-9640-1ec1d94cea55" providerId="ADAL" clId="{0ACE9946-0938-4C15-91F3-DF5E7C93A5A9}" dt="2024-05-30T04:31:40.619" v="36279"/>
          <ac:graphicFrameMkLst>
            <pc:docMk/>
            <pc:sldMk cId="3977569686" sldId="276"/>
            <ac:graphicFrameMk id="163" creationId="{3BF89835-4268-16DC-378A-EB15AE2BEB17}"/>
          </ac:graphicFrameMkLst>
        </pc:graphicFrameChg>
        <pc:graphicFrameChg chg="add del mod">
          <ac:chgData name="Arkar Than Win" userId="3c8250a4-c36e-434c-9640-1ec1d94cea55" providerId="ADAL" clId="{0ACE9946-0938-4C15-91F3-DF5E7C93A5A9}" dt="2024-05-30T04:45:48.030" v="36447" actId="478"/>
          <ac:graphicFrameMkLst>
            <pc:docMk/>
            <pc:sldMk cId="3977569686" sldId="276"/>
            <ac:graphicFrameMk id="182" creationId="{A19D5B6F-02CC-E9F2-0302-FC277798F858}"/>
          </ac:graphicFrameMkLst>
        </pc:graphicFrameChg>
        <pc:graphicFrameChg chg="add del mod">
          <ac:chgData name="Arkar Than Win" userId="3c8250a4-c36e-434c-9640-1ec1d94cea55" providerId="ADAL" clId="{0ACE9946-0938-4C15-91F3-DF5E7C93A5A9}" dt="2024-05-30T04:59:15.448" v="36458" actId="21"/>
          <ac:graphicFrameMkLst>
            <pc:docMk/>
            <pc:sldMk cId="3977569686" sldId="276"/>
            <ac:graphicFrameMk id="183" creationId="{4085A95F-203F-CE05-B59D-FC51C24CD35F}"/>
          </ac:graphicFrameMkLst>
        </pc:graphicFrameChg>
        <pc:picChg chg="mod">
          <ac:chgData name="Arkar Than Win" userId="3c8250a4-c36e-434c-9640-1ec1d94cea55" providerId="ADAL" clId="{0ACE9946-0938-4C15-91F3-DF5E7C93A5A9}" dt="2024-05-30T04:11:35.050" v="35959"/>
          <ac:picMkLst>
            <pc:docMk/>
            <pc:sldMk cId="3977569686" sldId="276"/>
            <ac:picMk id="5" creationId="{67FFBE72-6B36-CD63-2BE4-86D53A3DB0FC}"/>
          </ac:picMkLst>
        </pc:picChg>
        <pc:picChg chg="mod">
          <ac:chgData name="Arkar Than Win" userId="3c8250a4-c36e-434c-9640-1ec1d94cea55" providerId="ADAL" clId="{0ACE9946-0938-4C15-91F3-DF5E7C93A5A9}" dt="2024-05-30T04:11:35.050" v="35959"/>
          <ac:picMkLst>
            <pc:docMk/>
            <pc:sldMk cId="3977569686" sldId="276"/>
            <ac:picMk id="6" creationId="{BD7CAB99-DADB-38A9-33A5-35FEBCB3A65A}"/>
          </ac:picMkLst>
        </pc:picChg>
        <pc:picChg chg="mod">
          <ac:chgData name="Arkar Than Win" userId="3c8250a4-c36e-434c-9640-1ec1d94cea55" providerId="ADAL" clId="{0ACE9946-0938-4C15-91F3-DF5E7C93A5A9}" dt="2024-05-30T04:11:35.050" v="35959"/>
          <ac:picMkLst>
            <pc:docMk/>
            <pc:sldMk cId="3977569686" sldId="276"/>
            <ac:picMk id="7" creationId="{4C601011-E9F8-53D9-1C42-15262452C304}"/>
          </ac:picMkLst>
        </pc:picChg>
        <pc:picChg chg="mod">
          <ac:chgData name="Arkar Than Win" userId="3c8250a4-c36e-434c-9640-1ec1d94cea55" providerId="ADAL" clId="{0ACE9946-0938-4C15-91F3-DF5E7C93A5A9}" dt="2024-05-30T04:11:35.050" v="35959"/>
          <ac:picMkLst>
            <pc:docMk/>
            <pc:sldMk cId="3977569686" sldId="276"/>
            <ac:picMk id="8" creationId="{08AB1F71-D73F-2597-CA86-A15245A4840F}"/>
          </ac:picMkLst>
        </pc:picChg>
        <pc:picChg chg="add del mod modVis">
          <ac:chgData name="Arkar Than Win" userId="3c8250a4-c36e-434c-9640-1ec1d94cea55" providerId="ADAL" clId="{0ACE9946-0938-4C15-91F3-DF5E7C93A5A9}" dt="2024-05-31T02:24:43.265" v="37606" actId="478"/>
          <ac:picMkLst>
            <pc:docMk/>
            <pc:sldMk cId="3977569686" sldId="276"/>
            <ac:picMk id="8" creationId="{7A184351-FDEA-EFAA-4705-873C620D4A21}"/>
          </ac:picMkLst>
        </pc:picChg>
        <pc:picChg chg="mod">
          <ac:chgData name="Arkar Than Win" userId="3c8250a4-c36e-434c-9640-1ec1d94cea55" providerId="ADAL" clId="{0ACE9946-0938-4C15-91F3-DF5E7C93A5A9}" dt="2024-05-30T04:11:35.050" v="35959"/>
          <ac:picMkLst>
            <pc:docMk/>
            <pc:sldMk cId="3977569686" sldId="276"/>
            <ac:picMk id="9" creationId="{66BA132B-83A5-4A12-F8B8-8CFB12C455F3}"/>
          </ac:picMkLst>
        </pc:picChg>
        <pc:picChg chg="mod">
          <ac:chgData name="Arkar Than Win" userId="3c8250a4-c36e-434c-9640-1ec1d94cea55" providerId="ADAL" clId="{0ACE9946-0938-4C15-91F3-DF5E7C93A5A9}" dt="2024-05-30T04:11:35.050" v="35959"/>
          <ac:picMkLst>
            <pc:docMk/>
            <pc:sldMk cId="3977569686" sldId="276"/>
            <ac:picMk id="10" creationId="{7B0BC883-88C1-F8E8-8CFD-1D6F935000BD}"/>
          </ac:picMkLst>
        </pc:picChg>
        <pc:picChg chg="add del mod modVis">
          <ac:chgData name="Arkar Than Win" userId="3c8250a4-c36e-434c-9640-1ec1d94cea55" providerId="ADAL" clId="{0ACE9946-0938-4C15-91F3-DF5E7C93A5A9}" dt="2024-05-31T02:24:41.829" v="37604" actId="478"/>
          <ac:picMkLst>
            <pc:docMk/>
            <pc:sldMk cId="3977569686" sldId="276"/>
            <ac:picMk id="13" creationId="{66CF4C34-29C1-0D2F-E607-B025C38292D0}"/>
          </ac:picMkLst>
        </pc:picChg>
        <pc:picChg chg="mod topLvl">
          <ac:chgData name="Arkar Than Win" userId="3c8250a4-c36e-434c-9640-1ec1d94cea55" providerId="ADAL" clId="{0ACE9946-0938-4C15-91F3-DF5E7C93A5A9}" dt="2024-05-30T04:14:30.143" v="35998" actId="207"/>
          <ac:picMkLst>
            <pc:docMk/>
            <pc:sldMk cId="3977569686" sldId="276"/>
            <ac:picMk id="14" creationId="{15E82B12-7580-A303-2241-395FDF37A90B}"/>
          </ac:picMkLst>
        </pc:picChg>
        <pc:picChg chg="mod topLvl">
          <ac:chgData name="Arkar Than Win" userId="3c8250a4-c36e-434c-9640-1ec1d94cea55" providerId="ADAL" clId="{0ACE9946-0938-4C15-91F3-DF5E7C93A5A9}" dt="2024-05-30T04:14:30.143" v="35998" actId="207"/>
          <ac:picMkLst>
            <pc:docMk/>
            <pc:sldMk cId="3977569686" sldId="276"/>
            <ac:picMk id="15" creationId="{1B5C6D3B-62D0-EF49-1AFD-B985BBBA6CEC}"/>
          </ac:picMkLst>
        </pc:picChg>
        <pc:picChg chg="mod topLvl">
          <ac:chgData name="Arkar Than Win" userId="3c8250a4-c36e-434c-9640-1ec1d94cea55" providerId="ADAL" clId="{0ACE9946-0938-4C15-91F3-DF5E7C93A5A9}" dt="2024-05-30T04:14:30.143" v="35998" actId="207"/>
          <ac:picMkLst>
            <pc:docMk/>
            <pc:sldMk cId="3977569686" sldId="276"/>
            <ac:picMk id="16" creationId="{E7B41138-7BA5-9337-B82B-C32EBBE35160}"/>
          </ac:picMkLst>
        </pc:picChg>
        <pc:picChg chg="mod topLvl">
          <ac:chgData name="Arkar Than Win" userId="3c8250a4-c36e-434c-9640-1ec1d94cea55" providerId="ADAL" clId="{0ACE9946-0938-4C15-91F3-DF5E7C93A5A9}" dt="2024-05-30T04:14:30.143" v="35998" actId="207"/>
          <ac:picMkLst>
            <pc:docMk/>
            <pc:sldMk cId="3977569686" sldId="276"/>
            <ac:picMk id="17" creationId="{B0E0C72A-220C-453C-895C-6833942BD4E1}"/>
          </ac:picMkLst>
        </pc:picChg>
        <pc:picChg chg="mod topLvl">
          <ac:chgData name="Arkar Than Win" userId="3c8250a4-c36e-434c-9640-1ec1d94cea55" providerId="ADAL" clId="{0ACE9946-0938-4C15-91F3-DF5E7C93A5A9}" dt="2024-05-30T04:14:30.143" v="35998" actId="207"/>
          <ac:picMkLst>
            <pc:docMk/>
            <pc:sldMk cId="3977569686" sldId="276"/>
            <ac:picMk id="18" creationId="{ADFCBE9B-61D9-D70D-5FB7-F49668B18D70}"/>
          </ac:picMkLst>
        </pc:picChg>
        <pc:picChg chg="add mod modVis">
          <ac:chgData name="Arkar Than Win" userId="3c8250a4-c36e-434c-9640-1ec1d94cea55" providerId="ADAL" clId="{0ACE9946-0938-4C15-91F3-DF5E7C93A5A9}" dt="2024-05-31T02:25:45.253" v="37629" actId="14429"/>
          <ac:picMkLst>
            <pc:docMk/>
            <pc:sldMk cId="3977569686" sldId="276"/>
            <ac:picMk id="18" creationId="{CE724A08-D5FE-8351-D5FC-EA7F4A92DE63}"/>
          </ac:picMkLst>
        </pc:picChg>
        <pc:picChg chg="mod topLvl">
          <ac:chgData name="Arkar Than Win" userId="3c8250a4-c36e-434c-9640-1ec1d94cea55" providerId="ADAL" clId="{0ACE9946-0938-4C15-91F3-DF5E7C93A5A9}" dt="2024-05-30T04:14:30.143" v="35998" actId="207"/>
          <ac:picMkLst>
            <pc:docMk/>
            <pc:sldMk cId="3977569686" sldId="276"/>
            <ac:picMk id="19" creationId="{B3935510-221B-635F-F35C-9596FC08872A}"/>
          </ac:picMkLst>
        </pc:picChg>
        <pc:picChg chg="mod">
          <ac:chgData name="Arkar Than Win" userId="3c8250a4-c36e-434c-9640-1ec1d94cea55" providerId="ADAL" clId="{0ACE9946-0938-4C15-91F3-DF5E7C93A5A9}" dt="2024-05-30T04:13:31.832" v="35982" actId="165"/>
          <ac:picMkLst>
            <pc:docMk/>
            <pc:sldMk cId="3977569686" sldId="276"/>
            <ac:picMk id="20" creationId="{3415ACBC-F8A4-0442-820A-9A72B73D96CD}"/>
          </ac:picMkLst>
        </pc:picChg>
        <pc:picChg chg="mod">
          <ac:chgData name="Arkar Than Win" userId="3c8250a4-c36e-434c-9640-1ec1d94cea55" providerId="ADAL" clId="{0ACE9946-0938-4C15-91F3-DF5E7C93A5A9}" dt="2024-05-30T04:13:31.832" v="35982" actId="165"/>
          <ac:picMkLst>
            <pc:docMk/>
            <pc:sldMk cId="3977569686" sldId="276"/>
            <ac:picMk id="21" creationId="{E7843863-447C-D7D5-4213-FD50CF2C0772}"/>
          </ac:picMkLst>
        </pc:picChg>
        <pc:picChg chg="mod">
          <ac:chgData name="Arkar Than Win" userId="3c8250a4-c36e-434c-9640-1ec1d94cea55" providerId="ADAL" clId="{0ACE9946-0938-4C15-91F3-DF5E7C93A5A9}" dt="2024-05-30T04:13:31.832" v="35982" actId="165"/>
          <ac:picMkLst>
            <pc:docMk/>
            <pc:sldMk cId="3977569686" sldId="276"/>
            <ac:picMk id="22" creationId="{E1A5E13F-83E9-A3CB-D04E-34673B80EF34}"/>
          </ac:picMkLst>
        </pc:picChg>
        <pc:picChg chg="mod">
          <ac:chgData name="Arkar Than Win" userId="3c8250a4-c36e-434c-9640-1ec1d94cea55" providerId="ADAL" clId="{0ACE9946-0938-4C15-91F3-DF5E7C93A5A9}" dt="2024-05-30T04:13:31.832" v="35982" actId="165"/>
          <ac:picMkLst>
            <pc:docMk/>
            <pc:sldMk cId="3977569686" sldId="276"/>
            <ac:picMk id="23" creationId="{1BFBF736-5166-A4A1-4A31-92B54DFE1093}"/>
          </ac:picMkLst>
        </pc:picChg>
        <pc:picChg chg="add mod modVis">
          <ac:chgData name="Arkar Than Win" userId="3c8250a4-c36e-434c-9640-1ec1d94cea55" providerId="ADAL" clId="{0ACE9946-0938-4C15-91F3-DF5E7C93A5A9}" dt="2024-05-31T02:25:33.525" v="37625" actId="14429"/>
          <ac:picMkLst>
            <pc:docMk/>
            <pc:sldMk cId="3977569686" sldId="276"/>
            <ac:picMk id="23" creationId="{CE870CAF-8E33-E111-7F85-238F29FA3A5D}"/>
          </ac:picMkLst>
        </pc:picChg>
        <pc:picChg chg="add mod">
          <ac:chgData name="Arkar Than Win" userId="3c8250a4-c36e-434c-9640-1ec1d94cea55" providerId="ADAL" clId="{0ACE9946-0938-4C15-91F3-DF5E7C93A5A9}" dt="2024-05-30T04:14:27.823" v="35997" actId="207"/>
          <ac:picMkLst>
            <pc:docMk/>
            <pc:sldMk cId="3977569686" sldId="276"/>
            <ac:picMk id="24" creationId="{56C01026-8B7D-8A43-15C3-7FDE0E27B8A5}"/>
          </ac:picMkLst>
        </pc:picChg>
        <pc:picChg chg="add mod">
          <ac:chgData name="Arkar Than Win" userId="3c8250a4-c36e-434c-9640-1ec1d94cea55" providerId="ADAL" clId="{0ACE9946-0938-4C15-91F3-DF5E7C93A5A9}" dt="2024-05-30T04:14:27.823" v="35997" actId="207"/>
          <ac:picMkLst>
            <pc:docMk/>
            <pc:sldMk cId="3977569686" sldId="276"/>
            <ac:picMk id="25" creationId="{DB2A00EE-149D-D1E7-8E04-3392841DF8F0}"/>
          </ac:picMkLst>
        </pc:picChg>
        <pc:picChg chg="add mod">
          <ac:chgData name="Arkar Than Win" userId="3c8250a4-c36e-434c-9640-1ec1d94cea55" providerId="ADAL" clId="{0ACE9946-0938-4C15-91F3-DF5E7C93A5A9}" dt="2024-05-30T04:14:27.823" v="35997" actId="207"/>
          <ac:picMkLst>
            <pc:docMk/>
            <pc:sldMk cId="3977569686" sldId="276"/>
            <ac:picMk id="26" creationId="{E15F5FB8-98BB-3FFF-D2EF-3B668670DDFA}"/>
          </ac:picMkLst>
        </pc:picChg>
        <pc:picChg chg="add mod">
          <ac:chgData name="Arkar Than Win" userId="3c8250a4-c36e-434c-9640-1ec1d94cea55" providerId="ADAL" clId="{0ACE9946-0938-4C15-91F3-DF5E7C93A5A9}" dt="2024-05-30T04:14:27.823" v="35997" actId="207"/>
          <ac:picMkLst>
            <pc:docMk/>
            <pc:sldMk cId="3977569686" sldId="276"/>
            <ac:picMk id="27" creationId="{C7E2436A-9ED5-C414-592B-6F37253262FD}"/>
          </ac:picMkLst>
        </pc:picChg>
        <pc:picChg chg="add mod">
          <ac:chgData name="Arkar Than Win" userId="3c8250a4-c36e-434c-9640-1ec1d94cea55" providerId="ADAL" clId="{0ACE9946-0938-4C15-91F3-DF5E7C93A5A9}" dt="2024-05-30T04:14:27.823" v="35997" actId="207"/>
          <ac:picMkLst>
            <pc:docMk/>
            <pc:sldMk cId="3977569686" sldId="276"/>
            <ac:picMk id="28" creationId="{593C9B1E-E60C-4709-807E-377F00F89FDC}"/>
          </ac:picMkLst>
        </pc:picChg>
        <pc:picChg chg="add mod">
          <ac:chgData name="Arkar Than Win" userId="3c8250a4-c36e-434c-9640-1ec1d94cea55" providerId="ADAL" clId="{0ACE9946-0938-4C15-91F3-DF5E7C93A5A9}" dt="2024-05-30T04:14:27.823" v="35997" actId="207"/>
          <ac:picMkLst>
            <pc:docMk/>
            <pc:sldMk cId="3977569686" sldId="276"/>
            <ac:picMk id="29" creationId="{D73F6ED0-042B-AC1C-0141-32AC917E20EF}"/>
          </ac:picMkLst>
        </pc:picChg>
        <pc:picChg chg="mod">
          <ac:chgData name="Arkar Than Win" userId="3c8250a4-c36e-434c-9640-1ec1d94cea55" providerId="ADAL" clId="{0ACE9946-0938-4C15-91F3-DF5E7C93A5A9}" dt="2024-05-30T04:20:23.608" v="36063"/>
          <ac:picMkLst>
            <pc:docMk/>
            <pc:sldMk cId="3977569686" sldId="276"/>
            <ac:picMk id="42" creationId="{6FEBFDE3-CAA0-BB3B-F911-AA9C6BAA4291}"/>
          </ac:picMkLst>
        </pc:picChg>
        <pc:picChg chg="mod">
          <ac:chgData name="Arkar Than Win" userId="3c8250a4-c36e-434c-9640-1ec1d94cea55" providerId="ADAL" clId="{0ACE9946-0938-4C15-91F3-DF5E7C93A5A9}" dt="2024-05-30T04:20:23.608" v="36063"/>
          <ac:picMkLst>
            <pc:docMk/>
            <pc:sldMk cId="3977569686" sldId="276"/>
            <ac:picMk id="43" creationId="{3B59A45E-6FCA-6C86-90B2-180B230D4593}"/>
          </ac:picMkLst>
        </pc:picChg>
        <pc:picChg chg="mod">
          <ac:chgData name="Arkar Than Win" userId="3c8250a4-c36e-434c-9640-1ec1d94cea55" providerId="ADAL" clId="{0ACE9946-0938-4C15-91F3-DF5E7C93A5A9}" dt="2024-05-30T04:20:23.608" v="36063"/>
          <ac:picMkLst>
            <pc:docMk/>
            <pc:sldMk cId="3977569686" sldId="276"/>
            <ac:picMk id="44" creationId="{78019108-7847-B168-A134-F854CE0D08E6}"/>
          </ac:picMkLst>
        </pc:picChg>
        <pc:picChg chg="mod">
          <ac:chgData name="Arkar Than Win" userId="3c8250a4-c36e-434c-9640-1ec1d94cea55" providerId="ADAL" clId="{0ACE9946-0938-4C15-91F3-DF5E7C93A5A9}" dt="2024-05-30T04:20:23.608" v="36063"/>
          <ac:picMkLst>
            <pc:docMk/>
            <pc:sldMk cId="3977569686" sldId="276"/>
            <ac:picMk id="45" creationId="{E28613F4-63A3-CC29-3245-5A6221008AF7}"/>
          </ac:picMkLst>
        </pc:picChg>
        <pc:picChg chg="mod">
          <ac:chgData name="Arkar Than Win" userId="3c8250a4-c36e-434c-9640-1ec1d94cea55" providerId="ADAL" clId="{0ACE9946-0938-4C15-91F3-DF5E7C93A5A9}" dt="2024-05-30T04:20:23.608" v="36063"/>
          <ac:picMkLst>
            <pc:docMk/>
            <pc:sldMk cId="3977569686" sldId="276"/>
            <ac:picMk id="46" creationId="{DEF42EF9-1B12-3530-027C-D56241E5EB10}"/>
          </ac:picMkLst>
        </pc:picChg>
        <pc:picChg chg="mod">
          <ac:chgData name="Arkar Than Win" userId="3c8250a4-c36e-434c-9640-1ec1d94cea55" providerId="ADAL" clId="{0ACE9946-0938-4C15-91F3-DF5E7C93A5A9}" dt="2024-05-30T04:20:23.608" v="36063"/>
          <ac:picMkLst>
            <pc:docMk/>
            <pc:sldMk cId="3977569686" sldId="276"/>
            <ac:picMk id="47" creationId="{B0E05720-D182-2C11-7876-C0E3B4EAF82D}"/>
          </ac:picMkLst>
        </pc:picChg>
        <pc:picChg chg="mod">
          <ac:chgData name="Arkar Than Win" userId="3c8250a4-c36e-434c-9640-1ec1d94cea55" providerId="ADAL" clId="{0ACE9946-0938-4C15-91F3-DF5E7C93A5A9}" dt="2024-05-30T04:20:23.608" v="36063"/>
          <ac:picMkLst>
            <pc:docMk/>
            <pc:sldMk cId="3977569686" sldId="276"/>
            <ac:picMk id="48" creationId="{C75B668D-DF5E-ADE3-A576-9780978A86E2}"/>
          </ac:picMkLst>
        </pc:picChg>
        <pc:picChg chg="mod">
          <ac:chgData name="Arkar Than Win" userId="3c8250a4-c36e-434c-9640-1ec1d94cea55" providerId="ADAL" clId="{0ACE9946-0938-4C15-91F3-DF5E7C93A5A9}" dt="2024-05-30T04:20:23.608" v="36063"/>
          <ac:picMkLst>
            <pc:docMk/>
            <pc:sldMk cId="3977569686" sldId="276"/>
            <ac:picMk id="49" creationId="{5077FB2E-1A37-2E83-32DC-1E2100A9FBAD}"/>
          </ac:picMkLst>
        </pc:picChg>
        <pc:picChg chg="mod">
          <ac:chgData name="Arkar Than Win" userId="3c8250a4-c36e-434c-9640-1ec1d94cea55" providerId="ADAL" clId="{0ACE9946-0938-4C15-91F3-DF5E7C93A5A9}" dt="2024-05-30T04:20:23.608" v="36063"/>
          <ac:picMkLst>
            <pc:docMk/>
            <pc:sldMk cId="3977569686" sldId="276"/>
            <ac:picMk id="50" creationId="{5D282D0F-D966-FE00-FF0C-F94F51EAB08D}"/>
          </ac:picMkLst>
        </pc:picChg>
        <pc:picChg chg="mod">
          <ac:chgData name="Arkar Than Win" userId="3c8250a4-c36e-434c-9640-1ec1d94cea55" providerId="ADAL" clId="{0ACE9946-0938-4C15-91F3-DF5E7C93A5A9}" dt="2024-05-30T04:20:23.608" v="36063"/>
          <ac:picMkLst>
            <pc:docMk/>
            <pc:sldMk cId="3977569686" sldId="276"/>
            <ac:picMk id="51" creationId="{E9F62699-F667-206B-4A88-DE771E051CB2}"/>
          </ac:picMkLst>
        </pc:picChg>
        <pc:picChg chg="mod">
          <ac:chgData name="Arkar Than Win" userId="3c8250a4-c36e-434c-9640-1ec1d94cea55" providerId="ADAL" clId="{0ACE9946-0938-4C15-91F3-DF5E7C93A5A9}" dt="2024-05-30T04:20:23.608" v="36063"/>
          <ac:picMkLst>
            <pc:docMk/>
            <pc:sldMk cId="3977569686" sldId="276"/>
            <ac:picMk id="52" creationId="{EB6A40E4-8CD9-9CAB-1A81-5D8586C0FB19}"/>
          </ac:picMkLst>
        </pc:picChg>
        <pc:picChg chg="mod">
          <ac:chgData name="Arkar Than Win" userId="3c8250a4-c36e-434c-9640-1ec1d94cea55" providerId="ADAL" clId="{0ACE9946-0938-4C15-91F3-DF5E7C93A5A9}" dt="2024-05-30T04:20:23.608" v="36063"/>
          <ac:picMkLst>
            <pc:docMk/>
            <pc:sldMk cId="3977569686" sldId="276"/>
            <ac:picMk id="53" creationId="{18D6F32E-88E6-D274-06DD-F22AF75CBCA8}"/>
          </ac:picMkLst>
        </pc:picChg>
        <pc:picChg chg="mod">
          <ac:chgData name="Arkar Than Win" userId="3c8250a4-c36e-434c-9640-1ec1d94cea55" providerId="ADAL" clId="{0ACE9946-0938-4C15-91F3-DF5E7C93A5A9}" dt="2024-05-30T04:22:32.966" v="36086"/>
          <ac:picMkLst>
            <pc:docMk/>
            <pc:sldMk cId="3977569686" sldId="276"/>
            <ac:picMk id="58" creationId="{6FEBFDE3-CAA0-BB3B-F911-AA9C6BAA4291}"/>
          </ac:picMkLst>
        </pc:picChg>
        <pc:picChg chg="mod">
          <ac:chgData name="Arkar Than Win" userId="3c8250a4-c36e-434c-9640-1ec1d94cea55" providerId="ADAL" clId="{0ACE9946-0938-4C15-91F3-DF5E7C93A5A9}" dt="2024-05-30T04:22:32.966" v="36086"/>
          <ac:picMkLst>
            <pc:docMk/>
            <pc:sldMk cId="3977569686" sldId="276"/>
            <ac:picMk id="59" creationId="{3B59A45E-6FCA-6C86-90B2-180B230D4593}"/>
          </ac:picMkLst>
        </pc:picChg>
        <pc:picChg chg="mod">
          <ac:chgData name="Arkar Than Win" userId="3c8250a4-c36e-434c-9640-1ec1d94cea55" providerId="ADAL" clId="{0ACE9946-0938-4C15-91F3-DF5E7C93A5A9}" dt="2024-05-30T04:22:32.966" v="36086"/>
          <ac:picMkLst>
            <pc:docMk/>
            <pc:sldMk cId="3977569686" sldId="276"/>
            <ac:picMk id="60" creationId="{78019108-7847-B168-A134-F854CE0D08E6}"/>
          </ac:picMkLst>
        </pc:picChg>
        <pc:picChg chg="mod">
          <ac:chgData name="Arkar Than Win" userId="3c8250a4-c36e-434c-9640-1ec1d94cea55" providerId="ADAL" clId="{0ACE9946-0938-4C15-91F3-DF5E7C93A5A9}" dt="2024-05-30T04:22:32.966" v="36086"/>
          <ac:picMkLst>
            <pc:docMk/>
            <pc:sldMk cId="3977569686" sldId="276"/>
            <ac:picMk id="61" creationId="{E28613F4-63A3-CC29-3245-5A6221008AF7}"/>
          </ac:picMkLst>
        </pc:picChg>
        <pc:picChg chg="mod">
          <ac:chgData name="Arkar Than Win" userId="3c8250a4-c36e-434c-9640-1ec1d94cea55" providerId="ADAL" clId="{0ACE9946-0938-4C15-91F3-DF5E7C93A5A9}" dt="2024-05-30T04:22:32.966" v="36086"/>
          <ac:picMkLst>
            <pc:docMk/>
            <pc:sldMk cId="3977569686" sldId="276"/>
            <ac:picMk id="62" creationId="{DEF42EF9-1B12-3530-027C-D56241E5EB10}"/>
          </ac:picMkLst>
        </pc:picChg>
        <pc:picChg chg="mod">
          <ac:chgData name="Arkar Than Win" userId="3c8250a4-c36e-434c-9640-1ec1d94cea55" providerId="ADAL" clId="{0ACE9946-0938-4C15-91F3-DF5E7C93A5A9}" dt="2024-05-30T04:22:32.966" v="36086"/>
          <ac:picMkLst>
            <pc:docMk/>
            <pc:sldMk cId="3977569686" sldId="276"/>
            <ac:picMk id="63" creationId="{B0E05720-D182-2C11-7876-C0E3B4EAF82D}"/>
          </ac:picMkLst>
        </pc:picChg>
        <pc:picChg chg="mod">
          <ac:chgData name="Arkar Than Win" userId="3c8250a4-c36e-434c-9640-1ec1d94cea55" providerId="ADAL" clId="{0ACE9946-0938-4C15-91F3-DF5E7C93A5A9}" dt="2024-05-30T04:22:32.966" v="36086"/>
          <ac:picMkLst>
            <pc:docMk/>
            <pc:sldMk cId="3977569686" sldId="276"/>
            <ac:picMk id="64" creationId="{C75B668D-DF5E-ADE3-A576-9780978A86E2}"/>
          </ac:picMkLst>
        </pc:picChg>
        <pc:picChg chg="mod">
          <ac:chgData name="Arkar Than Win" userId="3c8250a4-c36e-434c-9640-1ec1d94cea55" providerId="ADAL" clId="{0ACE9946-0938-4C15-91F3-DF5E7C93A5A9}" dt="2024-05-30T04:22:32.966" v="36086"/>
          <ac:picMkLst>
            <pc:docMk/>
            <pc:sldMk cId="3977569686" sldId="276"/>
            <ac:picMk id="65" creationId="{5077FB2E-1A37-2E83-32DC-1E2100A9FBAD}"/>
          </ac:picMkLst>
        </pc:picChg>
        <pc:picChg chg="mod">
          <ac:chgData name="Arkar Than Win" userId="3c8250a4-c36e-434c-9640-1ec1d94cea55" providerId="ADAL" clId="{0ACE9946-0938-4C15-91F3-DF5E7C93A5A9}" dt="2024-05-30T04:22:32.966" v="36086"/>
          <ac:picMkLst>
            <pc:docMk/>
            <pc:sldMk cId="3977569686" sldId="276"/>
            <ac:picMk id="66" creationId="{5D282D0F-D966-FE00-FF0C-F94F51EAB08D}"/>
          </ac:picMkLst>
        </pc:picChg>
        <pc:picChg chg="mod">
          <ac:chgData name="Arkar Than Win" userId="3c8250a4-c36e-434c-9640-1ec1d94cea55" providerId="ADAL" clId="{0ACE9946-0938-4C15-91F3-DF5E7C93A5A9}" dt="2024-05-30T04:22:32.966" v="36086"/>
          <ac:picMkLst>
            <pc:docMk/>
            <pc:sldMk cId="3977569686" sldId="276"/>
            <ac:picMk id="67" creationId="{E9F62699-F667-206B-4A88-DE771E051CB2}"/>
          </ac:picMkLst>
        </pc:picChg>
        <pc:picChg chg="mod">
          <ac:chgData name="Arkar Than Win" userId="3c8250a4-c36e-434c-9640-1ec1d94cea55" providerId="ADAL" clId="{0ACE9946-0938-4C15-91F3-DF5E7C93A5A9}" dt="2024-05-30T04:22:32.966" v="36086"/>
          <ac:picMkLst>
            <pc:docMk/>
            <pc:sldMk cId="3977569686" sldId="276"/>
            <ac:picMk id="68" creationId="{EB6A40E4-8CD9-9CAB-1A81-5D8586C0FB19}"/>
          </ac:picMkLst>
        </pc:picChg>
        <pc:picChg chg="mod">
          <ac:chgData name="Arkar Than Win" userId="3c8250a4-c36e-434c-9640-1ec1d94cea55" providerId="ADAL" clId="{0ACE9946-0938-4C15-91F3-DF5E7C93A5A9}" dt="2024-05-30T04:22:32.966" v="36086"/>
          <ac:picMkLst>
            <pc:docMk/>
            <pc:sldMk cId="3977569686" sldId="276"/>
            <ac:picMk id="69" creationId="{18D6F32E-88E6-D274-06DD-F22AF75CBCA8}"/>
          </ac:picMkLst>
        </pc:picChg>
        <pc:picChg chg="add del mod ord">
          <ac:chgData name="Arkar Than Win" userId="3c8250a4-c36e-434c-9640-1ec1d94cea55" providerId="ADAL" clId="{0ACE9946-0938-4C15-91F3-DF5E7C93A5A9}" dt="2024-05-30T04:24:36.745" v="36161" actId="478"/>
          <ac:picMkLst>
            <pc:docMk/>
            <pc:sldMk cId="3977569686" sldId="276"/>
            <ac:picMk id="70" creationId="{3A04E61D-73A9-C247-FAB4-9004CE0F95D1}"/>
          </ac:picMkLst>
        </pc:picChg>
        <pc:picChg chg="mod">
          <ac:chgData name="Arkar Than Win" userId="3c8250a4-c36e-434c-9640-1ec1d94cea55" providerId="ADAL" clId="{0ACE9946-0938-4C15-91F3-DF5E7C93A5A9}" dt="2024-05-30T04:22:38.607" v="36091"/>
          <ac:picMkLst>
            <pc:docMk/>
            <pc:sldMk cId="3977569686" sldId="276"/>
            <ac:picMk id="75" creationId="{56C01026-8B7D-8A43-15C3-7FDE0E27B8A5}"/>
          </ac:picMkLst>
        </pc:picChg>
        <pc:picChg chg="mod">
          <ac:chgData name="Arkar Than Win" userId="3c8250a4-c36e-434c-9640-1ec1d94cea55" providerId="ADAL" clId="{0ACE9946-0938-4C15-91F3-DF5E7C93A5A9}" dt="2024-05-30T04:22:38.607" v="36091"/>
          <ac:picMkLst>
            <pc:docMk/>
            <pc:sldMk cId="3977569686" sldId="276"/>
            <ac:picMk id="76" creationId="{DB2A00EE-149D-D1E7-8E04-3392841DF8F0}"/>
          </ac:picMkLst>
        </pc:picChg>
        <pc:picChg chg="mod">
          <ac:chgData name="Arkar Than Win" userId="3c8250a4-c36e-434c-9640-1ec1d94cea55" providerId="ADAL" clId="{0ACE9946-0938-4C15-91F3-DF5E7C93A5A9}" dt="2024-05-30T04:22:38.607" v="36091"/>
          <ac:picMkLst>
            <pc:docMk/>
            <pc:sldMk cId="3977569686" sldId="276"/>
            <ac:picMk id="77" creationId="{E15F5FB8-98BB-3FFF-D2EF-3B668670DDFA}"/>
          </ac:picMkLst>
        </pc:picChg>
        <pc:picChg chg="mod">
          <ac:chgData name="Arkar Than Win" userId="3c8250a4-c36e-434c-9640-1ec1d94cea55" providerId="ADAL" clId="{0ACE9946-0938-4C15-91F3-DF5E7C93A5A9}" dt="2024-05-30T04:22:38.607" v="36091"/>
          <ac:picMkLst>
            <pc:docMk/>
            <pc:sldMk cId="3977569686" sldId="276"/>
            <ac:picMk id="78" creationId="{C7E2436A-9ED5-C414-592B-6F37253262FD}"/>
          </ac:picMkLst>
        </pc:picChg>
        <pc:picChg chg="mod">
          <ac:chgData name="Arkar Than Win" userId="3c8250a4-c36e-434c-9640-1ec1d94cea55" providerId="ADAL" clId="{0ACE9946-0938-4C15-91F3-DF5E7C93A5A9}" dt="2024-05-30T04:22:38.607" v="36091"/>
          <ac:picMkLst>
            <pc:docMk/>
            <pc:sldMk cId="3977569686" sldId="276"/>
            <ac:picMk id="79" creationId="{593C9B1E-E60C-4709-807E-377F00F89FDC}"/>
          </ac:picMkLst>
        </pc:picChg>
        <pc:picChg chg="mod">
          <ac:chgData name="Arkar Than Win" userId="3c8250a4-c36e-434c-9640-1ec1d94cea55" providerId="ADAL" clId="{0ACE9946-0938-4C15-91F3-DF5E7C93A5A9}" dt="2024-05-30T04:22:38.607" v="36091"/>
          <ac:picMkLst>
            <pc:docMk/>
            <pc:sldMk cId="3977569686" sldId="276"/>
            <ac:picMk id="80" creationId="{D73F6ED0-042B-AC1C-0141-32AC917E20EF}"/>
          </ac:picMkLst>
        </pc:picChg>
        <pc:picChg chg="mod">
          <ac:chgData name="Arkar Than Win" userId="3c8250a4-c36e-434c-9640-1ec1d94cea55" providerId="ADAL" clId="{0ACE9946-0938-4C15-91F3-DF5E7C93A5A9}" dt="2024-05-30T04:22:38.607" v="36091"/>
          <ac:picMkLst>
            <pc:docMk/>
            <pc:sldMk cId="3977569686" sldId="276"/>
            <ac:picMk id="81" creationId="{15E82B12-7580-A303-2241-395FDF37A90B}"/>
          </ac:picMkLst>
        </pc:picChg>
        <pc:picChg chg="mod">
          <ac:chgData name="Arkar Than Win" userId="3c8250a4-c36e-434c-9640-1ec1d94cea55" providerId="ADAL" clId="{0ACE9946-0938-4C15-91F3-DF5E7C93A5A9}" dt="2024-05-30T04:22:38.607" v="36091"/>
          <ac:picMkLst>
            <pc:docMk/>
            <pc:sldMk cId="3977569686" sldId="276"/>
            <ac:picMk id="82" creationId="{1B5C6D3B-62D0-EF49-1AFD-B985BBBA6CEC}"/>
          </ac:picMkLst>
        </pc:picChg>
        <pc:picChg chg="mod">
          <ac:chgData name="Arkar Than Win" userId="3c8250a4-c36e-434c-9640-1ec1d94cea55" providerId="ADAL" clId="{0ACE9946-0938-4C15-91F3-DF5E7C93A5A9}" dt="2024-05-30T04:22:38.607" v="36091"/>
          <ac:picMkLst>
            <pc:docMk/>
            <pc:sldMk cId="3977569686" sldId="276"/>
            <ac:picMk id="83" creationId="{E7B41138-7BA5-9337-B82B-C32EBBE35160}"/>
          </ac:picMkLst>
        </pc:picChg>
        <pc:picChg chg="mod">
          <ac:chgData name="Arkar Than Win" userId="3c8250a4-c36e-434c-9640-1ec1d94cea55" providerId="ADAL" clId="{0ACE9946-0938-4C15-91F3-DF5E7C93A5A9}" dt="2024-05-30T04:22:38.607" v="36091"/>
          <ac:picMkLst>
            <pc:docMk/>
            <pc:sldMk cId="3977569686" sldId="276"/>
            <ac:picMk id="84" creationId="{B0E0C72A-220C-453C-895C-6833942BD4E1}"/>
          </ac:picMkLst>
        </pc:picChg>
        <pc:picChg chg="mod">
          <ac:chgData name="Arkar Than Win" userId="3c8250a4-c36e-434c-9640-1ec1d94cea55" providerId="ADAL" clId="{0ACE9946-0938-4C15-91F3-DF5E7C93A5A9}" dt="2024-05-30T04:22:38.607" v="36091"/>
          <ac:picMkLst>
            <pc:docMk/>
            <pc:sldMk cId="3977569686" sldId="276"/>
            <ac:picMk id="85" creationId="{ADFCBE9B-61D9-D70D-5FB7-F49668B18D70}"/>
          </ac:picMkLst>
        </pc:picChg>
        <pc:picChg chg="mod">
          <ac:chgData name="Arkar Than Win" userId="3c8250a4-c36e-434c-9640-1ec1d94cea55" providerId="ADAL" clId="{0ACE9946-0938-4C15-91F3-DF5E7C93A5A9}" dt="2024-05-30T04:22:38.607" v="36091"/>
          <ac:picMkLst>
            <pc:docMk/>
            <pc:sldMk cId="3977569686" sldId="276"/>
            <ac:picMk id="86" creationId="{B3935510-221B-635F-F35C-9596FC08872A}"/>
          </ac:picMkLst>
        </pc:picChg>
        <pc:picChg chg="add mod">
          <ac:chgData name="Arkar Than Win" userId="3c8250a4-c36e-434c-9640-1ec1d94cea55" providerId="ADAL" clId="{0ACE9946-0938-4C15-91F3-DF5E7C93A5A9}" dt="2024-05-30T04:24:27.257" v="36155" actId="1076"/>
          <ac:picMkLst>
            <pc:docMk/>
            <pc:sldMk cId="3977569686" sldId="276"/>
            <ac:picMk id="87" creationId="{3E830134-A78E-E2B0-A398-E7CD5395A4A2}"/>
          </ac:picMkLst>
        </pc:picChg>
        <pc:picChg chg="add del mod">
          <ac:chgData name="Arkar Than Win" userId="3c8250a4-c36e-434c-9640-1ec1d94cea55" providerId="ADAL" clId="{0ACE9946-0938-4C15-91F3-DF5E7C93A5A9}" dt="2024-05-30T04:24:24.636" v="36148" actId="21"/>
          <ac:picMkLst>
            <pc:docMk/>
            <pc:sldMk cId="3977569686" sldId="276"/>
            <ac:picMk id="88" creationId="{3A04E61D-73A9-C247-FAB4-9004CE0F95D1}"/>
          </ac:picMkLst>
        </pc:picChg>
        <pc:picChg chg="add del mod">
          <ac:chgData name="Arkar Than Win" userId="3c8250a4-c36e-434c-9640-1ec1d94cea55" providerId="ADAL" clId="{0ACE9946-0938-4C15-91F3-DF5E7C93A5A9}" dt="2024-05-30T04:24:23.947" v="36147" actId="29295"/>
          <ac:picMkLst>
            <pc:docMk/>
            <pc:sldMk cId="3977569686" sldId="276"/>
            <ac:picMk id="89" creationId="{3A04E61D-73A9-C247-FAB4-9004CE0F95D1}"/>
          </ac:picMkLst>
        </pc:picChg>
        <pc:picChg chg="add mod">
          <ac:chgData name="Arkar Than Win" userId="3c8250a4-c36e-434c-9640-1ec1d94cea55" providerId="ADAL" clId="{0ACE9946-0938-4C15-91F3-DF5E7C93A5A9}" dt="2024-05-30T04:23:52.396" v="36136"/>
          <ac:picMkLst>
            <pc:docMk/>
            <pc:sldMk cId="3977569686" sldId="276"/>
            <ac:picMk id="90" creationId="{3A04E61D-73A9-C247-FAB4-9004CE0F95D1}"/>
          </ac:picMkLst>
        </pc:picChg>
        <pc:picChg chg="add del mod">
          <ac:chgData name="Arkar Than Win" userId="3c8250a4-c36e-434c-9640-1ec1d94cea55" providerId="ADAL" clId="{0ACE9946-0938-4C15-91F3-DF5E7C93A5A9}" dt="2024-05-30T04:24:35.243" v="36160" actId="478"/>
          <ac:picMkLst>
            <pc:docMk/>
            <pc:sldMk cId="3977569686" sldId="276"/>
            <ac:picMk id="91" creationId="{18984050-547F-6165-3408-273768C6993B}"/>
          </ac:picMkLst>
        </pc:picChg>
        <pc:picChg chg="del mod topLvl">
          <ac:chgData name="Arkar Than Win" userId="3c8250a4-c36e-434c-9640-1ec1d94cea55" providerId="ADAL" clId="{0ACE9946-0938-4C15-91F3-DF5E7C93A5A9}" dt="2024-05-30T04:28:19.546" v="36203" actId="478"/>
          <ac:picMkLst>
            <pc:docMk/>
            <pc:sldMk cId="3977569686" sldId="276"/>
            <ac:picMk id="93" creationId="{A20CE868-F165-C672-2EA1-8046ECEDED10}"/>
          </ac:picMkLst>
        </pc:picChg>
        <pc:picChg chg="mod topLvl">
          <ac:chgData name="Arkar Than Win" userId="3c8250a4-c36e-434c-9640-1ec1d94cea55" providerId="ADAL" clId="{0ACE9946-0938-4C15-91F3-DF5E7C93A5A9}" dt="2024-05-30T04:29:17.746" v="36220" actId="164"/>
          <ac:picMkLst>
            <pc:docMk/>
            <pc:sldMk cId="3977569686" sldId="276"/>
            <ac:picMk id="94" creationId="{0E663C2C-544A-5399-B79C-653CFEEC2DD4}"/>
          </ac:picMkLst>
        </pc:picChg>
        <pc:picChg chg="mod topLvl">
          <ac:chgData name="Arkar Than Win" userId="3c8250a4-c36e-434c-9640-1ec1d94cea55" providerId="ADAL" clId="{0ACE9946-0938-4C15-91F3-DF5E7C93A5A9}" dt="2024-05-30T04:29:17.746" v="36220" actId="164"/>
          <ac:picMkLst>
            <pc:docMk/>
            <pc:sldMk cId="3977569686" sldId="276"/>
            <ac:picMk id="95" creationId="{121B39F3-ABE8-BA0E-F7FE-84D0D5BF868D}"/>
          </ac:picMkLst>
        </pc:picChg>
        <pc:picChg chg="del mod topLvl">
          <ac:chgData name="Arkar Than Win" userId="3c8250a4-c36e-434c-9640-1ec1d94cea55" providerId="ADAL" clId="{0ACE9946-0938-4C15-91F3-DF5E7C93A5A9}" dt="2024-05-30T04:28:19.002" v="36202" actId="478"/>
          <ac:picMkLst>
            <pc:docMk/>
            <pc:sldMk cId="3977569686" sldId="276"/>
            <ac:picMk id="96" creationId="{3DD40287-D366-E9C1-D698-996E68038751}"/>
          </ac:picMkLst>
        </pc:picChg>
        <pc:picChg chg="del mod topLvl">
          <ac:chgData name="Arkar Than Win" userId="3c8250a4-c36e-434c-9640-1ec1d94cea55" providerId="ADAL" clId="{0ACE9946-0938-4C15-91F3-DF5E7C93A5A9}" dt="2024-05-30T04:28:20.083" v="36204" actId="478"/>
          <ac:picMkLst>
            <pc:docMk/>
            <pc:sldMk cId="3977569686" sldId="276"/>
            <ac:picMk id="97" creationId="{9DF0CA10-A19F-946F-1DFF-DAB13FFDABB3}"/>
          </ac:picMkLst>
        </pc:picChg>
        <pc:picChg chg="mod topLvl">
          <ac:chgData name="Arkar Than Win" userId="3c8250a4-c36e-434c-9640-1ec1d94cea55" providerId="ADAL" clId="{0ACE9946-0938-4C15-91F3-DF5E7C93A5A9}" dt="2024-05-30T04:29:17.746" v="36220" actId="164"/>
          <ac:picMkLst>
            <pc:docMk/>
            <pc:sldMk cId="3977569686" sldId="276"/>
            <ac:picMk id="98" creationId="{B04BB85B-4BD0-DF87-E8D3-694AE6E41062}"/>
          </ac:picMkLst>
        </pc:picChg>
        <pc:picChg chg="mod topLvl">
          <ac:chgData name="Arkar Than Win" userId="3c8250a4-c36e-434c-9640-1ec1d94cea55" providerId="ADAL" clId="{0ACE9946-0938-4C15-91F3-DF5E7C93A5A9}" dt="2024-05-30T04:29:17.746" v="36220" actId="164"/>
          <ac:picMkLst>
            <pc:docMk/>
            <pc:sldMk cId="3977569686" sldId="276"/>
            <ac:picMk id="99" creationId="{DAE01511-B699-CB12-EFF2-D10DF78920D2}"/>
          </ac:picMkLst>
        </pc:picChg>
        <pc:picChg chg="del mod topLvl">
          <ac:chgData name="Arkar Than Win" userId="3c8250a4-c36e-434c-9640-1ec1d94cea55" providerId="ADAL" clId="{0ACE9946-0938-4C15-91F3-DF5E7C93A5A9}" dt="2024-05-30T04:28:20.458" v="36205" actId="478"/>
          <ac:picMkLst>
            <pc:docMk/>
            <pc:sldMk cId="3977569686" sldId="276"/>
            <ac:picMk id="100" creationId="{F11ADEC1-6DF1-450B-9D66-8D74619B2EF8}"/>
          </ac:picMkLst>
        </pc:picChg>
        <pc:picChg chg="mod topLvl">
          <ac:chgData name="Arkar Than Win" userId="3c8250a4-c36e-434c-9640-1ec1d94cea55" providerId="ADAL" clId="{0ACE9946-0938-4C15-91F3-DF5E7C93A5A9}" dt="2024-05-30T04:29:44.958" v="36235" actId="1037"/>
          <ac:picMkLst>
            <pc:docMk/>
            <pc:sldMk cId="3977569686" sldId="276"/>
            <ac:picMk id="101" creationId="{D8F1355E-A74D-0AA3-8B73-87EC1887E0B6}"/>
          </ac:picMkLst>
        </pc:picChg>
        <pc:picChg chg="mod topLvl">
          <ac:chgData name="Arkar Than Win" userId="3c8250a4-c36e-434c-9640-1ec1d94cea55" providerId="ADAL" clId="{0ACE9946-0938-4C15-91F3-DF5E7C93A5A9}" dt="2024-05-30T04:29:21.856" v="36221" actId="164"/>
          <ac:picMkLst>
            <pc:docMk/>
            <pc:sldMk cId="3977569686" sldId="276"/>
            <ac:picMk id="102" creationId="{3E099971-B010-7811-8742-F23B419B2510}"/>
          </ac:picMkLst>
        </pc:picChg>
        <pc:picChg chg="mod topLvl">
          <ac:chgData name="Arkar Than Win" userId="3c8250a4-c36e-434c-9640-1ec1d94cea55" providerId="ADAL" clId="{0ACE9946-0938-4C15-91F3-DF5E7C93A5A9}" dt="2024-05-30T04:29:46.126" v="36236" actId="1037"/>
          <ac:picMkLst>
            <pc:docMk/>
            <pc:sldMk cId="3977569686" sldId="276"/>
            <ac:picMk id="103" creationId="{80157EFA-87E6-8C46-7149-3AADE8486DAA}"/>
          </ac:picMkLst>
        </pc:picChg>
        <pc:picChg chg="mod topLvl">
          <ac:chgData name="Arkar Than Win" userId="3c8250a4-c36e-434c-9640-1ec1d94cea55" providerId="ADAL" clId="{0ACE9946-0938-4C15-91F3-DF5E7C93A5A9}" dt="2024-05-30T04:29:47.149" v="36238" actId="1037"/>
          <ac:picMkLst>
            <pc:docMk/>
            <pc:sldMk cId="3977569686" sldId="276"/>
            <ac:picMk id="104" creationId="{4BC07D11-62BA-ECBC-229D-4201D8FAB0E9}"/>
          </ac:picMkLst>
        </pc:picChg>
        <pc:picChg chg="mod">
          <ac:chgData name="Arkar Than Win" userId="3c8250a4-c36e-434c-9640-1ec1d94cea55" providerId="ADAL" clId="{0ACE9946-0938-4C15-91F3-DF5E7C93A5A9}" dt="2024-05-30T04:30:22.346" v="36256"/>
          <ac:picMkLst>
            <pc:docMk/>
            <pc:sldMk cId="3977569686" sldId="276"/>
            <ac:picMk id="116" creationId="{D8F1355E-A74D-0AA3-8B73-87EC1887E0B6}"/>
          </ac:picMkLst>
        </pc:picChg>
        <pc:picChg chg="mod">
          <ac:chgData name="Arkar Than Win" userId="3c8250a4-c36e-434c-9640-1ec1d94cea55" providerId="ADAL" clId="{0ACE9946-0938-4C15-91F3-DF5E7C93A5A9}" dt="2024-05-30T04:30:22.346" v="36256"/>
          <ac:picMkLst>
            <pc:docMk/>
            <pc:sldMk cId="3977569686" sldId="276"/>
            <ac:picMk id="117" creationId="{3E099971-B010-7811-8742-F23B419B2510}"/>
          </ac:picMkLst>
        </pc:picChg>
        <pc:picChg chg="mod">
          <ac:chgData name="Arkar Than Win" userId="3c8250a4-c36e-434c-9640-1ec1d94cea55" providerId="ADAL" clId="{0ACE9946-0938-4C15-91F3-DF5E7C93A5A9}" dt="2024-05-30T04:30:22.346" v="36256"/>
          <ac:picMkLst>
            <pc:docMk/>
            <pc:sldMk cId="3977569686" sldId="276"/>
            <ac:picMk id="118" creationId="{80157EFA-87E6-8C46-7149-3AADE8486DAA}"/>
          </ac:picMkLst>
        </pc:picChg>
        <pc:picChg chg="mod">
          <ac:chgData name="Arkar Than Win" userId="3c8250a4-c36e-434c-9640-1ec1d94cea55" providerId="ADAL" clId="{0ACE9946-0938-4C15-91F3-DF5E7C93A5A9}" dt="2024-05-30T04:30:22.346" v="36256"/>
          <ac:picMkLst>
            <pc:docMk/>
            <pc:sldMk cId="3977569686" sldId="276"/>
            <ac:picMk id="119" creationId="{4BC07D11-62BA-ECBC-229D-4201D8FAB0E9}"/>
          </ac:picMkLst>
        </pc:picChg>
        <pc:picChg chg="mod">
          <ac:chgData name="Arkar Than Win" userId="3c8250a4-c36e-434c-9640-1ec1d94cea55" providerId="ADAL" clId="{0ACE9946-0938-4C15-91F3-DF5E7C93A5A9}" dt="2024-05-30T04:30:22.346" v="36256"/>
          <ac:picMkLst>
            <pc:docMk/>
            <pc:sldMk cId="3977569686" sldId="276"/>
            <ac:picMk id="120" creationId="{0E663C2C-544A-5399-B79C-653CFEEC2DD4}"/>
          </ac:picMkLst>
        </pc:picChg>
        <pc:picChg chg="mod">
          <ac:chgData name="Arkar Than Win" userId="3c8250a4-c36e-434c-9640-1ec1d94cea55" providerId="ADAL" clId="{0ACE9946-0938-4C15-91F3-DF5E7C93A5A9}" dt="2024-05-30T04:30:22.346" v="36256"/>
          <ac:picMkLst>
            <pc:docMk/>
            <pc:sldMk cId="3977569686" sldId="276"/>
            <ac:picMk id="121" creationId="{121B39F3-ABE8-BA0E-F7FE-84D0D5BF868D}"/>
          </ac:picMkLst>
        </pc:picChg>
        <pc:picChg chg="mod">
          <ac:chgData name="Arkar Than Win" userId="3c8250a4-c36e-434c-9640-1ec1d94cea55" providerId="ADAL" clId="{0ACE9946-0938-4C15-91F3-DF5E7C93A5A9}" dt="2024-05-30T04:30:22.346" v="36256"/>
          <ac:picMkLst>
            <pc:docMk/>
            <pc:sldMk cId="3977569686" sldId="276"/>
            <ac:picMk id="122" creationId="{B04BB85B-4BD0-DF87-E8D3-694AE6E41062}"/>
          </ac:picMkLst>
        </pc:picChg>
        <pc:picChg chg="mod">
          <ac:chgData name="Arkar Than Win" userId="3c8250a4-c36e-434c-9640-1ec1d94cea55" providerId="ADAL" clId="{0ACE9946-0938-4C15-91F3-DF5E7C93A5A9}" dt="2024-05-30T04:30:22.346" v="36256"/>
          <ac:picMkLst>
            <pc:docMk/>
            <pc:sldMk cId="3977569686" sldId="276"/>
            <ac:picMk id="123" creationId="{DAE01511-B699-CB12-EFF2-D10DF78920D2}"/>
          </ac:picMkLst>
        </pc:picChg>
        <pc:picChg chg="add mod">
          <ac:chgData name="Arkar Than Win" userId="3c8250a4-c36e-434c-9640-1ec1d94cea55" providerId="ADAL" clId="{0ACE9946-0938-4C15-91F3-DF5E7C93A5A9}" dt="2024-05-30T04:30:27.196" v="36259" actId="1076"/>
          <ac:picMkLst>
            <pc:docMk/>
            <pc:sldMk cId="3977569686" sldId="276"/>
            <ac:picMk id="124" creationId="{56B4A574-95C5-67E0-7915-452039467AC8}"/>
          </ac:picMkLst>
        </pc:picChg>
        <pc:picChg chg="mod">
          <ac:chgData name="Arkar Than Win" userId="3c8250a4-c36e-434c-9640-1ec1d94cea55" providerId="ADAL" clId="{0ACE9946-0938-4C15-91F3-DF5E7C93A5A9}" dt="2024-05-30T04:30:28.899" v="36260"/>
          <ac:picMkLst>
            <pc:docMk/>
            <pc:sldMk cId="3977569686" sldId="276"/>
            <ac:picMk id="129" creationId="{D365C6F3-6E79-C9C8-FE91-2BB8ED5BB088}"/>
          </ac:picMkLst>
        </pc:picChg>
        <pc:picChg chg="mod">
          <ac:chgData name="Arkar Than Win" userId="3c8250a4-c36e-434c-9640-1ec1d94cea55" providerId="ADAL" clId="{0ACE9946-0938-4C15-91F3-DF5E7C93A5A9}" dt="2024-05-30T04:30:28.899" v="36260"/>
          <ac:picMkLst>
            <pc:docMk/>
            <pc:sldMk cId="3977569686" sldId="276"/>
            <ac:picMk id="130" creationId="{2F6FE6B3-590E-945F-9765-FDA5515CA271}"/>
          </ac:picMkLst>
        </pc:picChg>
        <pc:picChg chg="mod">
          <ac:chgData name="Arkar Than Win" userId="3c8250a4-c36e-434c-9640-1ec1d94cea55" providerId="ADAL" clId="{0ACE9946-0938-4C15-91F3-DF5E7C93A5A9}" dt="2024-05-30T04:30:28.899" v="36260"/>
          <ac:picMkLst>
            <pc:docMk/>
            <pc:sldMk cId="3977569686" sldId="276"/>
            <ac:picMk id="131" creationId="{C4299302-C97A-E2FA-F1C0-32F5B61AC4DB}"/>
          </ac:picMkLst>
        </pc:picChg>
        <pc:picChg chg="mod">
          <ac:chgData name="Arkar Than Win" userId="3c8250a4-c36e-434c-9640-1ec1d94cea55" providerId="ADAL" clId="{0ACE9946-0938-4C15-91F3-DF5E7C93A5A9}" dt="2024-05-30T04:30:28.899" v="36260"/>
          <ac:picMkLst>
            <pc:docMk/>
            <pc:sldMk cId="3977569686" sldId="276"/>
            <ac:picMk id="132" creationId="{059EA11A-D5C9-279C-692F-99F2243956E5}"/>
          </ac:picMkLst>
        </pc:picChg>
        <pc:picChg chg="mod">
          <ac:chgData name="Arkar Than Win" userId="3c8250a4-c36e-434c-9640-1ec1d94cea55" providerId="ADAL" clId="{0ACE9946-0938-4C15-91F3-DF5E7C93A5A9}" dt="2024-05-30T04:30:28.899" v="36260"/>
          <ac:picMkLst>
            <pc:docMk/>
            <pc:sldMk cId="3977569686" sldId="276"/>
            <ac:picMk id="133" creationId="{6629453C-8B81-76DF-B9AD-DCBA601752D9}"/>
          </ac:picMkLst>
        </pc:picChg>
        <pc:picChg chg="mod">
          <ac:chgData name="Arkar Than Win" userId="3c8250a4-c36e-434c-9640-1ec1d94cea55" providerId="ADAL" clId="{0ACE9946-0938-4C15-91F3-DF5E7C93A5A9}" dt="2024-05-30T04:30:28.899" v="36260"/>
          <ac:picMkLst>
            <pc:docMk/>
            <pc:sldMk cId="3977569686" sldId="276"/>
            <ac:picMk id="134" creationId="{0C443B84-62EA-87E5-208A-83654446DFA9}"/>
          </ac:picMkLst>
        </pc:picChg>
        <pc:picChg chg="mod">
          <ac:chgData name="Arkar Than Win" userId="3c8250a4-c36e-434c-9640-1ec1d94cea55" providerId="ADAL" clId="{0ACE9946-0938-4C15-91F3-DF5E7C93A5A9}" dt="2024-05-30T04:30:28.899" v="36260"/>
          <ac:picMkLst>
            <pc:docMk/>
            <pc:sldMk cId="3977569686" sldId="276"/>
            <ac:picMk id="135" creationId="{81A04332-03FB-59A1-E0EC-564CF3D7291A}"/>
          </ac:picMkLst>
        </pc:picChg>
        <pc:picChg chg="mod">
          <ac:chgData name="Arkar Than Win" userId="3c8250a4-c36e-434c-9640-1ec1d94cea55" providerId="ADAL" clId="{0ACE9946-0938-4C15-91F3-DF5E7C93A5A9}" dt="2024-05-30T04:30:28.899" v="36260"/>
          <ac:picMkLst>
            <pc:docMk/>
            <pc:sldMk cId="3977569686" sldId="276"/>
            <ac:picMk id="136" creationId="{715F3BC7-671A-CC34-CAF3-5D4D2C7467E6}"/>
          </ac:picMkLst>
        </pc:picChg>
        <pc:picChg chg="mod">
          <ac:chgData name="Arkar Than Win" userId="3c8250a4-c36e-434c-9640-1ec1d94cea55" providerId="ADAL" clId="{0ACE9946-0938-4C15-91F3-DF5E7C93A5A9}" dt="2024-05-30T04:30:32.563" v="36261"/>
          <ac:picMkLst>
            <pc:docMk/>
            <pc:sldMk cId="3977569686" sldId="276"/>
            <ac:picMk id="141" creationId="{E01469F5-0129-40B2-D2B6-BE5AB6861CE5}"/>
          </ac:picMkLst>
        </pc:picChg>
        <pc:picChg chg="mod">
          <ac:chgData name="Arkar Than Win" userId="3c8250a4-c36e-434c-9640-1ec1d94cea55" providerId="ADAL" clId="{0ACE9946-0938-4C15-91F3-DF5E7C93A5A9}" dt="2024-05-30T04:30:32.563" v="36261"/>
          <ac:picMkLst>
            <pc:docMk/>
            <pc:sldMk cId="3977569686" sldId="276"/>
            <ac:picMk id="142" creationId="{DABE78A6-D6FB-5801-40E8-5A8ECF81ED3F}"/>
          </ac:picMkLst>
        </pc:picChg>
        <pc:picChg chg="mod">
          <ac:chgData name="Arkar Than Win" userId="3c8250a4-c36e-434c-9640-1ec1d94cea55" providerId="ADAL" clId="{0ACE9946-0938-4C15-91F3-DF5E7C93A5A9}" dt="2024-05-30T04:30:32.563" v="36261"/>
          <ac:picMkLst>
            <pc:docMk/>
            <pc:sldMk cId="3977569686" sldId="276"/>
            <ac:picMk id="143" creationId="{B29BE939-6D93-C89B-EA86-EAC71DB7CF0A}"/>
          </ac:picMkLst>
        </pc:picChg>
        <pc:picChg chg="mod">
          <ac:chgData name="Arkar Than Win" userId="3c8250a4-c36e-434c-9640-1ec1d94cea55" providerId="ADAL" clId="{0ACE9946-0938-4C15-91F3-DF5E7C93A5A9}" dt="2024-05-30T04:30:32.563" v="36261"/>
          <ac:picMkLst>
            <pc:docMk/>
            <pc:sldMk cId="3977569686" sldId="276"/>
            <ac:picMk id="144" creationId="{06BA1343-C131-8741-1FD8-0DE6264605A4}"/>
          </ac:picMkLst>
        </pc:picChg>
        <pc:picChg chg="mod">
          <ac:chgData name="Arkar Than Win" userId="3c8250a4-c36e-434c-9640-1ec1d94cea55" providerId="ADAL" clId="{0ACE9946-0938-4C15-91F3-DF5E7C93A5A9}" dt="2024-05-30T04:30:32.563" v="36261"/>
          <ac:picMkLst>
            <pc:docMk/>
            <pc:sldMk cId="3977569686" sldId="276"/>
            <ac:picMk id="145" creationId="{EFA65721-1D2C-C2D8-C4E3-438E9E9C7F1F}"/>
          </ac:picMkLst>
        </pc:picChg>
        <pc:picChg chg="mod">
          <ac:chgData name="Arkar Than Win" userId="3c8250a4-c36e-434c-9640-1ec1d94cea55" providerId="ADAL" clId="{0ACE9946-0938-4C15-91F3-DF5E7C93A5A9}" dt="2024-05-30T04:30:32.563" v="36261"/>
          <ac:picMkLst>
            <pc:docMk/>
            <pc:sldMk cId="3977569686" sldId="276"/>
            <ac:picMk id="146" creationId="{64A1B3B5-57C7-EF61-FA1E-959F00355BCC}"/>
          </ac:picMkLst>
        </pc:picChg>
        <pc:picChg chg="mod">
          <ac:chgData name="Arkar Than Win" userId="3c8250a4-c36e-434c-9640-1ec1d94cea55" providerId="ADAL" clId="{0ACE9946-0938-4C15-91F3-DF5E7C93A5A9}" dt="2024-05-30T04:30:32.563" v="36261"/>
          <ac:picMkLst>
            <pc:docMk/>
            <pc:sldMk cId="3977569686" sldId="276"/>
            <ac:picMk id="147" creationId="{5A13A58B-2C2B-6341-CF5A-79BD0739F140}"/>
          </ac:picMkLst>
        </pc:picChg>
        <pc:picChg chg="mod">
          <ac:chgData name="Arkar Than Win" userId="3c8250a4-c36e-434c-9640-1ec1d94cea55" providerId="ADAL" clId="{0ACE9946-0938-4C15-91F3-DF5E7C93A5A9}" dt="2024-05-30T04:30:32.563" v="36261"/>
          <ac:picMkLst>
            <pc:docMk/>
            <pc:sldMk cId="3977569686" sldId="276"/>
            <ac:picMk id="148" creationId="{B7E2433B-A147-98E6-CF48-2693EB98E0D9}"/>
          </ac:picMkLst>
        </pc:picChg>
        <pc:picChg chg="mod">
          <ac:chgData name="Arkar Than Win" userId="3c8250a4-c36e-434c-9640-1ec1d94cea55" providerId="ADAL" clId="{0ACE9946-0938-4C15-91F3-DF5E7C93A5A9}" dt="2024-05-30T04:31:26.212" v="36275"/>
          <ac:picMkLst>
            <pc:docMk/>
            <pc:sldMk cId="3977569686" sldId="276"/>
            <ac:picMk id="153" creationId="{1E80D36F-56B3-2411-4FE3-A601816BDE4F}"/>
          </ac:picMkLst>
        </pc:picChg>
        <pc:picChg chg="mod">
          <ac:chgData name="Arkar Than Win" userId="3c8250a4-c36e-434c-9640-1ec1d94cea55" providerId="ADAL" clId="{0ACE9946-0938-4C15-91F3-DF5E7C93A5A9}" dt="2024-05-30T04:31:26.212" v="36275"/>
          <ac:picMkLst>
            <pc:docMk/>
            <pc:sldMk cId="3977569686" sldId="276"/>
            <ac:picMk id="154" creationId="{5D40C56F-381F-AFCB-3549-01DF9A7CEC39}"/>
          </ac:picMkLst>
        </pc:picChg>
        <pc:picChg chg="mod">
          <ac:chgData name="Arkar Than Win" userId="3c8250a4-c36e-434c-9640-1ec1d94cea55" providerId="ADAL" clId="{0ACE9946-0938-4C15-91F3-DF5E7C93A5A9}" dt="2024-05-30T04:31:26.212" v="36275"/>
          <ac:picMkLst>
            <pc:docMk/>
            <pc:sldMk cId="3977569686" sldId="276"/>
            <ac:picMk id="155" creationId="{821CF568-B922-3B17-4CEC-5BDFAEEE02B5}"/>
          </ac:picMkLst>
        </pc:picChg>
        <pc:picChg chg="mod">
          <ac:chgData name="Arkar Than Win" userId="3c8250a4-c36e-434c-9640-1ec1d94cea55" providerId="ADAL" clId="{0ACE9946-0938-4C15-91F3-DF5E7C93A5A9}" dt="2024-05-30T04:31:26.212" v="36275"/>
          <ac:picMkLst>
            <pc:docMk/>
            <pc:sldMk cId="3977569686" sldId="276"/>
            <ac:picMk id="156" creationId="{F4047C0B-8097-C16D-78FD-B4D16F4967DE}"/>
          </ac:picMkLst>
        </pc:picChg>
        <pc:picChg chg="mod">
          <ac:chgData name="Arkar Than Win" userId="3c8250a4-c36e-434c-9640-1ec1d94cea55" providerId="ADAL" clId="{0ACE9946-0938-4C15-91F3-DF5E7C93A5A9}" dt="2024-05-30T04:31:26.212" v="36275"/>
          <ac:picMkLst>
            <pc:docMk/>
            <pc:sldMk cId="3977569686" sldId="276"/>
            <ac:picMk id="157" creationId="{925C208A-03BC-011E-D2F2-052C84B45C35}"/>
          </ac:picMkLst>
        </pc:picChg>
        <pc:picChg chg="mod">
          <ac:chgData name="Arkar Than Win" userId="3c8250a4-c36e-434c-9640-1ec1d94cea55" providerId="ADAL" clId="{0ACE9946-0938-4C15-91F3-DF5E7C93A5A9}" dt="2024-05-30T04:31:26.212" v="36275"/>
          <ac:picMkLst>
            <pc:docMk/>
            <pc:sldMk cId="3977569686" sldId="276"/>
            <ac:picMk id="158" creationId="{7019A86E-F704-B314-65CF-9EA6B579CCF8}"/>
          </ac:picMkLst>
        </pc:picChg>
        <pc:picChg chg="mod">
          <ac:chgData name="Arkar Than Win" userId="3c8250a4-c36e-434c-9640-1ec1d94cea55" providerId="ADAL" clId="{0ACE9946-0938-4C15-91F3-DF5E7C93A5A9}" dt="2024-05-30T04:31:26.212" v="36275"/>
          <ac:picMkLst>
            <pc:docMk/>
            <pc:sldMk cId="3977569686" sldId="276"/>
            <ac:picMk id="159" creationId="{2E4070DC-36B3-0663-D472-78B0115D85DD}"/>
          </ac:picMkLst>
        </pc:picChg>
        <pc:picChg chg="mod">
          <ac:chgData name="Arkar Than Win" userId="3c8250a4-c36e-434c-9640-1ec1d94cea55" providerId="ADAL" clId="{0ACE9946-0938-4C15-91F3-DF5E7C93A5A9}" dt="2024-05-30T04:31:26.212" v="36275"/>
          <ac:picMkLst>
            <pc:docMk/>
            <pc:sldMk cId="3977569686" sldId="276"/>
            <ac:picMk id="160" creationId="{2BE0CACC-E126-A7C0-88EA-C7B38394A0A6}"/>
          </ac:picMkLst>
        </pc:picChg>
        <pc:picChg chg="add del mod">
          <ac:chgData name="Arkar Than Win" userId="3c8250a4-c36e-434c-9640-1ec1d94cea55" providerId="ADAL" clId="{0ACE9946-0938-4C15-91F3-DF5E7C93A5A9}" dt="2024-05-30T04:32:51.642" v="36290" actId="478"/>
          <ac:picMkLst>
            <pc:docMk/>
            <pc:sldMk cId="3977569686" sldId="276"/>
            <ac:picMk id="161" creationId="{C2298633-00D8-5FC0-0B19-8C7B6340EBB6}"/>
          </ac:picMkLst>
        </pc:picChg>
        <pc:picChg chg="mod">
          <ac:chgData name="Arkar Than Win" userId="3c8250a4-c36e-434c-9640-1ec1d94cea55" providerId="ADAL" clId="{0ACE9946-0938-4C15-91F3-DF5E7C93A5A9}" dt="2024-05-30T04:31:40.619" v="36279"/>
          <ac:picMkLst>
            <pc:docMk/>
            <pc:sldMk cId="3977569686" sldId="276"/>
            <ac:picMk id="166" creationId="{C9E24175-1BF7-F366-ABE1-24B7407FD999}"/>
          </ac:picMkLst>
        </pc:picChg>
        <pc:picChg chg="mod">
          <ac:chgData name="Arkar Than Win" userId="3c8250a4-c36e-434c-9640-1ec1d94cea55" providerId="ADAL" clId="{0ACE9946-0938-4C15-91F3-DF5E7C93A5A9}" dt="2024-05-30T04:31:40.619" v="36279"/>
          <ac:picMkLst>
            <pc:docMk/>
            <pc:sldMk cId="3977569686" sldId="276"/>
            <ac:picMk id="167" creationId="{56623546-8844-BF42-E15A-D0FC374D595F}"/>
          </ac:picMkLst>
        </pc:picChg>
        <pc:picChg chg="mod">
          <ac:chgData name="Arkar Than Win" userId="3c8250a4-c36e-434c-9640-1ec1d94cea55" providerId="ADAL" clId="{0ACE9946-0938-4C15-91F3-DF5E7C93A5A9}" dt="2024-05-30T04:31:40.619" v="36279"/>
          <ac:picMkLst>
            <pc:docMk/>
            <pc:sldMk cId="3977569686" sldId="276"/>
            <ac:picMk id="168" creationId="{8DDB406C-F9F2-8477-96E9-CB97E4923640}"/>
          </ac:picMkLst>
        </pc:picChg>
        <pc:picChg chg="mod">
          <ac:chgData name="Arkar Than Win" userId="3c8250a4-c36e-434c-9640-1ec1d94cea55" providerId="ADAL" clId="{0ACE9946-0938-4C15-91F3-DF5E7C93A5A9}" dt="2024-05-30T04:31:40.619" v="36279"/>
          <ac:picMkLst>
            <pc:docMk/>
            <pc:sldMk cId="3977569686" sldId="276"/>
            <ac:picMk id="169" creationId="{91FBCB43-59F6-F964-ABB4-30C2EDD5C367}"/>
          </ac:picMkLst>
        </pc:picChg>
        <pc:picChg chg="mod">
          <ac:chgData name="Arkar Than Win" userId="3c8250a4-c36e-434c-9640-1ec1d94cea55" providerId="ADAL" clId="{0ACE9946-0938-4C15-91F3-DF5E7C93A5A9}" dt="2024-05-30T04:31:40.619" v="36279"/>
          <ac:picMkLst>
            <pc:docMk/>
            <pc:sldMk cId="3977569686" sldId="276"/>
            <ac:picMk id="170" creationId="{7A6C0778-5E38-07E4-D9E3-C9F7C9233100}"/>
          </ac:picMkLst>
        </pc:picChg>
        <pc:picChg chg="mod">
          <ac:chgData name="Arkar Than Win" userId="3c8250a4-c36e-434c-9640-1ec1d94cea55" providerId="ADAL" clId="{0ACE9946-0938-4C15-91F3-DF5E7C93A5A9}" dt="2024-05-30T04:31:40.619" v="36279"/>
          <ac:picMkLst>
            <pc:docMk/>
            <pc:sldMk cId="3977569686" sldId="276"/>
            <ac:picMk id="171" creationId="{48173A75-3190-03C4-963B-E30CD2820CD2}"/>
          </ac:picMkLst>
        </pc:picChg>
        <pc:picChg chg="mod">
          <ac:chgData name="Arkar Than Win" userId="3c8250a4-c36e-434c-9640-1ec1d94cea55" providerId="ADAL" clId="{0ACE9946-0938-4C15-91F3-DF5E7C93A5A9}" dt="2024-05-30T04:31:40.619" v="36279"/>
          <ac:picMkLst>
            <pc:docMk/>
            <pc:sldMk cId="3977569686" sldId="276"/>
            <ac:picMk id="172" creationId="{A6420F5A-C106-BA0C-8DD2-EA3F76205529}"/>
          </ac:picMkLst>
        </pc:picChg>
        <pc:picChg chg="mod">
          <ac:chgData name="Arkar Than Win" userId="3c8250a4-c36e-434c-9640-1ec1d94cea55" providerId="ADAL" clId="{0ACE9946-0938-4C15-91F3-DF5E7C93A5A9}" dt="2024-05-30T04:31:40.619" v="36279"/>
          <ac:picMkLst>
            <pc:docMk/>
            <pc:sldMk cId="3977569686" sldId="276"/>
            <ac:picMk id="173" creationId="{931A15DA-21CB-863D-4B9C-E2D5703897AE}"/>
          </ac:picMkLst>
        </pc:picChg>
        <pc:picChg chg="add del mod ord">
          <ac:chgData name="Arkar Than Win" userId="3c8250a4-c36e-434c-9640-1ec1d94cea55" providerId="ADAL" clId="{0ACE9946-0938-4C15-91F3-DF5E7C93A5A9}" dt="2024-05-30T04:32:52.250" v="36291" actId="478"/>
          <ac:picMkLst>
            <pc:docMk/>
            <pc:sldMk cId="3977569686" sldId="276"/>
            <ac:picMk id="174" creationId="{4FB3696A-BE02-4392-5CED-330514BFE84A}"/>
          </ac:picMkLst>
        </pc:picChg>
        <pc:picChg chg="add del mod">
          <ac:chgData name="Arkar Than Win" userId="3c8250a4-c36e-434c-9640-1ec1d94cea55" providerId="ADAL" clId="{0ACE9946-0938-4C15-91F3-DF5E7C93A5A9}" dt="2024-05-31T02:22:57.510" v="37563" actId="478"/>
          <ac:picMkLst>
            <pc:docMk/>
            <pc:sldMk cId="3977569686" sldId="276"/>
            <ac:picMk id="175" creationId="{EEA315C5-BF94-EBD0-624B-9AF425847714}"/>
          </ac:picMkLst>
        </pc:picChg>
        <pc:picChg chg="add del mod">
          <ac:chgData name="Arkar Than Win" userId="3c8250a4-c36e-434c-9640-1ec1d94cea55" providerId="ADAL" clId="{0ACE9946-0938-4C15-91F3-DF5E7C93A5A9}" dt="2024-05-30T04:58:28.398" v="36448" actId="478"/>
          <ac:picMkLst>
            <pc:docMk/>
            <pc:sldMk cId="3977569686" sldId="276"/>
            <ac:picMk id="177" creationId="{24CE55FC-1BB9-F0A4-A1EF-2603AE5CF401}"/>
          </ac:picMkLst>
        </pc:picChg>
        <pc:picChg chg="add del mod">
          <ac:chgData name="Arkar Than Win" userId="3c8250a4-c36e-434c-9640-1ec1d94cea55" providerId="ADAL" clId="{0ACE9946-0938-4C15-91F3-DF5E7C93A5A9}" dt="2024-05-30T04:36:25.933" v="36378" actId="21"/>
          <ac:picMkLst>
            <pc:docMk/>
            <pc:sldMk cId="3977569686" sldId="276"/>
            <ac:picMk id="228" creationId="{EEA315C5-BF94-EBD0-624B-9AF425847714}"/>
          </ac:picMkLst>
        </pc:picChg>
        <pc:picChg chg="add del mod ord">
          <ac:chgData name="Arkar Than Win" userId="3c8250a4-c36e-434c-9640-1ec1d94cea55" providerId="ADAL" clId="{0ACE9946-0938-4C15-91F3-DF5E7C93A5A9}" dt="2024-05-31T02:22:56.043" v="37562" actId="478"/>
          <ac:picMkLst>
            <pc:docMk/>
            <pc:sldMk cId="3977569686" sldId="276"/>
            <ac:picMk id="233" creationId="{FEA5F4C6-5CDA-0F86-6F97-9F5CF613B962}"/>
          </ac:picMkLst>
        </pc:picChg>
        <pc:picChg chg="add del mod">
          <ac:chgData name="Arkar Than Win" userId="3c8250a4-c36e-434c-9640-1ec1d94cea55" providerId="ADAL" clId="{0ACE9946-0938-4C15-91F3-DF5E7C93A5A9}" dt="2024-05-30T05:17:40.104" v="36625" actId="478"/>
          <ac:picMkLst>
            <pc:docMk/>
            <pc:sldMk cId="3977569686" sldId="276"/>
            <ac:picMk id="241" creationId="{D046C1FF-3C03-43EA-BF04-C71368F3AAAE}"/>
          </ac:picMkLst>
        </pc:picChg>
        <pc:picChg chg="add del mod modVis">
          <ac:chgData name="Arkar Than Win" userId="3c8250a4-c36e-434c-9640-1ec1d94cea55" providerId="ADAL" clId="{0ACE9946-0938-4C15-91F3-DF5E7C93A5A9}" dt="2024-05-30T05:17:40.104" v="36625" actId="478"/>
          <ac:picMkLst>
            <pc:docMk/>
            <pc:sldMk cId="3977569686" sldId="276"/>
            <ac:picMk id="243" creationId="{07F745BB-DC13-4461-02E4-7A0B0EC41084}"/>
          </ac:picMkLst>
        </pc:picChg>
        <pc:picChg chg="add mod modVis">
          <ac:chgData name="Arkar Than Win" userId="3c8250a4-c36e-434c-9640-1ec1d94cea55" providerId="ADAL" clId="{0ACE9946-0938-4C15-91F3-DF5E7C93A5A9}" dt="2024-05-31T02:26:10.549" v="37635" actId="14429"/>
          <ac:picMkLst>
            <pc:docMk/>
            <pc:sldMk cId="3977569686" sldId="276"/>
            <ac:picMk id="252" creationId="{EBB8C2DA-448D-00A0-C5D1-04F3C6DFA98B}"/>
          </ac:picMkLst>
        </pc:picChg>
        <pc:picChg chg="add del mod modVis">
          <ac:chgData name="Arkar Than Win" userId="3c8250a4-c36e-434c-9640-1ec1d94cea55" providerId="ADAL" clId="{0ACE9946-0938-4C15-91F3-DF5E7C93A5A9}" dt="2024-05-30T05:21:22.018" v="36701" actId="478"/>
          <ac:picMkLst>
            <pc:docMk/>
            <pc:sldMk cId="3977569686" sldId="276"/>
            <ac:picMk id="254" creationId="{B703379E-CDD1-04D8-ABCE-9488D2BC702B}"/>
          </ac:picMkLst>
        </pc:picChg>
        <pc:picChg chg="add mod ord modVis">
          <ac:chgData name="Arkar Than Win" userId="3c8250a4-c36e-434c-9640-1ec1d94cea55" providerId="ADAL" clId="{0ACE9946-0938-4C15-91F3-DF5E7C93A5A9}" dt="2024-05-31T02:26:10.958" v="37636" actId="14429"/>
          <ac:picMkLst>
            <pc:docMk/>
            <pc:sldMk cId="3977569686" sldId="276"/>
            <ac:picMk id="256" creationId="{69128384-4D06-83F5-A420-F0C7F18EE471}"/>
          </ac:picMkLst>
        </pc:picChg>
        <pc:cxnChg chg="add del">
          <ac:chgData name="Arkar Than Win" userId="3c8250a4-c36e-434c-9640-1ec1d94cea55" providerId="ADAL" clId="{0ACE9946-0938-4C15-91F3-DF5E7C93A5A9}" dt="2024-05-30T04:43:29.885" v="36408" actId="478"/>
          <ac:cxnSpMkLst>
            <pc:docMk/>
            <pc:sldMk cId="3977569686" sldId="276"/>
            <ac:cxnSpMk id="179" creationId="{09659DC8-9FB6-F5C8-7C77-597DA8A8F725}"/>
          </ac:cxnSpMkLst>
        </pc:cxnChg>
      </pc:sldChg>
      <pc:sldChg chg="addSp delSp modSp add mod ord modNotesTx">
        <pc:chgData name="Arkar Than Win" userId="3c8250a4-c36e-434c-9640-1ec1d94cea55" providerId="ADAL" clId="{0ACE9946-0938-4C15-91F3-DF5E7C93A5A9}" dt="2024-05-30T04:36:30.828" v="36381" actId="21"/>
        <pc:sldMkLst>
          <pc:docMk/>
          <pc:sldMk cId="3427428296" sldId="277"/>
        </pc:sldMkLst>
        <pc:spChg chg="mod">
          <ac:chgData name="Arkar Than Win" userId="3c8250a4-c36e-434c-9640-1ec1d94cea55" providerId="ADAL" clId="{0ACE9946-0938-4C15-91F3-DF5E7C93A5A9}" dt="2024-05-19T01:16:21.465" v="1439" actId="20577"/>
          <ac:spMkLst>
            <pc:docMk/>
            <pc:sldMk cId="3427428296" sldId="277"/>
            <ac:spMk id="2" creationId="{CF74DB7E-CFA7-340D-92D5-29F98B99F8DA}"/>
          </ac:spMkLst>
        </pc:spChg>
        <pc:spChg chg="del">
          <ac:chgData name="Arkar Than Win" userId="3c8250a4-c36e-434c-9640-1ec1d94cea55" providerId="ADAL" clId="{0ACE9946-0938-4C15-91F3-DF5E7C93A5A9}" dt="2024-05-21T05:52:51.046" v="9112" actId="478"/>
          <ac:spMkLst>
            <pc:docMk/>
            <pc:sldMk cId="3427428296" sldId="277"/>
            <ac:spMk id="3" creationId="{7FFE9A8E-669D-4866-2DD7-34E78B111A0D}"/>
          </ac:spMkLst>
        </pc:spChg>
        <pc:spChg chg="add mod topLvl">
          <ac:chgData name="Arkar Than Win" userId="3c8250a4-c36e-434c-9640-1ec1d94cea55" providerId="ADAL" clId="{0ACE9946-0938-4C15-91F3-DF5E7C93A5A9}" dt="2024-05-21T06:32:22.955" v="11133" actId="12789"/>
          <ac:spMkLst>
            <pc:docMk/>
            <pc:sldMk cId="3427428296" sldId="277"/>
            <ac:spMk id="5" creationId="{1F523AB0-B396-6938-88D8-424AA5EC8305}"/>
          </ac:spMkLst>
        </pc:spChg>
        <pc:spChg chg="add mod topLvl">
          <ac:chgData name="Arkar Than Win" userId="3c8250a4-c36e-434c-9640-1ec1d94cea55" providerId="ADAL" clId="{0ACE9946-0938-4C15-91F3-DF5E7C93A5A9}" dt="2024-05-21T06:32:22.955" v="11133" actId="12789"/>
          <ac:spMkLst>
            <pc:docMk/>
            <pc:sldMk cId="3427428296" sldId="277"/>
            <ac:spMk id="6" creationId="{61C71569-E53B-37B3-862F-CFBDB65561E0}"/>
          </ac:spMkLst>
        </pc:spChg>
        <pc:spChg chg="add mod topLvl">
          <ac:chgData name="Arkar Than Win" userId="3c8250a4-c36e-434c-9640-1ec1d94cea55" providerId="ADAL" clId="{0ACE9946-0938-4C15-91F3-DF5E7C93A5A9}" dt="2024-05-21T06:04:41.013" v="9712" actId="164"/>
          <ac:spMkLst>
            <pc:docMk/>
            <pc:sldMk cId="3427428296" sldId="277"/>
            <ac:spMk id="7" creationId="{76580FAB-3149-BAFE-35CB-358BC4261CFE}"/>
          </ac:spMkLst>
        </pc:spChg>
        <pc:spChg chg="add del mod">
          <ac:chgData name="Arkar Than Win" userId="3c8250a4-c36e-434c-9640-1ec1d94cea55" providerId="ADAL" clId="{0ACE9946-0938-4C15-91F3-DF5E7C93A5A9}" dt="2024-05-21T06:02:58.251" v="9667" actId="21"/>
          <ac:spMkLst>
            <pc:docMk/>
            <pc:sldMk cId="3427428296" sldId="277"/>
            <ac:spMk id="15" creationId="{56946E0A-B908-F93A-7AC6-8F76E115E5AA}"/>
          </ac:spMkLst>
        </pc:spChg>
        <pc:spChg chg="add del mod ord">
          <ac:chgData name="Arkar Than Win" userId="3c8250a4-c36e-434c-9640-1ec1d94cea55" providerId="ADAL" clId="{0ACE9946-0938-4C15-91F3-DF5E7C93A5A9}" dt="2024-05-21T06:03:37.912" v="9679" actId="478"/>
          <ac:spMkLst>
            <pc:docMk/>
            <pc:sldMk cId="3427428296" sldId="277"/>
            <ac:spMk id="17" creationId="{68F8C47F-F14D-D71E-3A66-506AC09219E9}"/>
          </ac:spMkLst>
        </pc:spChg>
        <pc:spChg chg="add mod">
          <ac:chgData name="Arkar Than Win" userId="3c8250a4-c36e-434c-9640-1ec1d94cea55" providerId="ADAL" clId="{0ACE9946-0938-4C15-91F3-DF5E7C93A5A9}" dt="2024-05-30T01:51:26.431" v="35942" actId="207"/>
          <ac:spMkLst>
            <pc:docMk/>
            <pc:sldMk cId="3427428296" sldId="277"/>
            <ac:spMk id="18" creationId="{56946E0A-B908-F93A-7AC6-8F76E115E5AA}"/>
          </ac:spMkLst>
        </pc:spChg>
        <pc:grpChg chg="add del mod">
          <ac:chgData name="Arkar Than Win" userId="3c8250a4-c36e-434c-9640-1ec1d94cea55" providerId="ADAL" clId="{0ACE9946-0938-4C15-91F3-DF5E7C93A5A9}" dt="2024-05-21T06:04:08.118" v="9684" actId="165"/>
          <ac:grpSpMkLst>
            <pc:docMk/>
            <pc:sldMk cId="3427428296" sldId="277"/>
            <ac:grpSpMk id="14" creationId="{38D556F7-C921-2D8C-BCB1-9963BA2CCB57}"/>
          </ac:grpSpMkLst>
        </pc:grpChg>
        <pc:grpChg chg="add mod">
          <ac:chgData name="Arkar Than Win" userId="3c8250a4-c36e-434c-9640-1ec1d94cea55" providerId="ADAL" clId="{0ACE9946-0938-4C15-91F3-DF5E7C93A5A9}" dt="2024-05-21T06:07:39.637" v="10128" actId="12789"/>
          <ac:grpSpMkLst>
            <pc:docMk/>
            <pc:sldMk cId="3427428296" sldId="277"/>
            <ac:grpSpMk id="22" creationId="{D44497B5-FFB4-0EBB-816C-0A304EB2F9C3}"/>
          </ac:grpSpMkLst>
        </pc:grpChg>
        <pc:graphicFrameChg chg="add del modGraphic">
          <ac:chgData name="Arkar Than Win" userId="3c8250a4-c36e-434c-9640-1ec1d94cea55" providerId="ADAL" clId="{0ACE9946-0938-4C15-91F3-DF5E7C93A5A9}" dt="2024-05-21T05:53:48.350" v="9114" actId="478"/>
          <ac:graphicFrameMkLst>
            <pc:docMk/>
            <pc:sldMk cId="3427428296" sldId="277"/>
            <ac:graphicFrameMk id="4" creationId="{E1CF321F-E36C-ED11-6BB8-A40A010AA2AC}"/>
          </ac:graphicFrameMkLst>
        </pc:graphicFrameChg>
        <pc:graphicFrameChg chg="add del mod">
          <ac:chgData name="Arkar Than Win" userId="3c8250a4-c36e-434c-9640-1ec1d94cea55" providerId="ADAL" clId="{0ACE9946-0938-4C15-91F3-DF5E7C93A5A9}" dt="2024-05-30T04:19:00.461" v="36041" actId="21"/>
          <ac:graphicFrameMkLst>
            <pc:docMk/>
            <pc:sldMk cId="3427428296" sldId="277"/>
            <ac:graphicFrameMk id="34" creationId="{70F2D7BF-3D82-612A-8C92-D0944C6B814A}"/>
          </ac:graphicFrameMkLst>
        </pc:graphicFrameChg>
        <pc:graphicFrameChg chg="add del mod">
          <ac:chgData name="Arkar Than Win" userId="3c8250a4-c36e-434c-9640-1ec1d94cea55" providerId="ADAL" clId="{0ACE9946-0938-4C15-91F3-DF5E7C93A5A9}" dt="2024-05-30T04:27:45.404" v="36194" actId="21"/>
          <ac:graphicFrameMkLst>
            <pc:docMk/>
            <pc:sldMk cId="3427428296" sldId="277"/>
            <ac:graphicFrameMk id="107" creationId="{3D3C0E51-D234-AE33-BF20-E403DC77F8BE}"/>
          </ac:graphicFrameMkLst>
        </pc:graphicFrameChg>
        <pc:picChg chg="add del mod">
          <ac:chgData name="Arkar Than Win" userId="3c8250a4-c36e-434c-9640-1ec1d94cea55" providerId="ADAL" clId="{0ACE9946-0938-4C15-91F3-DF5E7C93A5A9}" dt="2024-05-30T04:36:30.828" v="36381" actId="21"/>
          <ac:picMkLst>
            <pc:docMk/>
            <pc:sldMk cId="3427428296" sldId="277"/>
            <ac:picMk id="228" creationId="{EEA315C5-BF94-EBD0-624B-9AF425847714}"/>
          </ac:picMkLst>
        </pc:picChg>
        <pc:cxnChg chg="add mod ord topLvl">
          <ac:chgData name="Arkar Than Win" userId="3c8250a4-c36e-434c-9640-1ec1d94cea55" providerId="ADAL" clId="{0ACE9946-0938-4C15-91F3-DF5E7C93A5A9}" dt="2024-05-21T06:32:22.955" v="11133" actId="12789"/>
          <ac:cxnSpMkLst>
            <pc:docMk/>
            <pc:sldMk cId="3427428296" sldId="277"/>
            <ac:cxnSpMk id="9" creationId="{7C1A1242-9136-9D0E-7EF3-F8326ACB97FF}"/>
          </ac:cxnSpMkLst>
        </pc:cxnChg>
        <pc:cxnChg chg="add mod ord topLvl">
          <ac:chgData name="Arkar Than Win" userId="3c8250a4-c36e-434c-9640-1ec1d94cea55" providerId="ADAL" clId="{0ACE9946-0938-4C15-91F3-DF5E7C93A5A9}" dt="2024-05-21T06:32:22.955" v="11133" actId="12789"/>
          <ac:cxnSpMkLst>
            <pc:docMk/>
            <pc:sldMk cId="3427428296" sldId="277"/>
            <ac:cxnSpMk id="11" creationId="{FA473CDE-1C23-D93D-384C-19C8111366E7}"/>
          </ac:cxnSpMkLst>
        </pc:cxnChg>
      </pc:sldChg>
      <pc:sldChg chg="addSp delSp modSp add del mod ord">
        <pc:chgData name="Arkar Than Win" userId="3c8250a4-c36e-434c-9640-1ec1d94cea55" providerId="ADAL" clId="{0ACE9946-0938-4C15-91F3-DF5E7C93A5A9}" dt="2024-05-21T06:29:14.873" v="11008" actId="47"/>
        <pc:sldMkLst>
          <pc:docMk/>
          <pc:sldMk cId="1228171655" sldId="278"/>
        </pc:sldMkLst>
        <pc:spChg chg="mod">
          <ac:chgData name="Arkar Than Win" userId="3c8250a4-c36e-434c-9640-1ec1d94cea55" providerId="ADAL" clId="{0ACE9946-0938-4C15-91F3-DF5E7C93A5A9}" dt="2024-05-21T06:10:13.850" v="10154" actId="552"/>
          <ac:spMkLst>
            <pc:docMk/>
            <pc:sldMk cId="1228171655" sldId="278"/>
            <ac:spMk id="2" creationId="{CF74DB7E-CFA7-340D-92D5-29F98B99F8DA}"/>
          </ac:spMkLst>
        </pc:spChg>
        <pc:spChg chg="del">
          <ac:chgData name="Arkar Than Win" userId="3c8250a4-c36e-434c-9640-1ec1d94cea55" providerId="ADAL" clId="{0ACE9946-0938-4C15-91F3-DF5E7C93A5A9}" dt="2024-05-21T06:09:41.814" v="10140" actId="478"/>
          <ac:spMkLst>
            <pc:docMk/>
            <pc:sldMk cId="1228171655" sldId="278"/>
            <ac:spMk id="3" creationId="{7FFE9A8E-669D-4866-2DD7-34E78B111A0D}"/>
          </ac:spMkLst>
        </pc:spChg>
        <pc:spChg chg="add del mod">
          <ac:chgData name="Arkar Than Win" userId="3c8250a4-c36e-434c-9640-1ec1d94cea55" providerId="ADAL" clId="{0ACE9946-0938-4C15-91F3-DF5E7C93A5A9}" dt="2024-05-21T06:28:59.648" v="11004" actId="478"/>
          <ac:spMkLst>
            <pc:docMk/>
            <pc:sldMk cId="1228171655" sldId="278"/>
            <ac:spMk id="6" creationId="{5A80E810-72AC-CADD-6CDA-F2E80C810CC4}"/>
          </ac:spMkLst>
        </pc:spChg>
        <pc:spChg chg="add del mod">
          <ac:chgData name="Arkar Than Win" userId="3c8250a4-c36e-434c-9640-1ec1d94cea55" providerId="ADAL" clId="{0ACE9946-0938-4C15-91F3-DF5E7C93A5A9}" dt="2024-05-21T06:29:01.638" v="11005" actId="478"/>
          <ac:spMkLst>
            <pc:docMk/>
            <pc:sldMk cId="1228171655" sldId="278"/>
            <ac:spMk id="8" creationId="{A6CA13DA-D4BA-4513-9879-9A2B2D15CCB5}"/>
          </ac:spMkLst>
        </pc:spChg>
        <pc:picChg chg="add mod">
          <ac:chgData name="Arkar Than Win" userId="3c8250a4-c36e-434c-9640-1ec1d94cea55" providerId="ADAL" clId="{0ACE9946-0938-4C15-91F3-DF5E7C93A5A9}" dt="2024-05-21T06:14:45.659" v="10256" actId="14100"/>
          <ac:picMkLst>
            <pc:docMk/>
            <pc:sldMk cId="1228171655" sldId="278"/>
            <ac:picMk id="5" creationId="{5AB7731C-728D-CDFA-854C-D64534DBEAEE}"/>
          </ac:picMkLst>
        </pc:picChg>
      </pc:sldChg>
      <pc:sldChg chg="addSp delSp modSp add mod modNotesTx">
        <pc:chgData name="Arkar Than Win" userId="3c8250a4-c36e-434c-9640-1ec1d94cea55" providerId="ADAL" clId="{0ACE9946-0938-4C15-91F3-DF5E7C93A5A9}" dt="2024-05-31T01:37:22.040" v="36822" actId="20577"/>
        <pc:sldMkLst>
          <pc:docMk/>
          <pc:sldMk cId="2684696458" sldId="279"/>
        </pc:sldMkLst>
        <pc:spChg chg="del">
          <ac:chgData name="Arkar Than Win" userId="3c8250a4-c36e-434c-9640-1ec1d94cea55" providerId="ADAL" clId="{0ACE9946-0938-4C15-91F3-DF5E7C93A5A9}" dt="2024-05-21T06:31:59.145" v="11129" actId="478"/>
          <ac:spMkLst>
            <pc:docMk/>
            <pc:sldMk cId="2684696458" sldId="279"/>
            <ac:spMk id="3" creationId="{7FFE9A8E-669D-4866-2DD7-34E78B111A0D}"/>
          </ac:spMkLst>
        </pc:spChg>
        <pc:spChg chg="mod">
          <ac:chgData name="Arkar Than Win" userId="3c8250a4-c36e-434c-9640-1ec1d94cea55" providerId="ADAL" clId="{0ACE9946-0938-4C15-91F3-DF5E7C93A5A9}" dt="2024-05-21T06:32:12.756" v="11132" actId="12789"/>
          <ac:spMkLst>
            <pc:docMk/>
            <pc:sldMk cId="2684696458" sldId="279"/>
            <ac:spMk id="7" creationId="{8ECB5BD5-8CE3-748F-F3D0-0684E7511077}"/>
          </ac:spMkLst>
        </pc:spChg>
        <pc:spChg chg="mod">
          <ac:chgData name="Arkar Than Win" userId="3c8250a4-c36e-434c-9640-1ec1d94cea55" providerId="ADAL" clId="{0ACE9946-0938-4C15-91F3-DF5E7C93A5A9}" dt="2024-05-21T06:32:12.756" v="11132" actId="12789"/>
          <ac:spMkLst>
            <pc:docMk/>
            <pc:sldMk cId="2684696458" sldId="279"/>
            <ac:spMk id="8" creationId="{93929041-164A-FF9B-D4BC-803A5283B9F6}"/>
          </ac:spMkLst>
        </pc:spChg>
        <pc:spChg chg="mod">
          <ac:chgData name="Arkar Than Win" userId="3c8250a4-c36e-434c-9640-1ec1d94cea55" providerId="ADAL" clId="{0ACE9946-0938-4C15-91F3-DF5E7C93A5A9}" dt="2024-05-21T06:31:56.514" v="11128"/>
          <ac:spMkLst>
            <pc:docMk/>
            <pc:sldMk cId="2684696458" sldId="279"/>
            <ac:spMk id="9" creationId="{5D6F7E34-E558-7B2B-2515-D6082B6987BE}"/>
          </ac:spMkLst>
        </pc:spChg>
        <pc:spChg chg="add mod">
          <ac:chgData name="Arkar Than Win" userId="3c8250a4-c36e-434c-9640-1ec1d94cea55" providerId="ADAL" clId="{0ACE9946-0938-4C15-91F3-DF5E7C93A5A9}" dt="2024-05-30T01:53:54.380" v="35948" actId="207"/>
          <ac:spMkLst>
            <pc:docMk/>
            <pc:sldMk cId="2684696458" sldId="279"/>
            <ac:spMk id="14" creationId="{EEE10D40-ED3E-C969-C88F-31C46762AF9F}"/>
          </ac:spMkLst>
        </pc:spChg>
        <pc:grpChg chg="add mod">
          <ac:chgData name="Arkar Than Win" userId="3c8250a4-c36e-434c-9640-1ec1d94cea55" providerId="ADAL" clId="{0ACE9946-0938-4C15-91F3-DF5E7C93A5A9}" dt="2024-05-21T06:31:56.514" v="11128"/>
          <ac:grpSpMkLst>
            <pc:docMk/>
            <pc:sldMk cId="2684696458" sldId="279"/>
            <ac:grpSpMk id="4" creationId="{89503708-0485-4512-F160-63427E0AF94D}"/>
          </ac:grpSpMkLst>
        </pc:grpChg>
        <pc:graphicFrameChg chg="mod modGraphic">
          <ac:chgData name="Arkar Than Win" userId="3c8250a4-c36e-434c-9640-1ec1d94cea55" providerId="ADAL" clId="{0ACE9946-0938-4C15-91F3-DF5E7C93A5A9}" dt="2024-05-31T01:37:18.152" v="36821" actId="1076"/>
          <ac:graphicFrameMkLst>
            <pc:docMk/>
            <pc:sldMk cId="2684696458" sldId="279"/>
            <ac:graphicFrameMk id="23" creationId="{1244DAB0-FB82-99E8-83FB-B5A07509697A}"/>
          </ac:graphicFrameMkLst>
        </pc:graphicFrameChg>
        <pc:cxnChg chg="mod">
          <ac:chgData name="Arkar Than Win" userId="3c8250a4-c36e-434c-9640-1ec1d94cea55" providerId="ADAL" clId="{0ACE9946-0938-4C15-91F3-DF5E7C93A5A9}" dt="2024-05-21T06:32:12.756" v="11132" actId="12789"/>
          <ac:cxnSpMkLst>
            <pc:docMk/>
            <pc:sldMk cId="2684696458" sldId="279"/>
            <ac:cxnSpMk id="5" creationId="{1E014DD8-F79B-691D-0D13-9B167A69090A}"/>
          </ac:cxnSpMkLst>
        </pc:cxnChg>
        <pc:cxnChg chg="mod">
          <ac:chgData name="Arkar Than Win" userId="3c8250a4-c36e-434c-9640-1ec1d94cea55" providerId="ADAL" clId="{0ACE9946-0938-4C15-91F3-DF5E7C93A5A9}" dt="2024-05-21T06:32:31.126" v="11135" actId="14100"/>
          <ac:cxnSpMkLst>
            <pc:docMk/>
            <pc:sldMk cId="2684696458" sldId="279"/>
            <ac:cxnSpMk id="6" creationId="{B34058E2-9C64-F681-A073-B98573391543}"/>
          </ac:cxnSpMkLst>
        </pc:cxnChg>
      </pc:sldChg>
      <pc:sldChg chg="addSp delSp modSp add mod delAnim modAnim modNotesTx">
        <pc:chgData name="Arkar Than Win" userId="3c8250a4-c36e-434c-9640-1ec1d94cea55" providerId="ADAL" clId="{0ACE9946-0938-4C15-91F3-DF5E7C93A5A9}" dt="2024-05-30T01:40:19.259" v="34913" actId="21"/>
        <pc:sldMkLst>
          <pc:docMk/>
          <pc:sldMk cId="19777434" sldId="280"/>
        </pc:sldMkLst>
        <pc:spChg chg="mod">
          <ac:chgData name="Arkar Than Win" userId="3c8250a4-c36e-434c-9640-1ec1d94cea55" providerId="ADAL" clId="{0ACE9946-0938-4C15-91F3-DF5E7C93A5A9}" dt="2024-05-28T08:58:47.423" v="34759" actId="20577"/>
          <ac:spMkLst>
            <pc:docMk/>
            <pc:sldMk cId="19777434" sldId="280"/>
            <ac:spMk id="2" creationId="{CF74DB7E-CFA7-340D-92D5-29F98B99F8DA}"/>
          </ac:spMkLst>
        </pc:spChg>
        <pc:spChg chg="del">
          <ac:chgData name="Arkar Than Win" userId="3c8250a4-c36e-434c-9640-1ec1d94cea55" providerId="ADAL" clId="{0ACE9946-0938-4C15-91F3-DF5E7C93A5A9}" dt="2024-05-21T06:35:40.596" v="11573" actId="478"/>
          <ac:spMkLst>
            <pc:docMk/>
            <pc:sldMk cId="19777434" sldId="280"/>
            <ac:spMk id="3" creationId="{7FFE9A8E-669D-4866-2DD7-34E78B111A0D}"/>
          </ac:spMkLst>
        </pc:spChg>
        <pc:spChg chg="add mod">
          <ac:chgData name="Arkar Than Win" userId="3c8250a4-c36e-434c-9640-1ec1d94cea55" providerId="ADAL" clId="{0ACE9946-0938-4C15-91F3-DF5E7C93A5A9}" dt="2024-05-21T06:35:37.862" v="11572"/>
          <ac:spMkLst>
            <pc:docMk/>
            <pc:sldMk cId="19777434" sldId="280"/>
            <ac:spMk id="5" creationId="{CDDE8BEB-5B20-B2D2-CDE8-6E0CD21ACED0}"/>
          </ac:spMkLst>
        </pc:spChg>
        <pc:spChg chg="add del mod">
          <ac:chgData name="Arkar Than Win" userId="3c8250a4-c36e-434c-9640-1ec1d94cea55" providerId="ADAL" clId="{0ACE9946-0938-4C15-91F3-DF5E7C93A5A9}" dt="2024-05-21T06:37:57.156" v="11591" actId="478"/>
          <ac:spMkLst>
            <pc:docMk/>
            <pc:sldMk cId="19777434" sldId="280"/>
            <ac:spMk id="7" creationId="{9BDABA08-7048-BDC9-C8F3-5A4C6FFFDC46}"/>
          </ac:spMkLst>
        </pc:spChg>
        <pc:spChg chg="add del mod">
          <ac:chgData name="Arkar Than Win" userId="3c8250a4-c36e-434c-9640-1ec1d94cea55" providerId="ADAL" clId="{0ACE9946-0938-4C15-91F3-DF5E7C93A5A9}" dt="2024-05-21T06:37:59.783" v="11592" actId="478"/>
          <ac:spMkLst>
            <pc:docMk/>
            <pc:sldMk cId="19777434" sldId="280"/>
            <ac:spMk id="9" creationId="{CE61B0D3-3146-E366-C94F-741B8E991BAD}"/>
          </ac:spMkLst>
        </pc:spChg>
        <pc:graphicFrameChg chg="add del mod">
          <ac:chgData name="Arkar Than Win" userId="3c8250a4-c36e-434c-9640-1ec1d94cea55" providerId="ADAL" clId="{0ACE9946-0938-4C15-91F3-DF5E7C93A5A9}" dt="2024-05-21T06:40:39.754" v="11616" actId="478"/>
          <ac:graphicFrameMkLst>
            <pc:docMk/>
            <pc:sldMk cId="19777434" sldId="280"/>
            <ac:graphicFrameMk id="15" creationId="{D2D20F60-E809-D77C-2CF5-D2D301F1FFE8}"/>
          </ac:graphicFrameMkLst>
        </pc:graphicFrameChg>
        <pc:picChg chg="add mod">
          <ac:chgData name="Arkar Than Win" userId="3c8250a4-c36e-434c-9640-1ec1d94cea55" providerId="ADAL" clId="{0ACE9946-0938-4C15-91F3-DF5E7C93A5A9}" dt="2024-05-21T06:35:36.023" v="11571"/>
          <ac:picMkLst>
            <pc:docMk/>
            <pc:sldMk cId="19777434" sldId="280"/>
            <ac:picMk id="4" creationId="{04EED006-B394-F28B-5936-F911ACE5F825}"/>
          </ac:picMkLst>
        </pc:picChg>
        <pc:picChg chg="add del mod">
          <ac:chgData name="Arkar Than Win" userId="3c8250a4-c36e-434c-9640-1ec1d94cea55" providerId="ADAL" clId="{0ACE9946-0938-4C15-91F3-DF5E7C93A5A9}" dt="2024-05-21T06:37:57.156" v="11591" actId="478"/>
          <ac:picMkLst>
            <pc:docMk/>
            <pc:sldMk cId="19777434" sldId="280"/>
            <ac:picMk id="6" creationId="{33270B4E-A4C2-140B-A7F4-87294C61D898}"/>
          </ac:picMkLst>
        </pc:picChg>
        <pc:picChg chg="add del mod">
          <ac:chgData name="Arkar Than Win" userId="3c8250a4-c36e-434c-9640-1ec1d94cea55" providerId="ADAL" clId="{0ACE9946-0938-4C15-91F3-DF5E7C93A5A9}" dt="2024-05-30T01:40:19.259" v="34913" actId="21"/>
          <ac:picMkLst>
            <pc:docMk/>
            <pc:sldMk cId="19777434" sldId="280"/>
            <ac:picMk id="9" creationId="{BE4E751B-A31F-3982-F269-255ABB5B372F}"/>
          </ac:picMkLst>
        </pc:picChg>
        <pc:picChg chg="add del mod">
          <ac:chgData name="Arkar Than Win" userId="3c8250a4-c36e-434c-9640-1ec1d94cea55" providerId="ADAL" clId="{0ACE9946-0938-4C15-91F3-DF5E7C93A5A9}" dt="2024-05-21T06:38:32.296" v="11595" actId="21"/>
          <ac:picMkLst>
            <pc:docMk/>
            <pc:sldMk cId="19777434" sldId="280"/>
            <ac:picMk id="11" creationId="{9E0288E6-DE25-C741-CDCD-F02231B36ABA}"/>
          </ac:picMkLst>
        </pc:picChg>
        <pc:picChg chg="add del mod">
          <ac:chgData name="Arkar Than Win" userId="3c8250a4-c36e-434c-9640-1ec1d94cea55" providerId="ADAL" clId="{0ACE9946-0938-4C15-91F3-DF5E7C93A5A9}" dt="2024-05-21T06:56:42.771" v="12656" actId="554"/>
          <ac:picMkLst>
            <pc:docMk/>
            <pc:sldMk cId="19777434" sldId="280"/>
            <ac:picMk id="12" creationId="{9E0288E6-DE25-C741-CDCD-F02231B36ABA}"/>
          </ac:picMkLst>
        </pc:picChg>
        <pc:picChg chg="add del mod">
          <ac:chgData name="Arkar Than Win" userId="3c8250a4-c36e-434c-9640-1ec1d94cea55" providerId="ADAL" clId="{0ACE9946-0938-4C15-91F3-DF5E7C93A5A9}" dt="2024-05-21T06:40:39.267" v="11615" actId="478"/>
          <ac:picMkLst>
            <pc:docMk/>
            <pc:sldMk cId="19777434" sldId="280"/>
            <ac:picMk id="14" creationId="{82D77704-57DA-C333-5F3A-80D04C8363DF}"/>
          </ac:picMkLst>
        </pc:picChg>
        <pc:picChg chg="add del mod">
          <ac:chgData name="Arkar Than Win" userId="3c8250a4-c36e-434c-9640-1ec1d94cea55" providerId="ADAL" clId="{0ACE9946-0938-4C15-91F3-DF5E7C93A5A9}" dt="2024-05-21T06:49:59.898" v="11862" actId="14100"/>
          <ac:picMkLst>
            <pc:docMk/>
            <pc:sldMk cId="19777434" sldId="280"/>
            <ac:picMk id="16" creationId="{9E0288E6-DE25-C741-CDCD-F02231B36ABA}"/>
          </ac:picMkLst>
        </pc:picChg>
        <pc:picChg chg="add mod">
          <ac:chgData name="Arkar Than Win" userId="3c8250a4-c36e-434c-9640-1ec1d94cea55" providerId="ADAL" clId="{0ACE9946-0938-4C15-91F3-DF5E7C93A5A9}" dt="2024-05-21T06:49:34.331" v="11850"/>
          <ac:picMkLst>
            <pc:docMk/>
            <pc:sldMk cId="19777434" sldId="280"/>
            <ac:picMk id="17" creationId="{9E0288E6-DE25-C741-CDCD-F02231B36ABA}"/>
          </ac:picMkLst>
        </pc:picChg>
        <pc:picChg chg="add del mod">
          <ac:chgData name="Arkar Than Win" userId="3c8250a4-c36e-434c-9640-1ec1d94cea55" providerId="ADAL" clId="{0ACE9946-0938-4C15-91F3-DF5E7C93A5A9}" dt="2024-05-21T06:49:57.615" v="11859" actId="1076"/>
          <ac:picMkLst>
            <pc:docMk/>
            <pc:sldMk cId="19777434" sldId="280"/>
            <ac:picMk id="18" creationId="{4EBADA6E-1F3B-B0C7-0E26-3131CCB1DA59}"/>
          </ac:picMkLst>
        </pc:picChg>
        <pc:picChg chg="add del mod">
          <ac:chgData name="Arkar Than Win" userId="3c8250a4-c36e-434c-9640-1ec1d94cea55" providerId="ADAL" clId="{0ACE9946-0938-4C15-91F3-DF5E7C93A5A9}" dt="2024-05-21T06:56:44.465" v="12657" actId="21"/>
          <ac:picMkLst>
            <pc:docMk/>
            <pc:sldMk cId="19777434" sldId="280"/>
            <ac:picMk id="19" creationId="{82D77704-57DA-C333-5F3A-80D04C8363DF}"/>
          </ac:picMkLst>
        </pc:picChg>
      </pc:sldChg>
      <pc:sldChg chg="addSp delSp modSp add mod modNotesTx">
        <pc:chgData name="Arkar Than Win" userId="3c8250a4-c36e-434c-9640-1ec1d94cea55" providerId="ADAL" clId="{0ACE9946-0938-4C15-91F3-DF5E7C93A5A9}" dt="2024-05-28T07:05:55.708" v="32410" actId="20577"/>
        <pc:sldMkLst>
          <pc:docMk/>
          <pc:sldMk cId="2912699559" sldId="281"/>
        </pc:sldMkLst>
        <pc:spChg chg="mod">
          <ac:chgData name="Arkar Than Win" userId="3c8250a4-c36e-434c-9640-1ec1d94cea55" providerId="ADAL" clId="{0ACE9946-0938-4C15-91F3-DF5E7C93A5A9}" dt="2024-05-21T07:18:00.590" v="13540" actId="553"/>
          <ac:spMkLst>
            <pc:docMk/>
            <pc:sldMk cId="2912699559" sldId="281"/>
            <ac:spMk id="2" creationId="{CF74DB7E-CFA7-340D-92D5-29F98B99F8DA}"/>
          </ac:spMkLst>
        </pc:spChg>
        <pc:spChg chg="del">
          <ac:chgData name="Arkar Than Win" userId="3c8250a4-c36e-434c-9640-1ec1d94cea55" providerId="ADAL" clId="{0ACE9946-0938-4C15-91F3-DF5E7C93A5A9}" dt="2024-05-21T06:59:05.546" v="12779" actId="478"/>
          <ac:spMkLst>
            <pc:docMk/>
            <pc:sldMk cId="2912699559" sldId="281"/>
            <ac:spMk id="3" creationId="{7FFE9A8E-669D-4866-2DD7-34E78B111A0D}"/>
          </ac:spMkLst>
        </pc:spChg>
        <pc:spChg chg="add del mod topLvl">
          <ac:chgData name="Arkar Than Win" userId="3c8250a4-c36e-434c-9640-1ec1d94cea55" providerId="ADAL" clId="{0ACE9946-0938-4C15-91F3-DF5E7C93A5A9}" dt="2024-05-21T07:05:50.855" v="12976" actId="478"/>
          <ac:spMkLst>
            <pc:docMk/>
            <pc:sldMk cId="2912699559" sldId="281"/>
            <ac:spMk id="4" creationId="{5610E607-0122-5CAD-DB0B-1AE6A51F10FE}"/>
          </ac:spMkLst>
        </pc:spChg>
        <pc:spChg chg="add mod topLvl">
          <ac:chgData name="Arkar Than Win" userId="3c8250a4-c36e-434c-9640-1ec1d94cea55" providerId="ADAL" clId="{0ACE9946-0938-4C15-91F3-DF5E7C93A5A9}" dt="2024-05-21T07:17:33.288" v="13522" actId="165"/>
          <ac:spMkLst>
            <pc:docMk/>
            <pc:sldMk cId="2912699559" sldId="281"/>
            <ac:spMk id="5" creationId="{B0B67509-2327-5619-D7AD-707C03ECEF37}"/>
          </ac:spMkLst>
        </pc:spChg>
        <pc:spChg chg="add mod topLvl">
          <ac:chgData name="Arkar Than Win" userId="3c8250a4-c36e-434c-9640-1ec1d94cea55" providerId="ADAL" clId="{0ACE9946-0938-4C15-91F3-DF5E7C93A5A9}" dt="2024-05-21T07:17:33.288" v="13522" actId="165"/>
          <ac:spMkLst>
            <pc:docMk/>
            <pc:sldMk cId="2912699559" sldId="281"/>
            <ac:spMk id="6" creationId="{1E6F4C38-9A30-7E9C-E2CA-23211C26777D}"/>
          </ac:spMkLst>
        </pc:spChg>
        <pc:spChg chg="add mod topLvl">
          <ac:chgData name="Arkar Than Win" userId="3c8250a4-c36e-434c-9640-1ec1d94cea55" providerId="ADAL" clId="{0ACE9946-0938-4C15-91F3-DF5E7C93A5A9}" dt="2024-05-21T07:17:33.288" v="13522" actId="165"/>
          <ac:spMkLst>
            <pc:docMk/>
            <pc:sldMk cId="2912699559" sldId="281"/>
            <ac:spMk id="7" creationId="{69E03590-7459-F096-F138-7647F081D69D}"/>
          </ac:spMkLst>
        </pc:spChg>
        <pc:spChg chg="add del mod topLvl">
          <ac:chgData name="Arkar Than Win" userId="3c8250a4-c36e-434c-9640-1ec1d94cea55" providerId="ADAL" clId="{0ACE9946-0938-4C15-91F3-DF5E7C93A5A9}" dt="2024-05-21T07:10:36.631" v="13080" actId="478"/>
          <ac:spMkLst>
            <pc:docMk/>
            <pc:sldMk cId="2912699559" sldId="281"/>
            <ac:spMk id="8" creationId="{D86EFD2A-7A85-0222-BA86-AA1D8165A741}"/>
          </ac:spMkLst>
        </pc:spChg>
        <pc:spChg chg="add del mod">
          <ac:chgData name="Arkar Than Win" userId="3c8250a4-c36e-434c-9640-1ec1d94cea55" providerId="ADAL" clId="{0ACE9946-0938-4C15-91F3-DF5E7C93A5A9}" dt="2024-05-21T07:04:55.765" v="12929" actId="478"/>
          <ac:spMkLst>
            <pc:docMk/>
            <pc:sldMk cId="2912699559" sldId="281"/>
            <ac:spMk id="9" creationId="{B5AA50E2-570C-D784-3660-33E057E2045D}"/>
          </ac:spMkLst>
        </pc:spChg>
        <pc:spChg chg="add mod topLvl">
          <ac:chgData name="Arkar Than Win" userId="3c8250a4-c36e-434c-9640-1ec1d94cea55" providerId="ADAL" clId="{0ACE9946-0938-4C15-91F3-DF5E7C93A5A9}" dt="2024-05-21T07:17:33.288" v="13522" actId="165"/>
          <ac:spMkLst>
            <pc:docMk/>
            <pc:sldMk cId="2912699559" sldId="281"/>
            <ac:spMk id="10" creationId="{7770CC9A-0CA0-1475-A65A-64013862AC76}"/>
          </ac:spMkLst>
        </pc:spChg>
        <pc:spChg chg="mod">
          <ac:chgData name="Arkar Than Win" userId="3c8250a4-c36e-434c-9640-1ec1d94cea55" providerId="ADAL" clId="{0ACE9946-0938-4C15-91F3-DF5E7C93A5A9}" dt="2024-05-21T07:05:13.286" v="12950" actId="20577"/>
          <ac:spMkLst>
            <pc:docMk/>
            <pc:sldMk cId="2912699559" sldId="281"/>
            <ac:spMk id="14" creationId="{C5036706-F947-EB32-0F52-7E9069888AD0}"/>
          </ac:spMkLst>
        </pc:spChg>
        <pc:spChg chg="mod">
          <ac:chgData name="Arkar Than Win" userId="3c8250a4-c36e-434c-9640-1ec1d94cea55" providerId="ADAL" clId="{0ACE9946-0938-4C15-91F3-DF5E7C93A5A9}" dt="2024-05-21T07:05:01.666" v="12931"/>
          <ac:spMkLst>
            <pc:docMk/>
            <pc:sldMk cId="2912699559" sldId="281"/>
            <ac:spMk id="15" creationId="{3428B7C6-38D9-606A-28DA-F4A246F72BF3}"/>
          </ac:spMkLst>
        </pc:spChg>
        <pc:spChg chg="mod">
          <ac:chgData name="Arkar Than Win" userId="3c8250a4-c36e-434c-9640-1ec1d94cea55" providerId="ADAL" clId="{0ACE9946-0938-4C15-91F3-DF5E7C93A5A9}" dt="2024-05-21T07:05:01.666" v="12931"/>
          <ac:spMkLst>
            <pc:docMk/>
            <pc:sldMk cId="2912699559" sldId="281"/>
            <ac:spMk id="16" creationId="{53BA05C9-5753-61D2-5A4E-9E2C7E6F6BE4}"/>
          </ac:spMkLst>
        </pc:spChg>
        <pc:spChg chg="mod">
          <ac:chgData name="Arkar Than Win" userId="3c8250a4-c36e-434c-9640-1ec1d94cea55" providerId="ADAL" clId="{0ACE9946-0938-4C15-91F3-DF5E7C93A5A9}" dt="2024-05-21T07:05:01.666" v="12931"/>
          <ac:spMkLst>
            <pc:docMk/>
            <pc:sldMk cId="2912699559" sldId="281"/>
            <ac:spMk id="17" creationId="{FC1ACA5E-A6D8-ADE2-7BDA-B17DDB7CC852}"/>
          </ac:spMkLst>
        </pc:spChg>
        <pc:spChg chg="add mod">
          <ac:chgData name="Arkar Than Win" userId="3c8250a4-c36e-434c-9640-1ec1d94cea55" providerId="ADAL" clId="{0ACE9946-0938-4C15-91F3-DF5E7C93A5A9}" dt="2024-05-21T07:17:33.288" v="13522" actId="165"/>
          <ac:spMkLst>
            <pc:docMk/>
            <pc:sldMk cId="2912699559" sldId="281"/>
            <ac:spMk id="18" creationId="{B1AC5CF9-1C61-CD5E-1DCE-154CBB9C4024}"/>
          </ac:spMkLst>
        </pc:spChg>
        <pc:spChg chg="add del mod">
          <ac:chgData name="Arkar Than Win" userId="3c8250a4-c36e-434c-9640-1ec1d94cea55" providerId="ADAL" clId="{0ACE9946-0938-4C15-91F3-DF5E7C93A5A9}" dt="2024-05-21T07:06:05.087" v="12979" actId="21"/>
          <ac:spMkLst>
            <pc:docMk/>
            <pc:sldMk cId="2912699559" sldId="281"/>
            <ac:spMk id="20" creationId="{F7221DB0-1106-8089-C3AA-8D1FFAEF49CF}"/>
          </ac:spMkLst>
        </pc:spChg>
        <pc:spChg chg="add mod ord topLvl">
          <ac:chgData name="Arkar Than Win" userId="3c8250a4-c36e-434c-9640-1ec1d94cea55" providerId="ADAL" clId="{0ACE9946-0938-4C15-91F3-DF5E7C93A5A9}" dt="2024-05-21T07:22:12.071" v="13656" actId="255"/>
          <ac:spMkLst>
            <pc:docMk/>
            <pc:sldMk cId="2912699559" sldId="281"/>
            <ac:spMk id="21" creationId="{F7221DB0-1106-8089-C3AA-8D1FFAEF49CF}"/>
          </ac:spMkLst>
        </pc:spChg>
        <pc:spChg chg="add mod ord topLvl">
          <ac:chgData name="Arkar Than Win" userId="3c8250a4-c36e-434c-9640-1ec1d94cea55" providerId="ADAL" clId="{0ACE9946-0938-4C15-91F3-DF5E7C93A5A9}" dt="2024-05-21T07:22:16.524" v="13657" actId="255"/>
          <ac:spMkLst>
            <pc:docMk/>
            <pc:sldMk cId="2912699559" sldId="281"/>
            <ac:spMk id="23" creationId="{690AF5EC-E9F2-D01E-5AF0-6F5EE7B7F4B1}"/>
          </ac:spMkLst>
        </pc:spChg>
        <pc:spChg chg="add mod">
          <ac:chgData name="Arkar Than Win" userId="3c8250a4-c36e-434c-9640-1ec1d94cea55" providerId="ADAL" clId="{0ACE9946-0938-4C15-91F3-DF5E7C93A5A9}" dt="2024-05-21T07:18:10.296" v="13542" actId="408"/>
          <ac:spMkLst>
            <pc:docMk/>
            <pc:sldMk cId="2912699559" sldId="281"/>
            <ac:spMk id="24" creationId="{61DC1367-69AE-354A-9AB7-60E41DE94A40}"/>
          </ac:spMkLst>
        </pc:spChg>
        <pc:spChg chg="add mod">
          <ac:chgData name="Arkar Than Win" userId="3c8250a4-c36e-434c-9640-1ec1d94cea55" providerId="ADAL" clId="{0ACE9946-0938-4C15-91F3-DF5E7C93A5A9}" dt="2024-05-21T07:18:10.296" v="13542" actId="408"/>
          <ac:spMkLst>
            <pc:docMk/>
            <pc:sldMk cId="2912699559" sldId="281"/>
            <ac:spMk id="25" creationId="{A6695C3F-E8B4-B24F-137E-D8041D002A76}"/>
          </ac:spMkLst>
        </pc:spChg>
        <pc:spChg chg="mod">
          <ac:chgData name="Arkar Than Win" userId="3c8250a4-c36e-434c-9640-1ec1d94cea55" providerId="ADAL" clId="{0ACE9946-0938-4C15-91F3-DF5E7C93A5A9}" dt="2024-05-21T07:18:00.590" v="13540" actId="553"/>
          <ac:spMkLst>
            <pc:docMk/>
            <pc:sldMk cId="2912699559" sldId="281"/>
            <ac:spMk id="27" creationId="{54BE230A-D4D2-1A4B-E5AB-4E92393B1F69}"/>
          </ac:spMkLst>
        </pc:spChg>
        <pc:spChg chg="mod">
          <ac:chgData name="Arkar Than Win" userId="3c8250a4-c36e-434c-9640-1ec1d94cea55" providerId="ADAL" clId="{0ACE9946-0938-4C15-91F3-DF5E7C93A5A9}" dt="2024-05-21T07:18:00.590" v="13540" actId="553"/>
          <ac:spMkLst>
            <pc:docMk/>
            <pc:sldMk cId="2912699559" sldId="281"/>
            <ac:spMk id="28" creationId="{84C08DB5-17F6-0982-ECD7-FE9B4C60B7B0}"/>
          </ac:spMkLst>
        </pc:spChg>
        <pc:spChg chg="mod">
          <ac:chgData name="Arkar Than Win" userId="3c8250a4-c36e-434c-9640-1ec1d94cea55" providerId="ADAL" clId="{0ACE9946-0938-4C15-91F3-DF5E7C93A5A9}" dt="2024-05-21T07:18:00.590" v="13540" actId="553"/>
          <ac:spMkLst>
            <pc:docMk/>
            <pc:sldMk cId="2912699559" sldId="281"/>
            <ac:spMk id="29" creationId="{BC38AA78-D0E2-132F-23E7-DB0473AC02E5}"/>
          </ac:spMkLst>
        </pc:spChg>
        <pc:spChg chg="mod">
          <ac:chgData name="Arkar Than Win" userId="3c8250a4-c36e-434c-9640-1ec1d94cea55" providerId="ADAL" clId="{0ACE9946-0938-4C15-91F3-DF5E7C93A5A9}" dt="2024-05-21T07:18:00.590" v="13540" actId="553"/>
          <ac:spMkLst>
            <pc:docMk/>
            <pc:sldMk cId="2912699559" sldId="281"/>
            <ac:spMk id="30" creationId="{1D916076-9D0B-4C28-6F22-756424317994}"/>
          </ac:spMkLst>
        </pc:spChg>
        <pc:spChg chg="mod">
          <ac:chgData name="Arkar Than Win" userId="3c8250a4-c36e-434c-9640-1ec1d94cea55" providerId="ADAL" clId="{0ACE9946-0938-4C15-91F3-DF5E7C93A5A9}" dt="2024-05-21T07:18:00.590" v="13540" actId="553"/>
          <ac:spMkLst>
            <pc:docMk/>
            <pc:sldMk cId="2912699559" sldId="281"/>
            <ac:spMk id="31" creationId="{512D580B-FC32-AFEA-7CAB-D5186E598FEA}"/>
          </ac:spMkLst>
        </pc:spChg>
        <pc:spChg chg="add mod ord">
          <ac:chgData name="Arkar Than Win" userId="3c8250a4-c36e-434c-9640-1ec1d94cea55" providerId="ADAL" clId="{0ACE9946-0938-4C15-91F3-DF5E7C93A5A9}" dt="2024-05-21T07:22:22.678" v="13660" actId="255"/>
          <ac:spMkLst>
            <pc:docMk/>
            <pc:sldMk cId="2912699559" sldId="281"/>
            <ac:spMk id="35" creationId="{AED647F9-AE77-69C2-4D84-8C54BF39F735}"/>
          </ac:spMkLst>
        </pc:spChg>
        <pc:spChg chg="mod">
          <ac:chgData name="Arkar Than Win" userId="3c8250a4-c36e-434c-9640-1ec1d94cea55" providerId="ADAL" clId="{0ACE9946-0938-4C15-91F3-DF5E7C93A5A9}" dt="2024-05-21T07:32:59.944" v="14960"/>
          <ac:spMkLst>
            <pc:docMk/>
            <pc:sldMk cId="2912699559" sldId="281"/>
            <ac:spMk id="42" creationId="{71FDCF3B-8FB1-0E29-B7F4-35E7C920C951}"/>
          </ac:spMkLst>
        </pc:spChg>
        <pc:spChg chg="mod">
          <ac:chgData name="Arkar Than Win" userId="3c8250a4-c36e-434c-9640-1ec1d94cea55" providerId="ADAL" clId="{0ACE9946-0938-4C15-91F3-DF5E7C93A5A9}" dt="2024-05-21T07:32:59.944" v="14960"/>
          <ac:spMkLst>
            <pc:docMk/>
            <pc:sldMk cId="2912699559" sldId="281"/>
            <ac:spMk id="43" creationId="{9B265E76-C5A3-EA16-D0FA-F8E43F1F5CF5}"/>
          </ac:spMkLst>
        </pc:spChg>
        <pc:spChg chg="mod">
          <ac:chgData name="Arkar Than Win" userId="3c8250a4-c36e-434c-9640-1ec1d94cea55" providerId="ADAL" clId="{0ACE9946-0938-4C15-91F3-DF5E7C93A5A9}" dt="2024-05-21T07:32:59.944" v="14960"/>
          <ac:spMkLst>
            <pc:docMk/>
            <pc:sldMk cId="2912699559" sldId="281"/>
            <ac:spMk id="44" creationId="{02EADF4A-6FD9-185A-B809-3DEAEB5E29FA}"/>
          </ac:spMkLst>
        </pc:spChg>
        <pc:spChg chg="mod">
          <ac:chgData name="Arkar Than Win" userId="3c8250a4-c36e-434c-9640-1ec1d94cea55" providerId="ADAL" clId="{0ACE9946-0938-4C15-91F3-DF5E7C93A5A9}" dt="2024-05-21T07:32:59.944" v="14960"/>
          <ac:spMkLst>
            <pc:docMk/>
            <pc:sldMk cId="2912699559" sldId="281"/>
            <ac:spMk id="45" creationId="{4267D15D-846C-130F-FF28-A047FDB2C25F}"/>
          </ac:spMkLst>
        </pc:spChg>
        <pc:spChg chg="mod">
          <ac:chgData name="Arkar Than Win" userId="3c8250a4-c36e-434c-9640-1ec1d94cea55" providerId="ADAL" clId="{0ACE9946-0938-4C15-91F3-DF5E7C93A5A9}" dt="2024-05-21T07:32:59.944" v="14960"/>
          <ac:spMkLst>
            <pc:docMk/>
            <pc:sldMk cId="2912699559" sldId="281"/>
            <ac:spMk id="46" creationId="{4DAE59D8-6DED-0604-AD41-41265815A86D}"/>
          </ac:spMkLst>
        </pc:spChg>
        <pc:spChg chg="mod">
          <ac:chgData name="Arkar Than Win" userId="3c8250a4-c36e-434c-9640-1ec1d94cea55" providerId="ADAL" clId="{0ACE9946-0938-4C15-91F3-DF5E7C93A5A9}" dt="2024-05-21T07:32:59.944" v="14960"/>
          <ac:spMkLst>
            <pc:docMk/>
            <pc:sldMk cId="2912699559" sldId="281"/>
            <ac:spMk id="47" creationId="{6A9A329E-9239-5D6C-DBFE-55138A4B2CAA}"/>
          </ac:spMkLst>
        </pc:spChg>
        <pc:grpChg chg="add del mod topLvl">
          <ac:chgData name="Arkar Than Win" userId="3c8250a4-c36e-434c-9640-1ec1d94cea55" providerId="ADAL" clId="{0ACE9946-0938-4C15-91F3-DF5E7C93A5A9}" dt="2024-05-21T07:05:26.199" v="12953" actId="165"/>
          <ac:grpSpMkLst>
            <pc:docMk/>
            <pc:sldMk cId="2912699559" sldId="281"/>
            <ac:grpSpMk id="11" creationId="{7F324B50-23DF-BB2A-E586-A2D6B907FD38}"/>
          </ac:grpSpMkLst>
        </pc:grpChg>
        <pc:grpChg chg="add del mod">
          <ac:chgData name="Arkar Than Win" userId="3c8250a4-c36e-434c-9640-1ec1d94cea55" providerId="ADAL" clId="{0ACE9946-0938-4C15-91F3-DF5E7C93A5A9}" dt="2024-05-21T07:05:00.027" v="12930" actId="165"/>
          <ac:grpSpMkLst>
            <pc:docMk/>
            <pc:sldMk cId="2912699559" sldId="281"/>
            <ac:grpSpMk id="12" creationId="{5412F6D0-42F4-3EAB-A2AA-B42D7DFFFEAB}"/>
          </ac:grpSpMkLst>
        </pc:grpChg>
        <pc:grpChg chg="add del mod">
          <ac:chgData name="Arkar Than Win" userId="3c8250a4-c36e-434c-9640-1ec1d94cea55" providerId="ADAL" clId="{0ACE9946-0938-4C15-91F3-DF5E7C93A5A9}" dt="2024-05-21T07:05:21.399" v="12952" actId="478"/>
          <ac:grpSpMkLst>
            <pc:docMk/>
            <pc:sldMk cId="2912699559" sldId="281"/>
            <ac:grpSpMk id="13" creationId="{7057508A-AD39-50CE-774F-C381D172915F}"/>
          </ac:grpSpMkLst>
        </pc:grpChg>
        <pc:grpChg chg="add mod topLvl">
          <ac:chgData name="Arkar Than Win" userId="3c8250a4-c36e-434c-9640-1ec1d94cea55" providerId="ADAL" clId="{0ACE9946-0938-4C15-91F3-DF5E7C93A5A9}" dt="2024-05-21T07:17:45.771" v="13524" actId="164"/>
          <ac:grpSpMkLst>
            <pc:docMk/>
            <pc:sldMk cId="2912699559" sldId="281"/>
            <ac:grpSpMk id="19" creationId="{3B1CAF63-E711-4BFC-6347-86ED970A8A12}"/>
          </ac:grpSpMkLst>
        </pc:grpChg>
        <pc:grpChg chg="add del mod">
          <ac:chgData name="Arkar Than Win" userId="3c8250a4-c36e-434c-9640-1ec1d94cea55" providerId="ADAL" clId="{0ACE9946-0938-4C15-91F3-DF5E7C93A5A9}" dt="2024-05-21T07:10:07.751" v="13063" actId="165"/>
          <ac:grpSpMkLst>
            <pc:docMk/>
            <pc:sldMk cId="2912699559" sldId="281"/>
            <ac:grpSpMk id="22" creationId="{66DE41E6-6A1E-B473-72F4-B2FB63348CA1}"/>
          </ac:grpSpMkLst>
        </pc:grpChg>
        <pc:grpChg chg="add mod">
          <ac:chgData name="Arkar Than Win" userId="3c8250a4-c36e-434c-9640-1ec1d94cea55" providerId="ADAL" clId="{0ACE9946-0938-4C15-91F3-DF5E7C93A5A9}" dt="2024-05-21T07:18:00.590" v="13540" actId="553"/>
          <ac:grpSpMkLst>
            <pc:docMk/>
            <pc:sldMk cId="2912699559" sldId="281"/>
            <ac:grpSpMk id="26" creationId="{4AB1E528-D676-0AB8-6BCE-294B09DF7C7C}"/>
          </ac:grpSpMkLst>
        </pc:grpChg>
        <pc:grpChg chg="add del mod">
          <ac:chgData name="Arkar Than Win" userId="3c8250a4-c36e-434c-9640-1ec1d94cea55" providerId="ADAL" clId="{0ACE9946-0938-4C15-91F3-DF5E7C93A5A9}" dt="2024-05-21T07:15:34.775" v="13475" actId="165"/>
          <ac:grpSpMkLst>
            <pc:docMk/>
            <pc:sldMk cId="2912699559" sldId="281"/>
            <ac:grpSpMk id="32" creationId="{B54FDDDE-D1FD-32CB-842A-D92B226F5366}"/>
          </ac:grpSpMkLst>
        </pc:grpChg>
        <pc:grpChg chg="add del mod">
          <ac:chgData name="Arkar Than Win" userId="3c8250a4-c36e-434c-9640-1ec1d94cea55" providerId="ADAL" clId="{0ACE9946-0938-4C15-91F3-DF5E7C93A5A9}" dt="2024-05-21T07:15:31.048" v="13474" actId="165"/>
          <ac:grpSpMkLst>
            <pc:docMk/>
            <pc:sldMk cId="2912699559" sldId="281"/>
            <ac:grpSpMk id="33" creationId="{DF0C67DF-9CEC-6F7B-45D2-C2A5C2730413}"/>
          </ac:grpSpMkLst>
        </pc:grpChg>
        <pc:grpChg chg="add mod">
          <ac:chgData name="Arkar Than Win" userId="3c8250a4-c36e-434c-9640-1ec1d94cea55" providerId="ADAL" clId="{0ACE9946-0938-4C15-91F3-DF5E7C93A5A9}" dt="2024-05-21T07:18:10.296" v="13542" actId="408"/>
          <ac:grpSpMkLst>
            <pc:docMk/>
            <pc:sldMk cId="2912699559" sldId="281"/>
            <ac:grpSpMk id="34" creationId="{5F39D53A-EF27-5F5C-A983-F6529BDDAC5F}"/>
          </ac:grpSpMkLst>
        </pc:grpChg>
        <pc:grpChg chg="add del mod">
          <ac:chgData name="Arkar Than Win" userId="3c8250a4-c36e-434c-9640-1ec1d94cea55" providerId="ADAL" clId="{0ACE9946-0938-4C15-91F3-DF5E7C93A5A9}" dt="2024-05-21T07:17:33.288" v="13522" actId="165"/>
          <ac:grpSpMkLst>
            <pc:docMk/>
            <pc:sldMk cId="2912699559" sldId="281"/>
            <ac:grpSpMk id="36" creationId="{FEF486A5-E99B-CE15-3686-B0ADF18BB0CE}"/>
          </ac:grpSpMkLst>
        </pc:grpChg>
        <pc:grpChg chg="add mod">
          <ac:chgData name="Arkar Than Win" userId="3c8250a4-c36e-434c-9640-1ec1d94cea55" providerId="ADAL" clId="{0ACE9946-0938-4C15-91F3-DF5E7C93A5A9}" dt="2024-05-21T07:18:07.446" v="13541" actId="12789"/>
          <ac:grpSpMkLst>
            <pc:docMk/>
            <pc:sldMk cId="2912699559" sldId="281"/>
            <ac:grpSpMk id="37" creationId="{BD4C05C7-224E-F9C4-A7D5-42B25925F13D}"/>
          </ac:grpSpMkLst>
        </pc:grpChg>
        <pc:grpChg chg="add mod">
          <ac:chgData name="Arkar Than Win" userId="3c8250a4-c36e-434c-9640-1ec1d94cea55" providerId="ADAL" clId="{0ACE9946-0938-4C15-91F3-DF5E7C93A5A9}" dt="2024-05-21T07:18:07.446" v="13541" actId="12789"/>
          <ac:grpSpMkLst>
            <pc:docMk/>
            <pc:sldMk cId="2912699559" sldId="281"/>
            <ac:grpSpMk id="38" creationId="{BBFADC8D-DB93-9FDE-3E12-7846FE597329}"/>
          </ac:grpSpMkLst>
        </pc:grpChg>
        <pc:grpChg chg="add del mod">
          <ac:chgData name="Arkar Than Win" userId="3c8250a4-c36e-434c-9640-1ec1d94cea55" providerId="ADAL" clId="{0ACE9946-0938-4C15-91F3-DF5E7C93A5A9}" dt="2024-05-21T07:33:02.323" v="14962" actId="21"/>
          <ac:grpSpMkLst>
            <pc:docMk/>
            <pc:sldMk cId="2912699559" sldId="281"/>
            <ac:grpSpMk id="39" creationId="{904B1896-B414-0810-DBFF-C2238EA38D96}"/>
          </ac:grpSpMkLst>
        </pc:grpChg>
        <pc:grpChg chg="mod">
          <ac:chgData name="Arkar Than Win" userId="3c8250a4-c36e-434c-9640-1ec1d94cea55" providerId="ADAL" clId="{0ACE9946-0938-4C15-91F3-DF5E7C93A5A9}" dt="2024-05-21T07:32:59.944" v="14960"/>
          <ac:grpSpMkLst>
            <pc:docMk/>
            <pc:sldMk cId="2912699559" sldId="281"/>
            <ac:grpSpMk id="41" creationId="{1CFBD162-22F1-FED8-F91F-3977D07DE802}"/>
          </ac:grpSpMkLst>
        </pc:grpChg>
        <pc:graphicFrameChg chg="mod">
          <ac:chgData name="Arkar Than Win" userId="3c8250a4-c36e-434c-9640-1ec1d94cea55" providerId="ADAL" clId="{0ACE9946-0938-4C15-91F3-DF5E7C93A5A9}" dt="2024-05-21T07:32:59.944" v="14960"/>
          <ac:graphicFrameMkLst>
            <pc:docMk/>
            <pc:sldMk cId="2912699559" sldId="281"/>
            <ac:graphicFrameMk id="40" creationId="{D7021F83-3E31-1C79-978D-D5522660E9C3}"/>
          </ac:graphicFrameMkLst>
        </pc:graphicFrameChg>
        <pc:picChg chg="add mod topLvl">
          <ac:chgData name="Arkar Than Win" userId="3c8250a4-c36e-434c-9640-1ec1d94cea55" providerId="ADAL" clId="{0ACE9946-0938-4C15-91F3-DF5E7C93A5A9}" dt="2024-05-21T07:16:37.548" v="13494" actId="164"/>
          <ac:picMkLst>
            <pc:docMk/>
            <pc:sldMk cId="2912699559" sldId="281"/>
            <ac:picMk id="348" creationId="{30B613A3-56BD-5AA6-E4B4-F44873B23C00}"/>
          </ac:picMkLst>
        </pc:picChg>
      </pc:sldChg>
      <pc:sldChg chg="addSp delSp modSp add mod modAnim modNotesTx">
        <pc:chgData name="Arkar Than Win" userId="3c8250a4-c36e-434c-9640-1ec1d94cea55" providerId="ADAL" clId="{0ACE9946-0938-4C15-91F3-DF5E7C93A5A9}" dt="2024-05-28T07:09:24.252" v="33363" actId="20577"/>
        <pc:sldMkLst>
          <pc:docMk/>
          <pc:sldMk cId="2208973582" sldId="282"/>
        </pc:sldMkLst>
        <pc:spChg chg="mod">
          <ac:chgData name="Arkar Than Win" userId="3c8250a4-c36e-434c-9640-1ec1d94cea55" providerId="ADAL" clId="{0ACE9946-0938-4C15-91F3-DF5E7C93A5A9}" dt="2024-05-19T01:20:48.793" v="1458" actId="20577"/>
          <ac:spMkLst>
            <pc:docMk/>
            <pc:sldMk cId="2208973582" sldId="282"/>
            <ac:spMk id="2" creationId="{CF74DB7E-CFA7-340D-92D5-29F98B99F8DA}"/>
          </ac:spMkLst>
        </pc:spChg>
        <pc:spChg chg="del mod">
          <ac:chgData name="Arkar Than Win" userId="3c8250a4-c36e-434c-9640-1ec1d94cea55" providerId="ADAL" clId="{0ACE9946-0938-4C15-91F3-DF5E7C93A5A9}" dt="2024-05-21T07:26:51.424" v="14191" actId="478"/>
          <ac:spMkLst>
            <pc:docMk/>
            <pc:sldMk cId="2208973582" sldId="282"/>
            <ac:spMk id="3" creationId="{7FFE9A8E-669D-4866-2DD7-34E78B111A0D}"/>
          </ac:spMkLst>
        </pc:spChg>
        <pc:spChg chg="add del mod">
          <ac:chgData name="Arkar Than Win" userId="3c8250a4-c36e-434c-9640-1ec1d94cea55" providerId="ADAL" clId="{0ACE9946-0938-4C15-91F3-DF5E7C93A5A9}" dt="2024-05-21T07:26:53.560" v="14192" actId="478"/>
          <ac:spMkLst>
            <pc:docMk/>
            <pc:sldMk cId="2208973582" sldId="282"/>
            <ac:spMk id="5" creationId="{68C0DC06-BA9E-7C1F-8D0C-8E2C8FE18099}"/>
          </ac:spMkLst>
        </pc:spChg>
        <pc:spChg chg="mod">
          <ac:chgData name="Arkar Than Win" userId="3c8250a4-c36e-434c-9640-1ec1d94cea55" providerId="ADAL" clId="{0ACE9946-0938-4C15-91F3-DF5E7C93A5A9}" dt="2024-05-21T07:32:44.204" v="14952" actId="1035"/>
          <ac:spMkLst>
            <pc:docMk/>
            <pc:sldMk cId="2208973582" sldId="282"/>
            <ac:spMk id="8" creationId="{71FDCF3B-8FB1-0E29-B7F4-35E7C920C951}"/>
          </ac:spMkLst>
        </pc:spChg>
        <pc:spChg chg="mod">
          <ac:chgData name="Arkar Than Win" userId="3c8250a4-c36e-434c-9640-1ec1d94cea55" providerId="ADAL" clId="{0ACE9946-0938-4C15-91F3-DF5E7C93A5A9}" dt="2024-05-21T07:32:49.897" v="14954" actId="1035"/>
          <ac:spMkLst>
            <pc:docMk/>
            <pc:sldMk cId="2208973582" sldId="282"/>
            <ac:spMk id="9" creationId="{9B265E76-C5A3-EA16-D0FA-F8E43F1F5CF5}"/>
          </ac:spMkLst>
        </pc:spChg>
        <pc:spChg chg="mod">
          <ac:chgData name="Arkar Than Win" userId="3c8250a4-c36e-434c-9640-1ec1d94cea55" providerId="ADAL" clId="{0ACE9946-0938-4C15-91F3-DF5E7C93A5A9}" dt="2024-05-21T07:32:44.204" v="14952" actId="1035"/>
          <ac:spMkLst>
            <pc:docMk/>
            <pc:sldMk cId="2208973582" sldId="282"/>
            <ac:spMk id="10" creationId="{02EADF4A-6FD9-185A-B809-3DEAEB5E29FA}"/>
          </ac:spMkLst>
        </pc:spChg>
        <pc:spChg chg="mod">
          <ac:chgData name="Arkar Than Win" userId="3c8250a4-c36e-434c-9640-1ec1d94cea55" providerId="ADAL" clId="{0ACE9946-0938-4C15-91F3-DF5E7C93A5A9}" dt="2024-05-21T07:32:44.204" v="14952" actId="1035"/>
          <ac:spMkLst>
            <pc:docMk/>
            <pc:sldMk cId="2208973582" sldId="282"/>
            <ac:spMk id="11" creationId="{4267D15D-846C-130F-FF28-A047FDB2C25F}"/>
          </ac:spMkLst>
        </pc:spChg>
        <pc:spChg chg="mod">
          <ac:chgData name="Arkar Than Win" userId="3c8250a4-c36e-434c-9640-1ec1d94cea55" providerId="ADAL" clId="{0ACE9946-0938-4C15-91F3-DF5E7C93A5A9}" dt="2024-05-21T07:32:49.897" v="14954" actId="1035"/>
          <ac:spMkLst>
            <pc:docMk/>
            <pc:sldMk cId="2208973582" sldId="282"/>
            <ac:spMk id="12" creationId="{4DAE59D8-6DED-0604-AD41-41265815A86D}"/>
          </ac:spMkLst>
        </pc:spChg>
        <pc:spChg chg="mod">
          <ac:chgData name="Arkar Than Win" userId="3c8250a4-c36e-434c-9640-1ec1d94cea55" providerId="ADAL" clId="{0ACE9946-0938-4C15-91F3-DF5E7C93A5A9}" dt="2024-05-21T07:32:49.897" v="14954" actId="1035"/>
          <ac:spMkLst>
            <pc:docMk/>
            <pc:sldMk cId="2208973582" sldId="282"/>
            <ac:spMk id="13" creationId="{6A9A329E-9239-5D6C-DBFE-55138A4B2CAA}"/>
          </ac:spMkLst>
        </pc:spChg>
        <pc:spChg chg="add mod ord">
          <ac:chgData name="Arkar Than Win" userId="3c8250a4-c36e-434c-9640-1ec1d94cea55" providerId="ADAL" clId="{0ACE9946-0938-4C15-91F3-DF5E7C93A5A9}" dt="2024-05-21T07:34:50.680" v="15013" actId="166"/>
          <ac:spMkLst>
            <pc:docMk/>
            <pc:sldMk cId="2208973582" sldId="282"/>
            <ac:spMk id="15" creationId="{21A1A3C5-8FDE-E326-B3E3-1230E6DFEEB4}"/>
          </ac:spMkLst>
        </pc:spChg>
        <pc:spChg chg="add del mod">
          <ac:chgData name="Arkar Than Win" userId="3c8250a4-c36e-434c-9640-1ec1d94cea55" providerId="ADAL" clId="{0ACE9946-0938-4C15-91F3-DF5E7C93A5A9}" dt="2024-05-21T07:33:29.003" v="14983" actId="478"/>
          <ac:spMkLst>
            <pc:docMk/>
            <pc:sldMk cId="2208973582" sldId="282"/>
            <ac:spMk id="16" creationId="{9DA59EC1-E990-9E64-3447-EC95888D2B23}"/>
          </ac:spMkLst>
        </pc:spChg>
        <pc:spChg chg="del mod topLvl">
          <ac:chgData name="Arkar Than Win" userId="3c8250a4-c36e-434c-9640-1ec1d94cea55" providerId="ADAL" clId="{0ACE9946-0938-4C15-91F3-DF5E7C93A5A9}" dt="2024-05-21T07:33:40.952" v="14986" actId="478"/>
          <ac:spMkLst>
            <pc:docMk/>
            <pc:sldMk cId="2208973582" sldId="282"/>
            <ac:spMk id="42" creationId="{71FDCF3B-8FB1-0E29-B7F4-35E7C920C951}"/>
          </ac:spMkLst>
        </pc:spChg>
        <pc:spChg chg="mod topLvl">
          <ac:chgData name="Arkar Than Win" userId="3c8250a4-c36e-434c-9640-1ec1d94cea55" providerId="ADAL" clId="{0ACE9946-0938-4C15-91F3-DF5E7C93A5A9}" dt="2024-05-23T00:24:11.801" v="18931" actId="242"/>
          <ac:spMkLst>
            <pc:docMk/>
            <pc:sldMk cId="2208973582" sldId="282"/>
            <ac:spMk id="43" creationId="{9B265E76-C5A3-EA16-D0FA-F8E43F1F5CF5}"/>
          </ac:spMkLst>
        </pc:spChg>
        <pc:spChg chg="del mod topLvl">
          <ac:chgData name="Arkar Than Win" userId="3c8250a4-c36e-434c-9640-1ec1d94cea55" providerId="ADAL" clId="{0ACE9946-0938-4C15-91F3-DF5E7C93A5A9}" dt="2024-05-21T07:33:41.977" v="14987" actId="478"/>
          <ac:spMkLst>
            <pc:docMk/>
            <pc:sldMk cId="2208973582" sldId="282"/>
            <ac:spMk id="44" creationId="{02EADF4A-6FD9-185A-B809-3DEAEB5E29FA}"/>
          </ac:spMkLst>
        </pc:spChg>
        <pc:spChg chg="del mod topLvl">
          <ac:chgData name="Arkar Than Win" userId="3c8250a4-c36e-434c-9640-1ec1d94cea55" providerId="ADAL" clId="{0ACE9946-0938-4C15-91F3-DF5E7C93A5A9}" dt="2024-05-21T07:33:42.967" v="14988" actId="478"/>
          <ac:spMkLst>
            <pc:docMk/>
            <pc:sldMk cId="2208973582" sldId="282"/>
            <ac:spMk id="45" creationId="{4267D15D-846C-130F-FF28-A047FDB2C25F}"/>
          </ac:spMkLst>
        </pc:spChg>
        <pc:spChg chg="mod topLvl">
          <ac:chgData name="Arkar Than Win" userId="3c8250a4-c36e-434c-9640-1ec1d94cea55" providerId="ADAL" clId="{0ACE9946-0938-4C15-91F3-DF5E7C93A5A9}" dt="2024-05-21T07:33:39.024" v="14985" actId="165"/>
          <ac:spMkLst>
            <pc:docMk/>
            <pc:sldMk cId="2208973582" sldId="282"/>
            <ac:spMk id="46" creationId="{4DAE59D8-6DED-0604-AD41-41265815A86D}"/>
          </ac:spMkLst>
        </pc:spChg>
        <pc:spChg chg="mod topLvl">
          <ac:chgData name="Arkar Than Win" userId="3c8250a4-c36e-434c-9640-1ec1d94cea55" providerId="ADAL" clId="{0ACE9946-0938-4C15-91F3-DF5E7C93A5A9}" dt="2024-05-21T07:33:39.024" v="14985" actId="165"/>
          <ac:spMkLst>
            <pc:docMk/>
            <pc:sldMk cId="2208973582" sldId="282"/>
            <ac:spMk id="47" creationId="{6A9A329E-9239-5D6C-DBFE-55138A4B2CAA}"/>
          </ac:spMkLst>
        </pc:spChg>
        <pc:grpChg chg="add mod">
          <ac:chgData name="Arkar Than Win" userId="3c8250a4-c36e-434c-9640-1ec1d94cea55" providerId="ADAL" clId="{0ACE9946-0938-4C15-91F3-DF5E7C93A5A9}" dt="2024-05-21T07:26:55.741" v="14194" actId="164"/>
          <ac:grpSpMkLst>
            <pc:docMk/>
            <pc:sldMk cId="2208973582" sldId="282"/>
            <ac:grpSpMk id="7" creationId="{1CFBD162-22F1-FED8-F91F-3977D07DE802}"/>
          </ac:grpSpMkLst>
        </pc:grpChg>
        <pc:grpChg chg="add del mod">
          <ac:chgData name="Arkar Than Win" userId="3c8250a4-c36e-434c-9640-1ec1d94cea55" providerId="ADAL" clId="{0ACE9946-0938-4C15-91F3-DF5E7C93A5A9}" dt="2024-05-21T07:32:58.528" v="14959" actId="21"/>
          <ac:grpSpMkLst>
            <pc:docMk/>
            <pc:sldMk cId="2208973582" sldId="282"/>
            <ac:grpSpMk id="14" creationId="{904B1896-B414-0810-DBFF-C2238EA38D96}"/>
          </ac:grpSpMkLst>
        </pc:grpChg>
        <pc:grpChg chg="add del mod">
          <ac:chgData name="Arkar Than Win" userId="3c8250a4-c36e-434c-9640-1ec1d94cea55" providerId="ADAL" clId="{0ACE9946-0938-4C15-91F3-DF5E7C93A5A9}" dt="2024-05-21T07:33:33.510" v="14984" actId="165"/>
          <ac:grpSpMkLst>
            <pc:docMk/>
            <pc:sldMk cId="2208973582" sldId="282"/>
            <ac:grpSpMk id="39" creationId="{904B1896-B414-0810-DBFF-C2238EA38D96}"/>
          </ac:grpSpMkLst>
        </pc:grpChg>
        <pc:grpChg chg="del mod topLvl">
          <ac:chgData name="Arkar Than Win" userId="3c8250a4-c36e-434c-9640-1ec1d94cea55" providerId="ADAL" clId="{0ACE9946-0938-4C15-91F3-DF5E7C93A5A9}" dt="2024-05-21T07:33:39.024" v="14985" actId="165"/>
          <ac:grpSpMkLst>
            <pc:docMk/>
            <pc:sldMk cId="2208973582" sldId="282"/>
            <ac:grpSpMk id="41" creationId="{1CFBD162-22F1-FED8-F91F-3977D07DE802}"/>
          </ac:grpSpMkLst>
        </pc:grpChg>
        <pc:graphicFrameChg chg="add mod">
          <ac:chgData name="Arkar Than Win" userId="3c8250a4-c36e-434c-9640-1ec1d94cea55" providerId="ADAL" clId="{0ACE9946-0938-4C15-91F3-DF5E7C93A5A9}" dt="2024-05-21T07:29:43.958" v="14572" actId="20577"/>
          <ac:graphicFrameMkLst>
            <pc:docMk/>
            <pc:sldMk cId="2208973582" sldId="282"/>
            <ac:graphicFrameMk id="6" creationId="{D7021F83-3E31-1C79-978D-D5522660E9C3}"/>
          </ac:graphicFrameMkLst>
        </pc:graphicFrameChg>
        <pc:graphicFrameChg chg="mod topLvl">
          <ac:chgData name="Arkar Than Win" userId="3c8250a4-c36e-434c-9640-1ec1d94cea55" providerId="ADAL" clId="{0ACE9946-0938-4C15-91F3-DF5E7C93A5A9}" dt="2024-05-21T07:33:33.510" v="14984" actId="165"/>
          <ac:graphicFrameMkLst>
            <pc:docMk/>
            <pc:sldMk cId="2208973582" sldId="282"/>
            <ac:graphicFrameMk id="40" creationId="{D7021F83-3E31-1C79-978D-D5522660E9C3}"/>
          </ac:graphicFrameMkLst>
        </pc:graphicFrameChg>
        <pc:cxnChg chg="add mod">
          <ac:chgData name="Arkar Than Win" userId="3c8250a4-c36e-434c-9640-1ec1d94cea55" providerId="ADAL" clId="{0ACE9946-0938-4C15-91F3-DF5E7C93A5A9}" dt="2024-05-21T07:34:01.790" v="14992" actId="14100"/>
          <ac:cxnSpMkLst>
            <pc:docMk/>
            <pc:sldMk cId="2208973582" sldId="282"/>
            <ac:cxnSpMk id="17" creationId="{6FD9F20D-6A68-9855-04B0-19CD31474BEE}"/>
          </ac:cxnSpMkLst>
        </pc:cxnChg>
        <pc:cxnChg chg="add mod">
          <ac:chgData name="Arkar Than Win" userId="3c8250a4-c36e-434c-9640-1ec1d94cea55" providerId="ADAL" clId="{0ACE9946-0938-4C15-91F3-DF5E7C93A5A9}" dt="2024-05-21T07:34:13.180" v="14996" actId="14100"/>
          <ac:cxnSpMkLst>
            <pc:docMk/>
            <pc:sldMk cId="2208973582" sldId="282"/>
            <ac:cxnSpMk id="21" creationId="{4972BBC8-C7B4-A808-1EAD-EED4E22D8CBC}"/>
          </ac:cxnSpMkLst>
        </pc:cxnChg>
        <pc:cxnChg chg="add mod">
          <ac:chgData name="Arkar Than Win" userId="3c8250a4-c36e-434c-9640-1ec1d94cea55" providerId="ADAL" clId="{0ACE9946-0938-4C15-91F3-DF5E7C93A5A9}" dt="2024-05-21T07:34:18.164" v="15000" actId="14100"/>
          <ac:cxnSpMkLst>
            <pc:docMk/>
            <pc:sldMk cId="2208973582" sldId="282"/>
            <ac:cxnSpMk id="24" creationId="{BB29D9EA-2590-7DAE-F3CE-8F728D247F76}"/>
          </ac:cxnSpMkLst>
        </pc:cxnChg>
        <pc:cxnChg chg="add mod ord">
          <ac:chgData name="Arkar Than Win" userId="3c8250a4-c36e-434c-9640-1ec1d94cea55" providerId="ADAL" clId="{0ACE9946-0938-4C15-91F3-DF5E7C93A5A9}" dt="2024-05-21T07:36:10.923" v="15019" actId="167"/>
          <ac:cxnSpMkLst>
            <pc:docMk/>
            <pc:sldMk cId="2208973582" sldId="282"/>
            <ac:cxnSpMk id="27" creationId="{67BE9537-96A2-4D06-EC46-517BBC8868AB}"/>
          </ac:cxnSpMkLst>
        </pc:cxnChg>
        <pc:cxnChg chg="add mod ord">
          <ac:chgData name="Arkar Than Win" userId="3c8250a4-c36e-434c-9640-1ec1d94cea55" providerId="ADAL" clId="{0ACE9946-0938-4C15-91F3-DF5E7C93A5A9}" dt="2024-05-21T07:36:13.473" v="15020" actId="167"/>
          <ac:cxnSpMkLst>
            <pc:docMk/>
            <pc:sldMk cId="2208973582" sldId="282"/>
            <ac:cxnSpMk id="30" creationId="{C85275DB-0C98-B470-E749-187BAC8C80C3}"/>
          </ac:cxnSpMkLst>
        </pc:cxnChg>
        <pc:cxnChg chg="add mod">
          <ac:chgData name="Arkar Than Win" userId="3c8250a4-c36e-434c-9640-1ec1d94cea55" providerId="ADAL" clId="{0ACE9946-0938-4C15-91F3-DF5E7C93A5A9}" dt="2024-05-21T07:34:41.966" v="15010" actId="14100"/>
          <ac:cxnSpMkLst>
            <pc:docMk/>
            <pc:sldMk cId="2208973582" sldId="282"/>
            <ac:cxnSpMk id="33" creationId="{DFD14005-88CA-5067-C88A-117B5C5533D7}"/>
          </ac:cxnSpMkLst>
        </pc:cxnChg>
      </pc:sldChg>
      <pc:sldChg chg="addSp delSp modSp add mod modNotesTx">
        <pc:chgData name="Arkar Than Win" userId="3c8250a4-c36e-434c-9640-1ec1d94cea55" providerId="ADAL" clId="{0ACE9946-0938-4C15-91F3-DF5E7C93A5A9}" dt="2024-05-31T01:42:28.944" v="36912" actId="20577"/>
        <pc:sldMkLst>
          <pc:docMk/>
          <pc:sldMk cId="3409923022" sldId="283"/>
        </pc:sldMkLst>
        <pc:spChg chg="mod">
          <ac:chgData name="Arkar Than Win" userId="3c8250a4-c36e-434c-9640-1ec1d94cea55" providerId="ADAL" clId="{0ACE9946-0938-4C15-91F3-DF5E7C93A5A9}" dt="2024-05-21T07:41:51.060" v="15052" actId="20577"/>
          <ac:spMkLst>
            <pc:docMk/>
            <pc:sldMk cId="3409923022" sldId="283"/>
            <ac:spMk id="2" creationId="{CF74DB7E-CFA7-340D-92D5-29F98B99F8DA}"/>
          </ac:spMkLst>
        </pc:spChg>
        <pc:spChg chg="del">
          <ac:chgData name="Arkar Than Win" userId="3c8250a4-c36e-434c-9640-1ec1d94cea55" providerId="ADAL" clId="{0ACE9946-0938-4C15-91F3-DF5E7C93A5A9}" dt="2024-05-21T07:37:17.285" v="15022" actId="478"/>
          <ac:spMkLst>
            <pc:docMk/>
            <pc:sldMk cId="3409923022" sldId="283"/>
            <ac:spMk id="3" creationId="{7FFE9A8E-669D-4866-2DD7-34E78B111A0D}"/>
          </ac:spMkLst>
        </pc:spChg>
        <pc:graphicFrameChg chg="add mod">
          <ac:chgData name="Arkar Than Win" userId="3c8250a4-c36e-434c-9640-1ec1d94cea55" providerId="ADAL" clId="{0ACE9946-0938-4C15-91F3-DF5E7C93A5A9}" dt="2024-05-21T07:37:17.972" v="15023"/>
          <ac:graphicFrameMkLst>
            <pc:docMk/>
            <pc:sldMk cId="3409923022" sldId="283"/>
            <ac:graphicFrameMk id="4" creationId="{FF36D723-282A-6951-DA14-F01F9B67F986}"/>
          </ac:graphicFrameMkLst>
        </pc:graphicFrameChg>
        <pc:picChg chg="add del mod">
          <ac:chgData name="Arkar Than Win" userId="3c8250a4-c36e-434c-9640-1ec1d94cea55" providerId="ADAL" clId="{0ACE9946-0938-4C15-91F3-DF5E7C93A5A9}" dt="2024-05-21T07:41:14.379" v="15040" actId="21"/>
          <ac:picMkLst>
            <pc:docMk/>
            <pc:sldMk cId="3409923022" sldId="283"/>
            <ac:picMk id="6" creationId="{7B85662D-0A61-726A-FF47-C0ABF2AD6F41}"/>
          </ac:picMkLst>
        </pc:picChg>
        <pc:picChg chg="add del mod">
          <ac:chgData name="Arkar Than Win" userId="3c8250a4-c36e-434c-9640-1ec1d94cea55" providerId="ADAL" clId="{0ACE9946-0938-4C15-91F3-DF5E7C93A5A9}" dt="2024-05-21T07:41:05.938" v="15036" actId="21"/>
          <ac:picMkLst>
            <pc:docMk/>
            <pc:sldMk cId="3409923022" sldId="283"/>
            <ac:picMk id="8" creationId="{38F6D5C0-3196-327E-46E0-77841D81EC14}"/>
          </ac:picMkLst>
        </pc:picChg>
        <pc:picChg chg="add mod">
          <ac:chgData name="Arkar Than Win" userId="3c8250a4-c36e-434c-9640-1ec1d94cea55" providerId="ADAL" clId="{0ACE9946-0938-4C15-91F3-DF5E7C93A5A9}" dt="2024-05-21T07:41:34.989" v="15048" actId="26606"/>
          <ac:picMkLst>
            <pc:docMk/>
            <pc:sldMk cId="3409923022" sldId="283"/>
            <ac:picMk id="9" creationId="{7B85662D-0A61-726A-FF47-C0ABF2AD6F41}"/>
          </ac:picMkLst>
        </pc:picChg>
        <pc:picChg chg="add mod">
          <ac:chgData name="Arkar Than Win" userId="3c8250a4-c36e-434c-9640-1ec1d94cea55" providerId="ADAL" clId="{0ACE9946-0938-4C15-91F3-DF5E7C93A5A9}" dt="2024-05-21T07:41:37.351" v="15049"/>
          <ac:picMkLst>
            <pc:docMk/>
            <pc:sldMk cId="3409923022" sldId="283"/>
            <ac:picMk id="10" creationId="{71BCC888-B502-E29D-D65C-21C82756FE30}"/>
          </ac:picMkLst>
        </pc:picChg>
      </pc:sldChg>
      <pc:sldChg chg="addSp delSp modSp add mod modNotesTx">
        <pc:chgData name="Arkar Than Win" userId="3c8250a4-c36e-434c-9640-1ec1d94cea55" providerId="ADAL" clId="{0ACE9946-0938-4C15-91F3-DF5E7C93A5A9}" dt="2024-05-28T08:35:34.658" v="33443" actId="20577"/>
        <pc:sldMkLst>
          <pc:docMk/>
          <pc:sldMk cId="2821942418" sldId="284"/>
        </pc:sldMkLst>
        <pc:spChg chg="mod">
          <ac:chgData name="Arkar Than Win" userId="3c8250a4-c36e-434c-9640-1ec1d94cea55" providerId="ADAL" clId="{0ACE9946-0938-4C15-91F3-DF5E7C93A5A9}" dt="2024-05-21T07:35:46.323" v="15017" actId="26606"/>
          <ac:spMkLst>
            <pc:docMk/>
            <pc:sldMk cId="2821942418" sldId="284"/>
            <ac:spMk id="2" creationId="{CF74DB7E-CFA7-340D-92D5-29F98B99F8DA}"/>
          </ac:spMkLst>
        </pc:spChg>
        <pc:spChg chg="del">
          <ac:chgData name="Arkar Than Win" userId="3c8250a4-c36e-434c-9640-1ec1d94cea55" providerId="ADAL" clId="{0ACE9946-0938-4C15-91F3-DF5E7C93A5A9}" dt="2024-05-21T07:35:40.043" v="15014" actId="478"/>
          <ac:spMkLst>
            <pc:docMk/>
            <pc:sldMk cId="2821942418" sldId="284"/>
            <ac:spMk id="3" creationId="{7FFE9A8E-669D-4866-2DD7-34E78B111A0D}"/>
          </ac:spMkLst>
        </pc:spChg>
        <pc:picChg chg="add mod">
          <ac:chgData name="Arkar Than Win" userId="3c8250a4-c36e-434c-9640-1ec1d94cea55" providerId="ADAL" clId="{0ACE9946-0938-4C15-91F3-DF5E7C93A5A9}" dt="2024-05-21T07:35:53.349" v="15018" actId="1076"/>
          <ac:picMkLst>
            <pc:docMk/>
            <pc:sldMk cId="2821942418" sldId="284"/>
            <ac:picMk id="4" creationId="{09A26CB8-E327-54B8-CC16-8CFCBD4C07BF}"/>
          </ac:picMkLst>
        </pc:picChg>
      </pc:sldChg>
      <pc:sldChg chg="add del">
        <pc:chgData name="Arkar Than Win" userId="3c8250a4-c36e-434c-9640-1ec1d94cea55" providerId="ADAL" clId="{0ACE9946-0938-4C15-91F3-DF5E7C93A5A9}" dt="2024-05-21T06:58:14.415" v="12775" actId="47"/>
        <pc:sldMkLst>
          <pc:docMk/>
          <pc:sldMk cId="1196629569" sldId="285"/>
        </pc:sldMkLst>
      </pc:sldChg>
      <pc:sldChg chg="modSp new mod ord">
        <pc:chgData name="Arkar Than Win" userId="3c8250a4-c36e-434c-9640-1ec1d94cea55" providerId="ADAL" clId="{0ACE9946-0938-4C15-91F3-DF5E7C93A5A9}" dt="2024-05-21T03:44:41.944" v="6486"/>
        <pc:sldMkLst>
          <pc:docMk/>
          <pc:sldMk cId="3780604414" sldId="286"/>
        </pc:sldMkLst>
        <pc:spChg chg="mod">
          <ac:chgData name="Arkar Than Win" userId="3c8250a4-c36e-434c-9640-1ec1d94cea55" providerId="ADAL" clId="{0ACE9946-0938-4C15-91F3-DF5E7C93A5A9}" dt="2024-05-19T01:23:55.666" v="1538" actId="20577"/>
          <ac:spMkLst>
            <pc:docMk/>
            <pc:sldMk cId="3780604414" sldId="286"/>
            <ac:spMk id="2" creationId="{173A0350-D696-3CAC-C6AC-0FA2BCD26A11}"/>
          </ac:spMkLst>
        </pc:spChg>
        <pc:spChg chg="mod">
          <ac:chgData name="Arkar Than Win" userId="3c8250a4-c36e-434c-9640-1ec1d94cea55" providerId="ADAL" clId="{0ACE9946-0938-4C15-91F3-DF5E7C93A5A9}" dt="2024-05-19T01:24:08.971" v="1577" actId="20577"/>
          <ac:spMkLst>
            <pc:docMk/>
            <pc:sldMk cId="3780604414" sldId="286"/>
            <ac:spMk id="3" creationId="{12FFBD44-E647-6CCA-AE18-6D73EC80D0E0}"/>
          </ac:spMkLst>
        </pc:spChg>
      </pc:sldChg>
      <pc:sldChg chg="addSp delSp modSp add mod modShow">
        <pc:chgData name="Arkar Than Win" userId="3c8250a4-c36e-434c-9640-1ec1d94cea55" providerId="ADAL" clId="{0ACE9946-0938-4C15-91F3-DF5E7C93A5A9}" dt="2024-05-31T02:14:15.973" v="37462" actId="1076"/>
        <pc:sldMkLst>
          <pc:docMk/>
          <pc:sldMk cId="185491373" sldId="287"/>
        </pc:sldMkLst>
        <pc:spChg chg="del">
          <ac:chgData name="Arkar Than Win" userId="3c8250a4-c36e-434c-9640-1ec1d94cea55" providerId="ADAL" clId="{0ACE9946-0938-4C15-91F3-DF5E7C93A5A9}" dt="2024-05-21T02:16:00.992" v="5524" actId="478"/>
          <ac:spMkLst>
            <pc:docMk/>
            <pc:sldMk cId="185491373" sldId="287"/>
            <ac:spMk id="2" creationId="{CF74DB7E-CFA7-340D-92D5-29F98B99F8DA}"/>
          </ac:spMkLst>
        </pc:spChg>
        <pc:spChg chg="del">
          <ac:chgData name="Arkar Than Win" userId="3c8250a4-c36e-434c-9640-1ec1d94cea55" providerId="ADAL" clId="{0ACE9946-0938-4C15-91F3-DF5E7C93A5A9}" dt="2024-05-21T02:16:00.992" v="5524" actId="478"/>
          <ac:spMkLst>
            <pc:docMk/>
            <pc:sldMk cId="185491373" sldId="287"/>
            <ac:spMk id="3" creationId="{7FFE9A8E-669D-4866-2DD7-34E78B111A0D}"/>
          </ac:spMkLst>
        </pc:spChg>
        <pc:spChg chg="add del mod">
          <ac:chgData name="Arkar Than Win" userId="3c8250a4-c36e-434c-9640-1ec1d94cea55" providerId="ADAL" clId="{0ACE9946-0938-4C15-91F3-DF5E7C93A5A9}" dt="2024-05-21T02:16:02.463" v="5525" actId="478"/>
          <ac:spMkLst>
            <pc:docMk/>
            <pc:sldMk cId="185491373" sldId="287"/>
            <ac:spMk id="4" creationId="{51249145-0795-782D-5EFD-420614EDDEBD}"/>
          </ac:spMkLst>
        </pc:spChg>
        <pc:spChg chg="add mod">
          <ac:chgData name="Arkar Than Win" userId="3c8250a4-c36e-434c-9640-1ec1d94cea55" providerId="ADAL" clId="{0ACE9946-0938-4C15-91F3-DF5E7C93A5A9}" dt="2024-05-21T02:26:51.144" v="5670" actId="165"/>
          <ac:spMkLst>
            <pc:docMk/>
            <pc:sldMk cId="185491373" sldId="287"/>
            <ac:spMk id="24" creationId="{AB2DE30D-D6BD-1F2E-FEEA-A32A15DB31AF}"/>
          </ac:spMkLst>
        </pc:spChg>
        <pc:spChg chg="add del mod">
          <ac:chgData name="Arkar Than Win" userId="3c8250a4-c36e-434c-9640-1ec1d94cea55" providerId="ADAL" clId="{0ACE9946-0938-4C15-91F3-DF5E7C93A5A9}" dt="2024-05-21T02:20:52.735" v="5595" actId="478"/>
          <ac:spMkLst>
            <pc:docMk/>
            <pc:sldMk cId="185491373" sldId="287"/>
            <ac:spMk id="26" creationId="{81686EB4-66CD-A4EB-E65F-C9F467A81FB2}"/>
          </ac:spMkLst>
        </pc:spChg>
        <pc:spChg chg="add mod">
          <ac:chgData name="Arkar Than Win" userId="3c8250a4-c36e-434c-9640-1ec1d94cea55" providerId="ADAL" clId="{0ACE9946-0938-4C15-91F3-DF5E7C93A5A9}" dt="2024-05-21T02:26:51.144" v="5670" actId="165"/>
          <ac:spMkLst>
            <pc:docMk/>
            <pc:sldMk cId="185491373" sldId="287"/>
            <ac:spMk id="27" creationId="{A42365DF-1749-F688-0F0C-29243C5C6D74}"/>
          </ac:spMkLst>
        </pc:spChg>
        <pc:spChg chg="add mod">
          <ac:chgData name="Arkar Than Win" userId="3c8250a4-c36e-434c-9640-1ec1d94cea55" providerId="ADAL" clId="{0ACE9946-0938-4C15-91F3-DF5E7C93A5A9}" dt="2024-05-21T02:26:51.144" v="5670" actId="165"/>
          <ac:spMkLst>
            <pc:docMk/>
            <pc:sldMk cId="185491373" sldId="287"/>
            <ac:spMk id="29" creationId="{76C0C5CD-A423-C88C-46CE-46BB3BC7B733}"/>
          </ac:spMkLst>
        </pc:spChg>
        <pc:spChg chg="add mod">
          <ac:chgData name="Arkar Than Win" userId="3c8250a4-c36e-434c-9640-1ec1d94cea55" providerId="ADAL" clId="{0ACE9946-0938-4C15-91F3-DF5E7C93A5A9}" dt="2024-05-21T02:26:51.144" v="5670" actId="165"/>
          <ac:spMkLst>
            <pc:docMk/>
            <pc:sldMk cId="185491373" sldId="287"/>
            <ac:spMk id="31" creationId="{CCCB1087-00A1-6DB8-1F7E-3822A9E2B13C}"/>
          </ac:spMkLst>
        </pc:spChg>
        <pc:spChg chg="mod topLvl">
          <ac:chgData name="Arkar Than Win" userId="3c8250a4-c36e-434c-9640-1ec1d94cea55" providerId="ADAL" clId="{0ACE9946-0938-4C15-91F3-DF5E7C93A5A9}" dt="2024-05-21T03:41:12.399" v="6470" actId="165"/>
          <ac:spMkLst>
            <pc:docMk/>
            <pc:sldMk cId="185491373" sldId="287"/>
            <ac:spMk id="125" creationId="{9932F203-6410-E6C0-F6A4-AA55139DAD08}"/>
          </ac:spMkLst>
        </pc:spChg>
        <pc:spChg chg="mod topLvl">
          <ac:chgData name="Arkar Than Win" userId="3c8250a4-c36e-434c-9640-1ec1d94cea55" providerId="ADAL" clId="{0ACE9946-0938-4C15-91F3-DF5E7C93A5A9}" dt="2024-05-21T03:41:12.399" v="6470" actId="165"/>
          <ac:spMkLst>
            <pc:docMk/>
            <pc:sldMk cId="185491373" sldId="287"/>
            <ac:spMk id="126" creationId="{A1CC2E64-97B3-A294-A59C-C9FB1B5A855C}"/>
          </ac:spMkLst>
        </pc:spChg>
        <pc:grpChg chg="add del mod">
          <ac:chgData name="Arkar Than Win" userId="3c8250a4-c36e-434c-9640-1ec1d94cea55" providerId="ADAL" clId="{0ACE9946-0938-4C15-91F3-DF5E7C93A5A9}" dt="2024-05-30T04:31:22.059" v="36274" actId="478"/>
          <ac:grpSpMkLst>
            <pc:docMk/>
            <pc:sldMk cId="185491373" sldId="287"/>
            <ac:grpSpMk id="4" creationId="{326B70D4-5BD2-2482-A5C4-5DC9F85ED8D5}"/>
          </ac:grpSpMkLst>
        </pc:grpChg>
        <pc:grpChg chg="mod">
          <ac:chgData name="Arkar Than Win" userId="3c8250a4-c36e-434c-9640-1ec1d94cea55" providerId="ADAL" clId="{0ACE9946-0938-4C15-91F3-DF5E7C93A5A9}" dt="2024-05-30T04:30:17.640" v="36254"/>
          <ac:grpSpMkLst>
            <pc:docMk/>
            <pc:sldMk cId="185491373" sldId="287"/>
            <ac:grpSpMk id="11" creationId="{4D4001ED-08D2-044D-52D5-13FB5A7C3235}"/>
          </ac:grpSpMkLst>
        </pc:grpChg>
        <pc:grpChg chg="add mod">
          <ac:chgData name="Arkar Than Win" userId="3c8250a4-c36e-434c-9640-1ec1d94cea55" providerId="ADAL" clId="{0ACE9946-0938-4C15-91F3-DF5E7C93A5A9}" dt="2024-05-21T02:26:51.144" v="5670" actId="165"/>
          <ac:grpSpMkLst>
            <pc:docMk/>
            <pc:sldMk cId="185491373" sldId="287"/>
            <ac:grpSpMk id="23" creationId="{CF5EE55F-1892-1B8A-AD20-0827610D34B8}"/>
          </ac:grpSpMkLst>
        </pc:grpChg>
        <pc:grpChg chg="add mod">
          <ac:chgData name="Arkar Than Win" userId="3c8250a4-c36e-434c-9640-1ec1d94cea55" providerId="ADAL" clId="{0ACE9946-0938-4C15-91F3-DF5E7C93A5A9}" dt="2024-05-21T02:26:51.144" v="5670" actId="165"/>
          <ac:grpSpMkLst>
            <pc:docMk/>
            <pc:sldMk cId="185491373" sldId="287"/>
            <ac:grpSpMk id="25" creationId="{F79C2B41-FFDD-CD2D-DF3F-8C1B0BBBBE79}"/>
          </ac:grpSpMkLst>
        </pc:grpChg>
        <pc:grpChg chg="mod">
          <ac:chgData name="Arkar Than Win" userId="3c8250a4-c36e-434c-9640-1ec1d94cea55" providerId="ADAL" clId="{0ACE9946-0938-4C15-91F3-DF5E7C93A5A9}" dt="2024-05-30T04:30:17.640" v="36254"/>
          <ac:grpSpMkLst>
            <pc:docMk/>
            <pc:sldMk cId="185491373" sldId="287"/>
            <ac:grpSpMk id="26" creationId="{B326684D-A2C1-1CA3-38FB-457E6E4B47E1}"/>
          </ac:grpSpMkLst>
        </pc:grpChg>
        <pc:grpChg chg="add mod">
          <ac:chgData name="Arkar Than Win" userId="3c8250a4-c36e-434c-9640-1ec1d94cea55" providerId="ADAL" clId="{0ACE9946-0938-4C15-91F3-DF5E7C93A5A9}" dt="2024-05-21T02:26:51.144" v="5670" actId="165"/>
          <ac:grpSpMkLst>
            <pc:docMk/>
            <pc:sldMk cId="185491373" sldId="287"/>
            <ac:grpSpMk id="28" creationId="{44D39C27-CF09-F1BB-EABE-DA965DDBA77A}"/>
          </ac:grpSpMkLst>
        </pc:grpChg>
        <pc:grpChg chg="add mod">
          <ac:chgData name="Arkar Than Win" userId="3c8250a4-c36e-434c-9640-1ec1d94cea55" providerId="ADAL" clId="{0ACE9946-0938-4C15-91F3-DF5E7C93A5A9}" dt="2024-05-21T02:26:51.144" v="5670" actId="165"/>
          <ac:grpSpMkLst>
            <pc:docMk/>
            <pc:sldMk cId="185491373" sldId="287"/>
            <ac:grpSpMk id="30" creationId="{C68ABDF1-ADD9-55B5-8EED-648590E800C0}"/>
          </ac:grpSpMkLst>
        </pc:grpChg>
        <pc:grpChg chg="add mod">
          <ac:chgData name="Arkar Than Win" userId="3c8250a4-c36e-434c-9640-1ec1d94cea55" providerId="ADAL" clId="{0ACE9946-0938-4C15-91F3-DF5E7C93A5A9}" dt="2024-05-21T02:26:51.144" v="5670" actId="165"/>
          <ac:grpSpMkLst>
            <pc:docMk/>
            <pc:sldMk cId="185491373" sldId="287"/>
            <ac:grpSpMk id="32" creationId="{7947E594-3A29-D6DC-17E0-D0FB4F238E52}"/>
          </ac:grpSpMkLst>
        </pc:grpChg>
        <pc:grpChg chg="add mod">
          <ac:chgData name="Arkar Than Win" userId="3c8250a4-c36e-434c-9640-1ec1d94cea55" providerId="ADAL" clId="{0ACE9946-0938-4C15-91F3-DF5E7C93A5A9}" dt="2024-05-21T02:26:51.144" v="5670" actId="165"/>
          <ac:grpSpMkLst>
            <pc:docMk/>
            <pc:sldMk cId="185491373" sldId="287"/>
            <ac:grpSpMk id="36" creationId="{9143419C-C757-001D-AF90-4231D085077F}"/>
          </ac:grpSpMkLst>
        </pc:grpChg>
        <pc:grpChg chg="add mod">
          <ac:chgData name="Arkar Than Win" userId="3c8250a4-c36e-434c-9640-1ec1d94cea55" providerId="ADAL" clId="{0ACE9946-0938-4C15-91F3-DF5E7C93A5A9}" dt="2024-05-21T02:22:46.042" v="5630" actId="164"/>
          <ac:grpSpMkLst>
            <pc:docMk/>
            <pc:sldMk cId="185491373" sldId="287"/>
            <ac:grpSpMk id="37" creationId="{E965AE80-8C94-DB6F-66BD-2CF52089FDFF}"/>
          </ac:grpSpMkLst>
        </pc:grpChg>
        <pc:grpChg chg="add mod">
          <ac:chgData name="Arkar Than Win" userId="3c8250a4-c36e-434c-9640-1ec1d94cea55" providerId="ADAL" clId="{0ACE9946-0938-4C15-91F3-DF5E7C93A5A9}" dt="2024-05-21T02:26:51.144" v="5670" actId="165"/>
          <ac:grpSpMkLst>
            <pc:docMk/>
            <pc:sldMk cId="185491373" sldId="287"/>
            <ac:grpSpMk id="38" creationId="{0F282B7B-5DEF-45CE-E814-D6CF7ED723AB}"/>
          </ac:grpSpMkLst>
        </pc:grpChg>
        <pc:grpChg chg="add mod topLvl">
          <ac:chgData name="Arkar Than Win" userId="3c8250a4-c36e-434c-9640-1ec1d94cea55" providerId="ADAL" clId="{0ACE9946-0938-4C15-91F3-DF5E7C93A5A9}" dt="2024-05-21T02:27:12.089" v="5675" actId="164"/>
          <ac:grpSpMkLst>
            <pc:docMk/>
            <pc:sldMk cId="185491373" sldId="287"/>
            <ac:grpSpMk id="41" creationId="{83E0197E-BA4C-72B0-ABAB-A6B261A92049}"/>
          </ac:grpSpMkLst>
        </pc:grpChg>
        <pc:grpChg chg="add mod topLvl">
          <ac:chgData name="Arkar Than Win" userId="3c8250a4-c36e-434c-9640-1ec1d94cea55" providerId="ADAL" clId="{0ACE9946-0938-4C15-91F3-DF5E7C93A5A9}" dt="2024-05-21T02:27:12.089" v="5675" actId="164"/>
          <ac:grpSpMkLst>
            <pc:docMk/>
            <pc:sldMk cId="185491373" sldId="287"/>
            <ac:grpSpMk id="42" creationId="{8ED6312B-194A-094D-7924-63E01F0409F4}"/>
          </ac:grpSpMkLst>
        </pc:grpChg>
        <pc:grpChg chg="add mod">
          <ac:chgData name="Arkar Than Win" userId="3c8250a4-c36e-434c-9640-1ec1d94cea55" providerId="ADAL" clId="{0ACE9946-0938-4C15-91F3-DF5E7C93A5A9}" dt="2024-05-21T02:26:51.144" v="5670" actId="165"/>
          <ac:grpSpMkLst>
            <pc:docMk/>
            <pc:sldMk cId="185491373" sldId="287"/>
            <ac:grpSpMk id="43" creationId="{F7663895-C6C7-DD32-3978-58AF9CD25BDD}"/>
          </ac:grpSpMkLst>
        </pc:grpChg>
        <pc:grpChg chg="add mod topLvl">
          <ac:chgData name="Arkar Than Win" userId="3c8250a4-c36e-434c-9640-1ec1d94cea55" providerId="ADAL" clId="{0ACE9946-0938-4C15-91F3-DF5E7C93A5A9}" dt="2024-05-21T02:27:12.089" v="5675" actId="164"/>
          <ac:grpSpMkLst>
            <pc:docMk/>
            <pc:sldMk cId="185491373" sldId="287"/>
            <ac:grpSpMk id="46" creationId="{65E45CB5-143A-5A64-4B6E-5105EF56F53E}"/>
          </ac:grpSpMkLst>
        </pc:grpChg>
        <pc:grpChg chg="add mod">
          <ac:chgData name="Arkar Than Win" userId="3c8250a4-c36e-434c-9640-1ec1d94cea55" providerId="ADAL" clId="{0ACE9946-0938-4C15-91F3-DF5E7C93A5A9}" dt="2024-05-21T02:26:51.144" v="5670" actId="165"/>
          <ac:grpSpMkLst>
            <pc:docMk/>
            <pc:sldMk cId="185491373" sldId="287"/>
            <ac:grpSpMk id="47" creationId="{503C6D08-4E98-8775-AA05-B31DF7A3E69F}"/>
          </ac:grpSpMkLst>
        </pc:grpChg>
        <pc:grpChg chg="add mod topLvl">
          <ac:chgData name="Arkar Than Win" userId="3c8250a4-c36e-434c-9640-1ec1d94cea55" providerId="ADAL" clId="{0ACE9946-0938-4C15-91F3-DF5E7C93A5A9}" dt="2024-05-21T02:27:12.089" v="5675" actId="164"/>
          <ac:grpSpMkLst>
            <pc:docMk/>
            <pc:sldMk cId="185491373" sldId="287"/>
            <ac:grpSpMk id="50" creationId="{8494E2C2-B831-2E25-A1DB-D0CF640C52B2}"/>
          </ac:grpSpMkLst>
        </pc:grpChg>
        <pc:grpChg chg="add del mod">
          <ac:chgData name="Arkar Than Win" userId="3c8250a4-c36e-434c-9640-1ec1d94cea55" providerId="ADAL" clId="{0ACE9946-0938-4C15-91F3-DF5E7C93A5A9}" dt="2024-05-21T02:26:51.144" v="5670" actId="165"/>
          <ac:grpSpMkLst>
            <pc:docMk/>
            <pc:sldMk cId="185491373" sldId="287"/>
            <ac:grpSpMk id="51" creationId="{9105D423-E6B7-5E2F-B851-B695A6453AAF}"/>
          </ac:grpSpMkLst>
        </pc:grpChg>
        <pc:grpChg chg="add mod">
          <ac:chgData name="Arkar Than Win" userId="3c8250a4-c36e-434c-9640-1ec1d94cea55" providerId="ADAL" clId="{0ACE9946-0938-4C15-91F3-DF5E7C93A5A9}" dt="2024-05-21T02:39:41.013" v="5795" actId="1076"/>
          <ac:grpSpMkLst>
            <pc:docMk/>
            <pc:sldMk cId="185491373" sldId="287"/>
            <ac:grpSpMk id="52" creationId="{83E0BFFC-9C07-886D-C762-D29CE72740D2}"/>
          </ac:grpSpMkLst>
        </pc:grpChg>
        <pc:grpChg chg="add mod">
          <ac:chgData name="Arkar Than Win" userId="3c8250a4-c36e-434c-9640-1ec1d94cea55" providerId="ADAL" clId="{0ACE9946-0938-4C15-91F3-DF5E7C93A5A9}" dt="2024-05-21T04:37:11.628" v="7123" actId="1076"/>
          <ac:grpSpMkLst>
            <pc:docMk/>
            <pc:sldMk cId="185491373" sldId="287"/>
            <ac:grpSpMk id="75" creationId="{4069B0D4-5587-C2EE-3D36-94776EEA9124}"/>
          </ac:grpSpMkLst>
        </pc:grpChg>
        <pc:grpChg chg="add del mod">
          <ac:chgData name="Arkar Than Win" userId="3c8250a4-c36e-434c-9640-1ec1d94cea55" providerId="ADAL" clId="{0ACE9946-0938-4C15-91F3-DF5E7C93A5A9}" dt="2024-05-30T04:33:23.771" v="36298" actId="21"/>
          <ac:grpSpMkLst>
            <pc:docMk/>
            <pc:sldMk cId="185491373" sldId="287"/>
            <ac:grpSpMk id="79" creationId="{C4CC2D00-45C7-1EDB-E222-595D11F44A57}"/>
          </ac:grpSpMkLst>
        </pc:grpChg>
        <pc:grpChg chg="add mod">
          <ac:chgData name="Arkar Than Win" userId="3c8250a4-c36e-434c-9640-1ec1d94cea55" providerId="ADAL" clId="{0ACE9946-0938-4C15-91F3-DF5E7C93A5A9}" dt="2024-05-21T04:37:11.628" v="7123" actId="1076"/>
          <ac:grpSpMkLst>
            <pc:docMk/>
            <pc:sldMk cId="185491373" sldId="287"/>
            <ac:grpSpMk id="80" creationId="{5B45FB7B-2630-29CE-78B7-CEA98462BEC3}"/>
          </ac:grpSpMkLst>
        </pc:grpChg>
        <pc:grpChg chg="mod">
          <ac:chgData name="Arkar Than Win" userId="3c8250a4-c36e-434c-9640-1ec1d94cea55" providerId="ADAL" clId="{0ACE9946-0938-4C15-91F3-DF5E7C93A5A9}" dt="2024-05-30T04:31:19.037" v="36272"/>
          <ac:grpSpMkLst>
            <pc:docMk/>
            <pc:sldMk cId="185491373" sldId="287"/>
            <ac:grpSpMk id="81" creationId="{2761AF44-905C-421A-AC94-BF3F7C97E2A6}"/>
          </ac:grpSpMkLst>
        </pc:grpChg>
        <pc:grpChg chg="mod">
          <ac:chgData name="Arkar Than Win" userId="3c8250a4-c36e-434c-9640-1ec1d94cea55" providerId="ADAL" clId="{0ACE9946-0938-4C15-91F3-DF5E7C93A5A9}" dt="2024-05-21T04:37:09.515" v="7122"/>
          <ac:grpSpMkLst>
            <pc:docMk/>
            <pc:sldMk cId="185491373" sldId="287"/>
            <ac:grpSpMk id="81" creationId="{95602055-FB7E-4CB3-0C1F-7CCD07DC4C2C}"/>
          </ac:grpSpMkLst>
        </pc:grpChg>
        <pc:grpChg chg="mod topLvl">
          <ac:chgData name="Arkar Than Win" userId="3c8250a4-c36e-434c-9640-1ec1d94cea55" providerId="ADAL" clId="{0ACE9946-0938-4C15-91F3-DF5E7C93A5A9}" dt="2024-05-21T03:41:12.399" v="6470" actId="165"/>
          <ac:grpSpMkLst>
            <pc:docMk/>
            <pc:sldMk cId="185491373" sldId="287"/>
            <ac:grpSpMk id="124" creationId="{5749C0A0-EBAD-E3AF-677F-8B187943A494}"/>
          </ac:grpSpMkLst>
        </pc:grpChg>
        <pc:grpChg chg="add del mod">
          <ac:chgData name="Arkar Than Win" userId="3c8250a4-c36e-434c-9640-1ec1d94cea55" providerId="ADAL" clId="{0ACE9946-0938-4C15-91F3-DF5E7C93A5A9}" dt="2024-05-21T03:20:03.733" v="6121" actId="165"/>
          <ac:grpSpMkLst>
            <pc:docMk/>
            <pc:sldMk cId="185491373" sldId="287"/>
            <ac:grpSpMk id="127" creationId="{18382F35-368C-4C68-DF38-B8881E7BDC08}"/>
          </ac:grpSpMkLst>
        </pc:grpChg>
        <pc:grpChg chg="mod">
          <ac:chgData name="Arkar Than Win" userId="3c8250a4-c36e-434c-9640-1ec1d94cea55" providerId="ADAL" clId="{0ACE9946-0938-4C15-91F3-DF5E7C93A5A9}" dt="2024-05-30T04:31:19.037" v="36272"/>
          <ac:grpSpMkLst>
            <pc:docMk/>
            <pc:sldMk cId="185491373" sldId="287"/>
            <ac:grpSpMk id="128" creationId="{B491CFFB-7DCE-D24D-EE06-CC0446FF13BC}"/>
          </ac:grpSpMkLst>
        </pc:grpChg>
        <pc:grpChg chg="add mod topLvl">
          <ac:chgData name="Arkar Than Win" userId="3c8250a4-c36e-434c-9640-1ec1d94cea55" providerId="ADAL" clId="{0ACE9946-0938-4C15-91F3-DF5E7C93A5A9}" dt="2024-05-21T03:22:43.944" v="6392" actId="165"/>
          <ac:grpSpMkLst>
            <pc:docMk/>
            <pc:sldMk cId="185491373" sldId="287"/>
            <ac:grpSpMk id="135" creationId="{DA6CEF46-C452-FDB5-A4D9-8069F4D20471}"/>
          </ac:grpSpMkLst>
        </pc:grpChg>
        <pc:grpChg chg="add mod">
          <ac:chgData name="Arkar Than Win" userId="3c8250a4-c36e-434c-9640-1ec1d94cea55" providerId="ADAL" clId="{0ACE9946-0938-4C15-91F3-DF5E7C93A5A9}" dt="2024-05-21T02:45:59.107" v="5882"/>
          <ac:grpSpMkLst>
            <pc:docMk/>
            <pc:sldMk cId="185491373" sldId="287"/>
            <ac:grpSpMk id="136" creationId="{8692E8D2-B4F4-1213-C790-B89EC1A16B03}"/>
          </ac:grpSpMkLst>
        </pc:grpChg>
        <pc:grpChg chg="add del mod">
          <ac:chgData name="Arkar Than Win" userId="3c8250a4-c36e-434c-9640-1ec1d94cea55" providerId="ADAL" clId="{0ACE9946-0938-4C15-91F3-DF5E7C93A5A9}" dt="2024-05-30T04:33:19.709" v="36296" actId="21"/>
          <ac:grpSpMkLst>
            <pc:docMk/>
            <pc:sldMk cId="185491373" sldId="287"/>
            <ac:grpSpMk id="137" creationId="{3C9E112D-7028-D268-3E9C-40F4A3F572E7}"/>
          </ac:grpSpMkLst>
        </pc:grpChg>
        <pc:grpChg chg="mod">
          <ac:chgData name="Arkar Than Win" userId="3c8250a4-c36e-434c-9640-1ec1d94cea55" providerId="ADAL" clId="{0ACE9946-0938-4C15-91F3-DF5E7C93A5A9}" dt="2024-05-30T04:31:19.037" v="36272"/>
          <ac:grpSpMkLst>
            <pc:docMk/>
            <pc:sldMk cId="185491373" sldId="287"/>
            <ac:grpSpMk id="139" creationId="{67B8729B-6D99-CADB-FB52-2201477C2ECA}"/>
          </ac:grpSpMkLst>
        </pc:grpChg>
        <pc:grpChg chg="mod">
          <ac:chgData name="Arkar Than Win" userId="3c8250a4-c36e-434c-9640-1ec1d94cea55" providerId="ADAL" clId="{0ACE9946-0938-4C15-91F3-DF5E7C93A5A9}" dt="2024-05-30T04:31:19.037" v="36272"/>
          <ac:grpSpMkLst>
            <pc:docMk/>
            <pc:sldMk cId="185491373" sldId="287"/>
            <ac:grpSpMk id="140" creationId="{0A518480-F1CF-768E-EF85-71CEFACFA081}"/>
          </ac:grpSpMkLst>
        </pc:grpChg>
        <pc:grpChg chg="add del mod topLvl">
          <ac:chgData name="Arkar Than Win" userId="3c8250a4-c36e-434c-9640-1ec1d94cea55" providerId="ADAL" clId="{0ACE9946-0938-4C15-91F3-DF5E7C93A5A9}" dt="2024-05-21T02:49:10.823" v="6005" actId="165"/>
          <ac:grpSpMkLst>
            <pc:docMk/>
            <pc:sldMk cId="185491373" sldId="287"/>
            <ac:grpSpMk id="145" creationId="{1FE982F1-2CEB-1585-7CD8-8B0333A79811}"/>
          </ac:grpSpMkLst>
        </pc:grpChg>
        <pc:grpChg chg="add del mod topLvl">
          <ac:chgData name="Arkar Than Win" userId="3c8250a4-c36e-434c-9640-1ec1d94cea55" providerId="ADAL" clId="{0ACE9946-0938-4C15-91F3-DF5E7C93A5A9}" dt="2024-05-21T02:48:51.072" v="5984" actId="165"/>
          <ac:grpSpMkLst>
            <pc:docMk/>
            <pc:sldMk cId="185491373" sldId="287"/>
            <ac:grpSpMk id="146" creationId="{4A577719-D62F-A3D7-E790-CA3786B0DFBF}"/>
          </ac:grpSpMkLst>
        </pc:grpChg>
        <pc:grpChg chg="add del mod">
          <ac:chgData name="Arkar Than Win" userId="3c8250a4-c36e-434c-9640-1ec1d94cea55" providerId="ADAL" clId="{0ACE9946-0938-4C15-91F3-DF5E7C93A5A9}" dt="2024-05-21T02:48:43.493" v="5983" actId="165"/>
          <ac:grpSpMkLst>
            <pc:docMk/>
            <pc:sldMk cId="185491373" sldId="287"/>
            <ac:grpSpMk id="150" creationId="{69DA6B39-7DDD-7C3C-A686-2576E9A68934}"/>
          </ac:grpSpMkLst>
        </pc:grpChg>
        <pc:grpChg chg="add del mod">
          <ac:chgData name="Arkar Than Win" userId="3c8250a4-c36e-434c-9640-1ec1d94cea55" providerId="ADAL" clId="{0ACE9946-0938-4C15-91F3-DF5E7C93A5A9}" dt="2024-05-21T02:48:35.987" v="5981" actId="165"/>
          <ac:grpSpMkLst>
            <pc:docMk/>
            <pc:sldMk cId="185491373" sldId="287"/>
            <ac:grpSpMk id="151" creationId="{3BAD78E0-5361-4795-D8D0-3BF51F1CB12F}"/>
          </ac:grpSpMkLst>
        </pc:grpChg>
        <pc:grpChg chg="mod topLvl">
          <ac:chgData name="Arkar Than Win" userId="3c8250a4-c36e-434c-9640-1ec1d94cea55" providerId="ADAL" clId="{0ACE9946-0938-4C15-91F3-DF5E7C93A5A9}" dt="2024-05-21T03:22:43.944" v="6392" actId="165"/>
          <ac:grpSpMkLst>
            <pc:docMk/>
            <pc:sldMk cId="185491373" sldId="287"/>
            <ac:grpSpMk id="152" creationId="{B7615CD1-42E1-3EA6-546C-54EF6CDA798B}"/>
          </ac:grpSpMkLst>
        </pc:grpChg>
        <pc:grpChg chg="del mod topLvl">
          <ac:chgData name="Arkar Than Win" userId="3c8250a4-c36e-434c-9640-1ec1d94cea55" providerId="ADAL" clId="{0ACE9946-0938-4C15-91F3-DF5E7C93A5A9}" dt="2024-05-21T02:49:00.894" v="6003" actId="165"/>
          <ac:grpSpMkLst>
            <pc:docMk/>
            <pc:sldMk cId="185491373" sldId="287"/>
            <ac:grpSpMk id="153" creationId="{47C377AF-4283-D3F2-5EFC-DDA67711902D}"/>
          </ac:grpSpMkLst>
        </pc:grpChg>
        <pc:grpChg chg="mod topLvl">
          <ac:chgData name="Arkar Than Win" userId="3c8250a4-c36e-434c-9640-1ec1d94cea55" providerId="ADAL" clId="{0ACE9946-0938-4C15-91F3-DF5E7C93A5A9}" dt="2024-05-21T03:22:43.944" v="6392" actId="165"/>
          <ac:grpSpMkLst>
            <pc:docMk/>
            <pc:sldMk cId="185491373" sldId="287"/>
            <ac:grpSpMk id="154" creationId="{395B2698-C962-FAF4-9B01-3C4FF52E84E3}"/>
          </ac:grpSpMkLst>
        </pc:grpChg>
        <pc:grpChg chg="add mod topLvl">
          <ac:chgData name="Arkar Than Win" userId="3c8250a4-c36e-434c-9640-1ec1d94cea55" providerId="ADAL" clId="{0ACE9946-0938-4C15-91F3-DF5E7C93A5A9}" dt="2024-05-21T03:23:56.630" v="6405" actId="164"/>
          <ac:grpSpMkLst>
            <pc:docMk/>
            <pc:sldMk cId="185491373" sldId="287"/>
            <ac:grpSpMk id="168" creationId="{31FAC0A0-B58C-94F6-7F58-3317493D3E85}"/>
          </ac:grpSpMkLst>
        </pc:grpChg>
        <pc:grpChg chg="add mod topLvl">
          <ac:chgData name="Arkar Than Win" userId="3c8250a4-c36e-434c-9640-1ec1d94cea55" providerId="ADAL" clId="{0ACE9946-0938-4C15-91F3-DF5E7C93A5A9}" dt="2024-05-21T03:23:56.630" v="6405" actId="164"/>
          <ac:grpSpMkLst>
            <pc:docMk/>
            <pc:sldMk cId="185491373" sldId="287"/>
            <ac:grpSpMk id="169" creationId="{A983F35E-2E80-64C5-26E7-DBAA60B0E4DD}"/>
          </ac:grpSpMkLst>
        </pc:grpChg>
        <pc:grpChg chg="add del mod">
          <ac:chgData name="Arkar Than Win" userId="3c8250a4-c36e-434c-9640-1ec1d94cea55" providerId="ADAL" clId="{0ACE9946-0938-4C15-91F3-DF5E7C93A5A9}" dt="2024-05-21T03:22:43.944" v="6392" actId="165"/>
          <ac:grpSpMkLst>
            <pc:docMk/>
            <pc:sldMk cId="185491373" sldId="287"/>
            <ac:grpSpMk id="170" creationId="{66AA9828-6C7A-391F-6356-557688E77845}"/>
          </ac:grpSpMkLst>
        </pc:grpChg>
        <pc:grpChg chg="add del mod">
          <ac:chgData name="Arkar Than Win" userId="3c8250a4-c36e-434c-9640-1ec1d94cea55" providerId="ADAL" clId="{0ACE9946-0938-4C15-91F3-DF5E7C93A5A9}" dt="2024-05-21T03:20:54.390" v="6141" actId="165"/>
          <ac:grpSpMkLst>
            <pc:docMk/>
            <pc:sldMk cId="185491373" sldId="287"/>
            <ac:grpSpMk id="178" creationId="{733866FF-95D6-B847-2369-59681810C8B7}"/>
          </ac:grpSpMkLst>
        </pc:grpChg>
        <pc:grpChg chg="add mod topLvl">
          <ac:chgData name="Arkar Than Win" userId="3c8250a4-c36e-434c-9640-1ec1d94cea55" providerId="ADAL" clId="{0ACE9946-0938-4C15-91F3-DF5E7C93A5A9}" dt="2024-05-21T03:41:12.399" v="6470" actId="165"/>
          <ac:grpSpMkLst>
            <pc:docMk/>
            <pc:sldMk cId="185491373" sldId="287"/>
            <ac:grpSpMk id="179" creationId="{52EA1FDB-3080-5197-783B-E5CF591CF9A9}"/>
          </ac:grpSpMkLst>
        </pc:grpChg>
        <pc:grpChg chg="add mod">
          <ac:chgData name="Arkar Than Win" userId="3c8250a4-c36e-434c-9640-1ec1d94cea55" providerId="ADAL" clId="{0ACE9946-0938-4C15-91F3-DF5E7C93A5A9}" dt="2024-05-21T03:41:12.399" v="6470" actId="165"/>
          <ac:grpSpMkLst>
            <pc:docMk/>
            <pc:sldMk cId="185491373" sldId="287"/>
            <ac:grpSpMk id="184" creationId="{86988AE6-9B62-F446-941A-E8578DFA68C3}"/>
          </ac:grpSpMkLst>
        </pc:grpChg>
        <pc:grpChg chg="add mod">
          <ac:chgData name="Arkar Than Win" userId="3c8250a4-c36e-434c-9640-1ec1d94cea55" providerId="ADAL" clId="{0ACE9946-0938-4C15-91F3-DF5E7C93A5A9}" dt="2024-05-21T03:41:12.399" v="6470" actId="165"/>
          <ac:grpSpMkLst>
            <pc:docMk/>
            <pc:sldMk cId="185491373" sldId="287"/>
            <ac:grpSpMk id="185" creationId="{489E0DB5-CB7D-87BE-8A53-322F3D49AE89}"/>
          </ac:grpSpMkLst>
        </pc:grpChg>
        <pc:grpChg chg="add del mod">
          <ac:chgData name="Arkar Than Win" userId="3c8250a4-c36e-434c-9640-1ec1d94cea55" providerId="ADAL" clId="{0ACE9946-0938-4C15-91F3-DF5E7C93A5A9}" dt="2024-05-21T03:21:49.922" v="6255" actId="165"/>
          <ac:grpSpMkLst>
            <pc:docMk/>
            <pc:sldMk cId="185491373" sldId="287"/>
            <ac:grpSpMk id="186" creationId="{AA12420F-023F-0AD1-F890-F062D52C0960}"/>
          </ac:grpSpMkLst>
        </pc:grpChg>
        <pc:grpChg chg="add mod">
          <ac:chgData name="Arkar Than Win" userId="3c8250a4-c36e-434c-9640-1ec1d94cea55" providerId="ADAL" clId="{0ACE9946-0938-4C15-91F3-DF5E7C93A5A9}" dt="2024-05-21T03:22:16.387" v="6351" actId="164"/>
          <ac:grpSpMkLst>
            <pc:docMk/>
            <pc:sldMk cId="185491373" sldId="287"/>
            <ac:grpSpMk id="187" creationId="{0E0B272A-71BC-775E-F048-DB82F62AEF11}"/>
          </ac:grpSpMkLst>
        </pc:grpChg>
        <pc:grpChg chg="add mod topLvl">
          <ac:chgData name="Arkar Than Win" userId="3c8250a4-c36e-434c-9640-1ec1d94cea55" providerId="ADAL" clId="{0ACE9946-0938-4C15-91F3-DF5E7C93A5A9}" dt="2024-05-21T03:41:12.399" v="6470" actId="165"/>
          <ac:grpSpMkLst>
            <pc:docMk/>
            <pc:sldMk cId="185491373" sldId="287"/>
            <ac:grpSpMk id="188" creationId="{CB0DC294-D264-08BF-F37C-529965B9BA05}"/>
          </ac:grpSpMkLst>
        </pc:grpChg>
        <pc:grpChg chg="add mod topLvl">
          <ac:chgData name="Arkar Than Win" userId="3c8250a4-c36e-434c-9640-1ec1d94cea55" providerId="ADAL" clId="{0ACE9946-0938-4C15-91F3-DF5E7C93A5A9}" dt="2024-05-21T03:41:12.399" v="6470" actId="165"/>
          <ac:grpSpMkLst>
            <pc:docMk/>
            <pc:sldMk cId="185491373" sldId="287"/>
            <ac:grpSpMk id="189" creationId="{FA37F6E6-7DE2-3B84-B6CE-30AE055F3DFD}"/>
          </ac:grpSpMkLst>
        </pc:grpChg>
        <pc:grpChg chg="add mod">
          <ac:chgData name="Arkar Than Win" userId="3c8250a4-c36e-434c-9640-1ec1d94cea55" providerId="ADAL" clId="{0ACE9946-0938-4C15-91F3-DF5E7C93A5A9}" dt="2024-05-21T03:23:56.630" v="6405" actId="164"/>
          <ac:grpSpMkLst>
            <pc:docMk/>
            <pc:sldMk cId="185491373" sldId="287"/>
            <ac:grpSpMk id="190" creationId="{70E841CD-C22B-72AF-69E6-0E0600C7068C}"/>
          </ac:grpSpMkLst>
        </pc:grpChg>
        <pc:grpChg chg="add del mod">
          <ac:chgData name="Arkar Than Win" userId="3c8250a4-c36e-434c-9640-1ec1d94cea55" providerId="ADAL" clId="{0ACE9946-0938-4C15-91F3-DF5E7C93A5A9}" dt="2024-05-21T03:41:12.399" v="6470" actId="165"/>
          <ac:grpSpMkLst>
            <pc:docMk/>
            <pc:sldMk cId="185491373" sldId="287"/>
            <ac:grpSpMk id="191" creationId="{DF171F09-F4CB-9C22-E9E5-B7EB0AC403B4}"/>
          </ac:grpSpMkLst>
        </pc:grpChg>
        <pc:graphicFrameChg chg="mod">
          <ac:chgData name="Arkar Than Win" userId="3c8250a4-c36e-434c-9640-1ec1d94cea55" providerId="ADAL" clId="{0ACE9946-0938-4C15-91F3-DF5E7C93A5A9}" dt="2024-05-30T04:30:17.640" v="36254"/>
          <ac:graphicFrameMkLst>
            <pc:docMk/>
            <pc:sldMk cId="185491373" sldId="287"/>
            <ac:graphicFrameMk id="5" creationId="{1572CD57-E901-EE72-81D6-BF14E49665B9}"/>
          </ac:graphicFrameMkLst>
        </pc:graphicFrameChg>
        <pc:graphicFrameChg chg="mod">
          <ac:chgData name="Arkar Than Win" userId="3c8250a4-c36e-434c-9640-1ec1d94cea55" providerId="ADAL" clId="{0ACE9946-0938-4C15-91F3-DF5E7C93A5A9}" dt="2024-05-30T04:31:19.037" v="36272"/>
          <ac:graphicFrameMkLst>
            <pc:docMk/>
            <pc:sldMk cId="185491373" sldId="287"/>
            <ac:graphicFrameMk id="80" creationId="{973FBB81-531D-44B2-FD96-FE891F757848}"/>
          </ac:graphicFrameMkLst>
        </pc:graphicFrameChg>
        <pc:graphicFrameChg chg="mod">
          <ac:chgData name="Arkar Than Win" userId="3c8250a4-c36e-434c-9640-1ec1d94cea55" providerId="ADAL" clId="{0ACE9946-0938-4C15-91F3-DF5E7C93A5A9}" dt="2024-05-30T04:31:35.107" v="36278" actId="1076"/>
          <ac:graphicFrameMkLst>
            <pc:docMk/>
            <pc:sldMk cId="185491373" sldId="287"/>
            <ac:graphicFrameMk id="138" creationId="{96C92DC7-4C32-B273-69A1-4A5074275D28}"/>
          </ac:graphicFrameMkLst>
        </pc:graphicFrameChg>
        <pc:picChg chg="add mod">
          <ac:chgData name="Arkar Than Win" userId="3c8250a4-c36e-434c-9640-1ec1d94cea55" providerId="ADAL" clId="{0ACE9946-0938-4C15-91F3-DF5E7C93A5A9}" dt="2024-05-21T02:26:51.144" v="5670" actId="165"/>
          <ac:picMkLst>
            <pc:docMk/>
            <pc:sldMk cId="185491373" sldId="287"/>
            <ac:picMk id="6" creationId="{662CF9E0-FF23-DCC7-C725-4F96AF378900}"/>
          </ac:picMkLst>
        </pc:picChg>
        <pc:picChg chg="mod">
          <ac:chgData name="Arkar Than Win" userId="3c8250a4-c36e-434c-9640-1ec1d94cea55" providerId="ADAL" clId="{0ACE9946-0938-4C15-91F3-DF5E7C93A5A9}" dt="2024-05-31T02:14:15.973" v="37462" actId="1076"/>
          <ac:picMkLst>
            <pc:docMk/>
            <pc:sldMk cId="185491373" sldId="287"/>
            <ac:picMk id="7" creationId="{AB8E1F93-95AA-554B-4CC2-3199E19469B8}"/>
          </ac:picMkLst>
        </pc:picChg>
        <pc:picChg chg="add mod">
          <ac:chgData name="Arkar Than Win" userId="3c8250a4-c36e-434c-9640-1ec1d94cea55" providerId="ADAL" clId="{0ACE9946-0938-4C15-91F3-DF5E7C93A5A9}" dt="2024-05-21T02:26:51.144" v="5670" actId="165"/>
          <ac:picMkLst>
            <pc:docMk/>
            <pc:sldMk cId="185491373" sldId="287"/>
            <ac:picMk id="8" creationId="{5B406E95-92F5-4289-3C2A-216DCCC6E3EE}"/>
          </ac:picMkLst>
        </pc:picChg>
        <pc:picChg chg="add mod">
          <ac:chgData name="Arkar Than Win" userId="3c8250a4-c36e-434c-9640-1ec1d94cea55" providerId="ADAL" clId="{0ACE9946-0938-4C15-91F3-DF5E7C93A5A9}" dt="2024-05-21T02:26:51.144" v="5670" actId="165"/>
          <ac:picMkLst>
            <pc:docMk/>
            <pc:sldMk cId="185491373" sldId="287"/>
            <ac:picMk id="9" creationId="{9514B37F-19D7-2B2B-9A68-A38128FAE564}"/>
          </ac:picMkLst>
        </pc:picChg>
        <pc:picChg chg="add mod">
          <ac:chgData name="Arkar Than Win" userId="3c8250a4-c36e-434c-9640-1ec1d94cea55" providerId="ADAL" clId="{0ACE9946-0938-4C15-91F3-DF5E7C93A5A9}" dt="2024-05-21T02:26:51.144" v="5670" actId="165"/>
          <ac:picMkLst>
            <pc:docMk/>
            <pc:sldMk cId="185491373" sldId="287"/>
            <ac:picMk id="10" creationId="{E252FE75-604E-4589-F745-83BE3BEDBF1D}"/>
          </ac:picMkLst>
        </pc:picChg>
        <pc:picChg chg="add del mod">
          <ac:chgData name="Arkar Than Win" userId="3c8250a4-c36e-434c-9640-1ec1d94cea55" providerId="ADAL" clId="{0ACE9946-0938-4C15-91F3-DF5E7C93A5A9}" dt="2024-05-21T02:50:23.827" v="6014" actId="478"/>
          <ac:picMkLst>
            <pc:docMk/>
            <pc:sldMk cId="185491373" sldId="287"/>
            <ac:picMk id="60" creationId="{A18372B5-39E6-4C4F-285F-CBD8BBB81900}"/>
          </ac:picMkLst>
        </pc:picChg>
        <pc:picChg chg="add del mod">
          <ac:chgData name="Arkar Than Win" userId="3c8250a4-c36e-434c-9640-1ec1d94cea55" providerId="ADAL" clId="{0ACE9946-0938-4C15-91F3-DF5E7C93A5A9}" dt="2024-05-21T02:41:48.509" v="5818" actId="478"/>
          <ac:picMkLst>
            <pc:docMk/>
            <pc:sldMk cId="185491373" sldId="287"/>
            <ac:picMk id="62" creationId="{B0D2D132-C568-798E-7DE0-FF79334ECC61}"/>
          </ac:picMkLst>
        </pc:picChg>
        <pc:picChg chg="add del mod modCrop">
          <ac:chgData name="Arkar Than Win" userId="3c8250a4-c36e-434c-9640-1ec1d94cea55" providerId="ADAL" clId="{0ACE9946-0938-4C15-91F3-DF5E7C93A5A9}" dt="2024-05-21T03:37:47.245" v="6448" actId="21"/>
          <ac:picMkLst>
            <pc:docMk/>
            <pc:sldMk cId="185491373" sldId="287"/>
            <ac:picMk id="65" creationId="{EF4742B6-4F09-635F-3CC1-F8DE2C2F52CC}"/>
          </ac:picMkLst>
        </pc:picChg>
        <pc:picChg chg="add del mod modCrop">
          <ac:chgData name="Arkar Than Win" userId="3c8250a4-c36e-434c-9640-1ec1d94cea55" providerId="ADAL" clId="{0ACE9946-0938-4C15-91F3-DF5E7C93A5A9}" dt="2024-05-21T03:37:47.245" v="6448" actId="21"/>
          <ac:picMkLst>
            <pc:docMk/>
            <pc:sldMk cId="185491373" sldId="287"/>
            <ac:picMk id="67" creationId="{6C5548FD-14A4-40AE-BB71-BA01A6DE3E00}"/>
          </ac:picMkLst>
        </pc:picChg>
        <pc:picChg chg="add del mod">
          <ac:chgData name="Arkar Than Win" userId="3c8250a4-c36e-434c-9640-1ec1d94cea55" providerId="ADAL" clId="{0ACE9946-0938-4C15-91F3-DF5E7C93A5A9}" dt="2024-05-21T03:41:44.586" v="6474" actId="21"/>
          <ac:picMkLst>
            <pc:docMk/>
            <pc:sldMk cId="185491373" sldId="287"/>
            <ac:picMk id="68" creationId="{EF4742B6-4F09-635F-3CC1-F8DE2C2F52CC}"/>
          </ac:picMkLst>
        </pc:picChg>
        <pc:picChg chg="add del mod">
          <ac:chgData name="Arkar Than Win" userId="3c8250a4-c36e-434c-9640-1ec1d94cea55" providerId="ADAL" clId="{0ACE9946-0938-4C15-91F3-DF5E7C93A5A9}" dt="2024-05-21T03:41:44.586" v="6474" actId="21"/>
          <ac:picMkLst>
            <pc:docMk/>
            <pc:sldMk cId="185491373" sldId="287"/>
            <ac:picMk id="69" creationId="{6C5548FD-14A4-40AE-BB71-BA01A6DE3E00}"/>
          </ac:picMkLst>
        </pc:picChg>
        <pc:picChg chg="mod">
          <ac:chgData name="Arkar Than Win" userId="3c8250a4-c36e-434c-9640-1ec1d94cea55" providerId="ADAL" clId="{0ACE9946-0938-4C15-91F3-DF5E7C93A5A9}" dt="2024-05-30T04:30:17.640" v="36254"/>
          <ac:picMkLst>
            <pc:docMk/>
            <pc:sldMk cId="185491373" sldId="287"/>
            <ac:picMk id="71" creationId="{5DCBE4CE-FD31-3298-3EF3-9F6D3FBAC742}"/>
          </ac:picMkLst>
        </pc:picChg>
        <pc:picChg chg="add del mod">
          <ac:chgData name="Arkar Than Win" userId="3c8250a4-c36e-434c-9640-1ec1d94cea55" providerId="ADAL" clId="{0ACE9946-0938-4C15-91F3-DF5E7C93A5A9}" dt="2024-05-21T03:49:58.086" v="6511" actId="478"/>
          <ac:picMkLst>
            <pc:docMk/>
            <pc:sldMk cId="185491373" sldId="287"/>
            <ac:picMk id="71" creationId="{FAE93EF0-DDA2-6368-8C55-1C3E85373EA0}"/>
          </ac:picMkLst>
        </pc:picChg>
        <pc:picChg chg="mod">
          <ac:chgData name="Arkar Than Win" userId="3c8250a4-c36e-434c-9640-1ec1d94cea55" providerId="ADAL" clId="{0ACE9946-0938-4C15-91F3-DF5E7C93A5A9}" dt="2024-05-30T04:30:17.640" v="36254"/>
          <ac:picMkLst>
            <pc:docMk/>
            <pc:sldMk cId="185491373" sldId="287"/>
            <ac:picMk id="72" creationId="{A3926CF5-20A4-5770-157A-6C2663CFF537}"/>
          </ac:picMkLst>
        </pc:picChg>
        <pc:picChg chg="mod">
          <ac:chgData name="Arkar Than Win" userId="3c8250a4-c36e-434c-9640-1ec1d94cea55" providerId="ADAL" clId="{0ACE9946-0938-4C15-91F3-DF5E7C93A5A9}" dt="2024-05-30T04:30:17.640" v="36254"/>
          <ac:picMkLst>
            <pc:docMk/>
            <pc:sldMk cId="185491373" sldId="287"/>
            <ac:picMk id="73" creationId="{8E73975C-ECBA-3019-9A4C-1814887D0A12}"/>
          </ac:picMkLst>
        </pc:picChg>
        <pc:picChg chg="add del mod">
          <ac:chgData name="Arkar Than Win" userId="3c8250a4-c36e-434c-9640-1ec1d94cea55" providerId="ADAL" clId="{0ACE9946-0938-4C15-91F3-DF5E7C93A5A9}" dt="2024-05-21T03:50:06.997" v="6518" actId="21"/>
          <ac:picMkLst>
            <pc:docMk/>
            <pc:sldMk cId="185491373" sldId="287"/>
            <ac:picMk id="73" creationId="{BC1B6B40-717E-CDAB-9BD8-D1A08FD0800D}"/>
          </ac:picMkLst>
        </pc:picChg>
        <pc:picChg chg="mod">
          <ac:chgData name="Arkar Than Win" userId="3c8250a4-c36e-434c-9640-1ec1d94cea55" providerId="ADAL" clId="{0ACE9946-0938-4C15-91F3-DF5E7C93A5A9}" dt="2024-05-30T04:30:17.640" v="36254"/>
          <ac:picMkLst>
            <pc:docMk/>
            <pc:sldMk cId="185491373" sldId="287"/>
            <ac:picMk id="74" creationId="{7263E042-A677-98B2-D868-64DB819A64AA}"/>
          </ac:picMkLst>
        </pc:picChg>
        <pc:picChg chg="add mod">
          <ac:chgData name="Arkar Than Win" userId="3c8250a4-c36e-434c-9640-1ec1d94cea55" providerId="ADAL" clId="{0ACE9946-0938-4C15-91F3-DF5E7C93A5A9}" dt="2024-05-21T04:37:11.628" v="7123" actId="1076"/>
          <ac:picMkLst>
            <pc:docMk/>
            <pc:sldMk cId="185491373" sldId="287"/>
            <ac:picMk id="74" creationId="{7FDF2838-B123-4753-A1E1-B9572AB13E48}"/>
          </ac:picMkLst>
        </pc:picChg>
        <pc:picChg chg="mod">
          <ac:chgData name="Arkar Than Win" userId="3c8250a4-c36e-434c-9640-1ec1d94cea55" providerId="ADAL" clId="{0ACE9946-0938-4C15-91F3-DF5E7C93A5A9}" dt="2024-05-30T04:30:17.640" v="36254"/>
          <ac:picMkLst>
            <pc:docMk/>
            <pc:sldMk cId="185491373" sldId="287"/>
            <ac:picMk id="75" creationId="{C80F8ADC-3D18-3A10-6FB9-4B80BAFC7633}"/>
          </ac:picMkLst>
        </pc:picChg>
        <pc:picChg chg="mod">
          <ac:chgData name="Arkar Than Win" userId="3c8250a4-c36e-434c-9640-1ec1d94cea55" providerId="ADAL" clId="{0ACE9946-0938-4C15-91F3-DF5E7C93A5A9}" dt="2024-05-21T04:37:09.515" v="7122"/>
          <ac:picMkLst>
            <pc:docMk/>
            <pc:sldMk cId="185491373" sldId="287"/>
            <ac:picMk id="76" creationId="{680E378E-2C77-DB12-3AD1-842F0770B27A}"/>
          </ac:picMkLst>
        </pc:picChg>
        <pc:picChg chg="mod">
          <ac:chgData name="Arkar Than Win" userId="3c8250a4-c36e-434c-9640-1ec1d94cea55" providerId="ADAL" clId="{0ACE9946-0938-4C15-91F3-DF5E7C93A5A9}" dt="2024-05-30T04:30:17.640" v="36254"/>
          <ac:picMkLst>
            <pc:docMk/>
            <pc:sldMk cId="185491373" sldId="287"/>
            <ac:picMk id="76" creationId="{694A6CEB-C7F6-6DDE-E187-AB2D6872B46D}"/>
          </ac:picMkLst>
        </pc:picChg>
        <pc:picChg chg="mod">
          <ac:chgData name="Arkar Than Win" userId="3c8250a4-c36e-434c-9640-1ec1d94cea55" providerId="ADAL" clId="{0ACE9946-0938-4C15-91F3-DF5E7C93A5A9}" dt="2024-05-30T04:30:17.640" v="36254"/>
          <ac:picMkLst>
            <pc:docMk/>
            <pc:sldMk cId="185491373" sldId="287"/>
            <ac:picMk id="77" creationId="{58A9018B-45B9-BC84-7F90-9B0686F1097C}"/>
          </ac:picMkLst>
        </pc:picChg>
        <pc:picChg chg="mod">
          <ac:chgData name="Arkar Than Win" userId="3c8250a4-c36e-434c-9640-1ec1d94cea55" providerId="ADAL" clId="{0ACE9946-0938-4C15-91F3-DF5E7C93A5A9}" dt="2024-05-21T04:37:09.515" v="7122"/>
          <ac:picMkLst>
            <pc:docMk/>
            <pc:sldMk cId="185491373" sldId="287"/>
            <ac:picMk id="77" creationId="{B2C8C640-46ED-0D4E-869B-E1FBCF306A8A}"/>
          </ac:picMkLst>
        </pc:picChg>
        <pc:picChg chg="mod">
          <ac:chgData name="Arkar Than Win" userId="3c8250a4-c36e-434c-9640-1ec1d94cea55" providerId="ADAL" clId="{0ACE9946-0938-4C15-91F3-DF5E7C93A5A9}" dt="2024-05-21T04:37:09.515" v="7122"/>
          <ac:picMkLst>
            <pc:docMk/>
            <pc:sldMk cId="185491373" sldId="287"/>
            <ac:picMk id="78" creationId="{2BBD8DE5-E231-F675-BC10-E7A6C22636AD}"/>
          </ac:picMkLst>
        </pc:picChg>
        <pc:picChg chg="mod">
          <ac:chgData name="Arkar Than Win" userId="3c8250a4-c36e-434c-9640-1ec1d94cea55" providerId="ADAL" clId="{0ACE9946-0938-4C15-91F3-DF5E7C93A5A9}" dt="2024-05-30T04:30:17.640" v="36254"/>
          <ac:picMkLst>
            <pc:docMk/>
            <pc:sldMk cId="185491373" sldId="287"/>
            <ac:picMk id="78" creationId="{915CD2A1-5464-1FB8-5DC4-6F5F01F62D16}"/>
          </ac:picMkLst>
        </pc:picChg>
        <pc:picChg chg="mod">
          <ac:chgData name="Arkar Than Win" userId="3c8250a4-c36e-434c-9640-1ec1d94cea55" providerId="ADAL" clId="{0ACE9946-0938-4C15-91F3-DF5E7C93A5A9}" dt="2024-05-21T04:37:09.515" v="7122"/>
          <ac:picMkLst>
            <pc:docMk/>
            <pc:sldMk cId="185491373" sldId="287"/>
            <ac:picMk id="79" creationId="{CF3057E9-2D0B-A4A1-DCB3-AF17842B50E7}"/>
          </ac:picMkLst>
        </pc:picChg>
        <pc:picChg chg="mod">
          <ac:chgData name="Arkar Than Win" userId="3c8250a4-c36e-434c-9640-1ec1d94cea55" providerId="ADAL" clId="{0ACE9946-0938-4C15-91F3-DF5E7C93A5A9}" dt="2024-05-30T04:31:19.037" v="36272"/>
          <ac:picMkLst>
            <pc:docMk/>
            <pc:sldMk cId="185491373" sldId="287"/>
            <ac:picMk id="82" creationId="{D365C6F3-6E79-C9C8-FE91-2BB8ED5BB088}"/>
          </ac:picMkLst>
        </pc:picChg>
        <pc:picChg chg="mod">
          <ac:chgData name="Arkar Than Win" userId="3c8250a4-c36e-434c-9640-1ec1d94cea55" providerId="ADAL" clId="{0ACE9946-0938-4C15-91F3-DF5E7C93A5A9}" dt="2024-05-21T04:37:09.515" v="7122"/>
          <ac:picMkLst>
            <pc:docMk/>
            <pc:sldMk cId="185491373" sldId="287"/>
            <ac:picMk id="82" creationId="{E0CE0407-A1F1-0624-6D65-F268DFC4239D}"/>
          </ac:picMkLst>
        </pc:picChg>
        <pc:picChg chg="mod">
          <ac:chgData name="Arkar Than Win" userId="3c8250a4-c36e-434c-9640-1ec1d94cea55" providerId="ADAL" clId="{0ACE9946-0938-4C15-91F3-DF5E7C93A5A9}" dt="2024-05-21T04:37:09.515" v="7122"/>
          <ac:picMkLst>
            <pc:docMk/>
            <pc:sldMk cId="185491373" sldId="287"/>
            <ac:picMk id="83" creationId="{68783A3B-7385-7140-5DEC-4A00707B525D}"/>
          </ac:picMkLst>
        </pc:picChg>
        <pc:picChg chg="mod">
          <ac:chgData name="Arkar Than Win" userId="3c8250a4-c36e-434c-9640-1ec1d94cea55" providerId="ADAL" clId="{0ACE9946-0938-4C15-91F3-DF5E7C93A5A9}" dt="2024-05-30T04:31:19.037" v="36272"/>
          <ac:picMkLst>
            <pc:docMk/>
            <pc:sldMk cId="185491373" sldId="287"/>
            <ac:picMk id="83" creationId="{C4299302-C97A-E2FA-F1C0-32F5B61AC4DB}"/>
          </ac:picMkLst>
        </pc:picChg>
        <pc:picChg chg="mod">
          <ac:chgData name="Arkar Than Win" userId="3c8250a4-c36e-434c-9640-1ec1d94cea55" providerId="ADAL" clId="{0ACE9946-0938-4C15-91F3-DF5E7C93A5A9}" dt="2024-05-30T04:31:19.037" v="36272"/>
          <ac:picMkLst>
            <pc:docMk/>
            <pc:sldMk cId="185491373" sldId="287"/>
            <ac:picMk id="84" creationId="{6629453C-8B81-76DF-B9AD-DCBA601752D9}"/>
          </ac:picMkLst>
        </pc:picChg>
        <pc:picChg chg="mod">
          <ac:chgData name="Arkar Than Win" userId="3c8250a4-c36e-434c-9640-1ec1d94cea55" providerId="ADAL" clId="{0ACE9946-0938-4C15-91F3-DF5E7C93A5A9}" dt="2024-05-21T04:37:09.515" v="7122"/>
          <ac:picMkLst>
            <pc:docMk/>
            <pc:sldMk cId="185491373" sldId="287"/>
            <ac:picMk id="84" creationId="{FBF012CB-3EC0-9148-BB25-4CB34C6D165D}"/>
          </ac:picMkLst>
        </pc:picChg>
        <pc:picChg chg="mod">
          <ac:chgData name="Arkar Than Win" userId="3c8250a4-c36e-434c-9640-1ec1d94cea55" providerId="ADAL" clId="{0ACE9946-0938-4C15-91F3-DF5E7C93A5A9}" dt="2024-05-30T04:31:19.037" v="36272"/>
          <ac:picMkLst>
            <pc:docMk/>
            <pc:sldMk cId="185491373" sldId="287"/>
            <ac:picMk id="85" creationId="{0C443B84-62EA-87E5-208A-83654446DFA9}"/>
          </ac:picMkLst>
        </pc:picChg>
        <pc:picChg chg="mod">
          <ac:chgData name="Arkar Than Win" userId="3c8250a4-c36e-434c-9640-1ec1d94cea55" providerId="ADAL" clId="{0ACE9946-0938-4C15-91F3-DF5E7C93A5A9}" dt="2024-05-30T04:31:19.037" v="36272"/>
          <ac:picMkLst>
            <pc:docMk/>
            <pc:sldMk cId="185491373" sldId="287"/>
            <ac:picMk id="86" creationId="{81A04332-03FB-59A1-E0EC-564CF3D7291A}"/>
          </ac:picMkLst>
        </pc:picChg>
        <pc:picChg chg="mod">
          <ac:chgData name="Arkar Than Win" userId="3c8250a4-c36e-434c-9640-1ec1d94cea55" providerId="ADAL" clId="{0ACE9946-0938-4C15-91F3-DF5E7C93A5A9}" dt="2024-05-30T04:31:19.037" v="36272"/>
          <ac:picMkLst>
            <pc:docMk/>
            <pc:sldMk cId="185491373" sldId="287"/>
            <ac:picMk id="88" creationId="{B29BE939-6D93-C89B-EA86-EAC71DB7CF0A}"/>
          </ac:picMkLst>
        </pc:picChg>
        <pc:picChg chg="mod">
          <ac:chgData name="Arkar Than Win" userId="3c8250a4-c36e-434c-9640-1ec1d94cea55" providerId="ADAL" clId="{0ACE9946-0938-4C15-91F3-DF5E7C93A5A9}" dt="2024-05-30T04:31:19.037" v="36272"/>
          <ac:picMkLst>
            <pc:docMk/>
            <pc:sldMk cId="185491373" sldId="287"/>
            <ac:picMk id="90" creationId="{06BA1343-C131-8741-1FD8-0DE6264605A4}"/>
          </ac:picMkLst>
        </pc:picChg>
        <pc:picChg chg="mod">
          <ac:chgData name="Arkar Than Win" userId="3c8250a4-c36e-434c-9640-1ec1d94cea55" providerId="ADAL" clId="{0ACE9946-0938-4C15-91F3-DF5E7C93A5A9}" dt="2024-05-30T04:31:19.037" v="36272"/>
          <ac:picMkLst>
            <pc:docMk/>
            <pc:sldMk cId="185491373" sldId="287"/>
            <ac:picMk id="92" creationId="{5A13A58B-2C2B-6341-CF5A-79BD0739F140}"/>
          </ac:picMkLst>
        </pc:picChg>
        <pc:picChg chg="mod">
          <ac:chgData name="Arkar Than Win" userId="3c8250a4-c36e-434c-9640-1ec1d94cea55" providerId="ADAL" clId="{0ACE9946-0938-4C15-91F3-DF5E7C93A5A9}" dt="2024-05-30T04:31:19.037" v="36272"/>
          <ac:picMkLst>
            <pc:docMk/>
            <pc:sldMk cId="185491373" sldId="287"/>
            <ac:picMk id="94" creationId="{B7E2433B-A147-98E6-CF48-2693EB98E0D9}"/>
          </ac:picMkLst>
        </pc:picChg>
        <pc:picChg chg="mod">
          <ac:chgData name="Arkar Than Win" userId="3c8250a4-c36e-434c-9640-1ec1d94cea55" providerId="ADAL" clId="{0ACE9946-0938-4C15-91F3-DF5E7C93A5A9}" dt="2024-05-21T03:41:12.399" v="6470" actId="165"/>
          <ac:picMkLst>
            <pc:docMk/>
            <pc:sldMk cId="185491373" sldId="287"/>
            <ac:picMk id="120" creationId="{8783A191-5375-6792-D13E-65875E218895}"/>
          </ac:picMkLst>
        </pc:picChg>
        <pc:picChg chg="mod topLvl">
          <ac:chgData name="Arkar Than Win" userId="3c8250a4-c36e-434c-9640-1ec1d94cea55" providerId="ADAL" clId="{0ACE9946-0938-4C15-91F3-DF5E7C93A5A9}" dt="2024-05-21T03:41:12.399" v="6470" actId="165"/>
          <ac:picMkLst>
            <pc:docMk/>
            <pc:sldMk cId="185491373" sldId="287"/>
            <ac:picMk id="121" creationId="{F8D16185-69F7-3423-5424-06AF5BC4D942}"/>
          </ac:picMkLst>
        </pc:picChg>
        <pc:picChg chg="mod">
          <ac:chgData name="Arkar Than Win" userId="3c8250a4-c36e-434c-9640-1ec1d94cea55" providerId="ADAL" clId="{0ACE9946-0938-4C15-91F3-DF5E7C93A5A9}" dt="2024-05-21T03:41:12.399" v="6470" actId="165"/>
          <ac:picMkLst>
            <pc:docMk/>
            <pc:sldMk cId="185491373" sldId="287"/>
            <ac:picMk id="123" creationId="{ABDD8F2E-E266-CD5D-F2E5-7EFC24E4A9F2}"/>
          </ac:picMkLst>
        </pc:picChg>
        <pc:picChg chg="add del mod">
          <ac:chgData name="Arkar Than Win" userId="3c8250a4-c36e-434c-9640-1ec1d94cea55" providerId="ADAL" clId="{0ACE9946-0938-4C15-91F3-DF5E7C93A5A9}" dt="2024-05-21T03:48:43.684" v="6506" actId="478"/>
          <ac:picMkLst>
            <pc:docMk/>
            <pc:sldMk cId="185491373" sldId="287"/>
            <ac:picMk id="128" creationId="{DD6A3634-58FF-BB92-660D-8DCF6F04BEFC}"/>
          </ac:picMkLst>
        </pc:picChg>
        <pc:picChg chg="mod">
          <ac:chgData name="Arkar Than Win" userId="3c8250a4-c36e-434c-9640-1ec1d94cea55" providerId="ADAL" clId="{0ACE9946-0938-4C15-91F3-DF5E7C93A5A9}" dt="2024-05-30T04:31:19.037" v="36272"/>
          <ac:picMkLst>
            <pc:docMk/>
            <pc:sldMk cId="185491373" sldId="287"/>
            <ac:picMk id="130" creationId="{2F6FE6B3-590E-945F-9765-FDA5515CA271}"/>
          </ac:picMkLst>
        </pc:picChg>
        <pc:picChg chg="add mod topLvl modCrop">
          <ac:chgData name="Arkar Than Win" userId="3c8250a4-c36e-434c-9640-1ec1d94cea55" providerId="ADAL" clId="{0ACE9946-0938-4C15-91F3-DF5E7C93A5A9}" dt="2024-05-21T03:22:43.944" v="6392" actId="165"/>
          <ac:picMkLst>
            <pc:docMk/>
            <pc:sldMk cId="185491373" sldId="287"/>
            <ac:picMk id="131" creationId="{00FA4E39-DD8D-5D76-50B7-9755CBE5FC0D}"/>
          </ac:picMkLst>
        </pc:picChg>
        <pc:picChg chg="mod">
          <ac:chgData name="Arkar Than Win" userId="3c8250a4-c36e-434c-9640-1ec1d94cea55" providerId="ADAL" clId="{0ACE9946-0938-4C15-91F3-DF5E7C93A5A9}" dt="2024-05-30T04:31:19.037" v="36272"/>
          <ac:picMkLst>
            <pc:docMk/>
            <pc:sldMk cId="185491373" sldId="287"/>
            <ac:picMk id="132" creationId="{059EA11A-D5C9-279C-692F-99F2243956E5}"/>
          </ac:picMkLst>
        </pc:picChg>
        <pc:picChg chg="mod">
          <ac:chgData name="Arkar Than Win" userId="3c8250a4-c36e-434c-9640-1ec1d94cea55" providerId="ADAL" clId="{0ACE9946-0938-4C15-91F3-DF5E7C93A5A9}" dt="2024-05-30T04:31:19.037" v="36272"/>
          <ac:picMkLst>
            <pc:docMk/>
            <pc:sldMk cId="185491373" sldId="287"/>
            <ac:picMk id="136" creationId="{715F3BC7-671A-CC34-CAF3-5D4D2C7467E6}"/>
          </ac:picMkLst>
        </pc:picChg>
        <pc:picChg chg="mod">
          <ac:chgData name="Arkar Than Win" userId="3c8250a4-c36e-434c-9640-1ec1d94cea55" providerId="ADAL" clId="{0ACE9946-0938-4C15-91F3-DF5E7C93A5A9}" dt="2024-05-30T04:31:19.037" v="36272"/>
          <ac:picMkLst>
            <pc:docMk/>
            <pc:sldMk cId="185491373" sldId="287"/>
            <ac:picMk id="141" creationId="{E01469F5-0129-40B2-D2B6-BE5AB6861CE5}"/>
          </ac:picMkLst>
        </pc:picChg>
        <pc:picChg chg="add mod">
          <ac:chgData name="Arkar Than Win" userId="3c8250a4-c36e-434c-9640-1ec1d94cea55" providerId="ADAL" clId="{0ACE9946-0938-4C15-91F3-DF5E7C93A5A9}" dt="2024-05-21T02:50:22.652" v="6013" actId="1076"/>
          <ac:picMkLst>
            <pc:docMk/>
            <pc:sldMk cId="185491373" sldId="287"/>
            <ac:picMk id="142" creationId="{5321E792-FAEE-C2CA-91F9-028D36524F12}"/>
          </ac:picMkLst>
        </pc:picChg>
        <pc:picChg chg="mod">
          <ac:chgData name="Arkar Than Win" userId="3c8250a4-c36e-434c-9640-1ec1d94cea55" providerId="ADAL" clId="{0ACE9946-0938-4C15-91F3-DF5E7C93A5A9}" dt="2024-05-30T04:31:19.037" v="36272"/>
          <ac:picMkLst>
            <pc:docMk/>
            <pc:sldMk cId="185491373" sldId="287"/>
            <ac:picMk id="142" creationId="{DABE78A6-D6FB-5801-40E8-5A8ECF81ED3F}"/>
          </ac:picMkLst>
        </pc:picChg>
        <pc:picChg chg="add mod topLvl modCrop">
          <ac:chgData name="Arkar Than Win" userId="3c8250a4-c36e-434c-9640-1ec1d94cea55" providerId="ADAL" clId="{0ACE9946-0938-4C15-91F3-DF5E7C93A5A9}" dt="2024-05-21T03:22:43.944" v="6392" actId="165"/>
          <ac:picMkLst>
            <pc:docMk/>
            <pc:sldMk cId="185491373" sldId="287"/>
            <ac:picMk id="143" creationId="{726CCABA-908A-3524-6DED-11B371B24169}"/>
          </ac:picMkLst>
        </pc:picChg>
        <pc:picChg chg="add mod topLvl modCrop">
          <ac:chgData name="Arkar Than Win" userId="3c8250a4-c36e-434c-9640-1ec1d94cea55" providerId="ADAL" clId="{0ACE9946-0938-4C15-91F3-DF5E7C93A5A9}" dt="2024-05-21T03:22:43.944" v="6392" actId="165"/>
          <ac:picMkLst>
            <pc:docMk/>
            <pc:sldMk cId="185491373" sldId="287"/>
            <ac:picMk id="144" creationId="{00B7BC60-6C8D-BB1C-02BB-7BAC0597AB7D}"/>
          </ac:picMkLst>
        </pc:picChg>
        <pc:picChg chg="mod">
          <ac:chgData name="Arkar Than Win" userId="3c8250a4-c36e-434c-9640-1ec1d94cea55" providerId="ADAL" clId="{0ACE9946-0938-4C15-91F3-DF5E7C93A5A9}" dt="2024-05-30T04:31:19.037" v="36272"/>
          <ac:picMkLst>
            <pc:docMk/>
            <pc:sldMk cId="185491373" sldId="287"/>
            <ac:picMk id="145" creationId="{EFA65721-1D2C-C2D8-C4E3-438E9E9C7F1F}"/>
          </ac:picMkLst>
        </pc:picChg>
        <pc:picChg chg="mod">
          <ac:chgData name="Arkar Than Win" userId="3c8250a4-c36e-434c-9640-1ec1d94cea55" providerId="ADAL" clId="{0ACE9946-0938-4C15-91F3-DF5E7C93A5A9}" dt="2024-05-30T04:31:19.037" v="36272"/>
          <ac:picMkLst>
            <pc:docMk/>
            <pc:sldMk cId="185491373" sldId="287"/>
            <ac:picMk id="146" creationId="{64A1B3B5-57C7-EF61-FA1E-959F00355BCC}"/>
          </ac:picMkLst>
        </pc:picChg>
        <pc:picChg chg="mod topLvl">
          <ac:chgData name="Arkar Than Win" userId="3c8250a4-c36e-434c-9640-1ec1d94cea55" providerId="ADAL" clId="{0ACE9946-0938-4C15-91F3-DF5E7C93A5A9}" dt="2024-05-21T03:22:43.944" v="6392" actId="165"/>
          <ac:picMkLst>
            <pc:docMk/>
            <pc:sldMk cId="185491373" sldId="287"/>
            <ac:picMk id="147" creationId="{C193380F-3256-0067-EE80-5772400464AC}"/>
          </ac:picMkLst>
        </pc:picChg>
        <pc:picChg chg="mod topLvl">
          <ac:chgData name="Arkar Than Win" userId="3c8250a4-c36e-434c-9640-1ec1d94cea55" providerId="ADAL" clId="{0ACE9946-0938-4C15-91F3-DF5E7C93A5A9}" dt="2024-05-21T03:22:43.944" v="6392" actId="165"/>
          <ac:picMkLst>
            <pc:docMk/>
            <pc:sldMk cId="185491373" sldId="287"/>
            <ac:picMk id="148" creationId="{81F8AD0B-190C-7F52-B828-E60B045BDCBC}"/>
          </ac:picMkLst>
        </pc:picChg>
        <pc:picChg chg="mod topLvl">
          <ac:chgData name="Arkar Than Win" userId="3c8250a4-c36e-434c-9640-1ec1d94cea55" providerId="ADAL" clId="{0ACE9946-0938-4C15-91F3-DF5E7C93A5A9}" dt="2024-05-21T03:22:43.944" v="6392" actId="165"/>
          <ac:picMkLst>
            <pc:docMk/>
            <pc:sldMk cId="185491373" sldId="287"/>
            <ac:picMk id="149" creationId="{5EA6BB2B-CBD1-7588-E693-FB3B6D9AC8F6}"/>
          </ac:picMkLst>
        </pc:picChg>
        <pc:picChg chg="mod">
          <ac:chgData name="Arkar Than Win" userId="3c8250a4-c36e-434c-9640-1ec1d94cea55" providerId="ADAL" clId="{0ACE9946-0938-4C15-91F3-DF5E7C93A5A9}" dt="2024-05-21T03:22:43.944" v="6392" actId="165"/>
          <ac:picMkLst>
            <pc:docMk/>
            <pc:sldMk cId="185491373" sldId="287"/>
            <ac:picMk id="155" creationId="{0063D086-7673-17A3-16BA-3EBC4F95BE94}"/>
          </ac:picMkLst>
        </pc:picChg>
        <pc:picChg chg="del mod">
          <ac:chgData name="Arkar Than Win" userId="3c8250a4-c36e-434c-9640-1ec1d94cea55" providerId="ADAL" clId="{0ACE9946-0938-4C15-91F3-DF5E7C93A5A9}" dt="2024-05-21T02:47:53.357" v="5953" actId="478"/>
          <ac:picMkLst>
            <pc:docMk/>
            <pc:sldMk cId="185491373" sldId="287"/>
            <ac:picMk id="156" creationId="{7F95805B-8F6F-312F-8FE5-8E295ADA6F78}"/>
          </ac:picMkLst>
        </pc:picChg>
        <pc:picChg chg="mod modCrop">
          <ac:chgData name="Arkar Than Win" userId="3c8250a4-c36e-434c-9640-1ec1d94cea55" providerId="ADAL" clId="{0ACE9946-0938-4C15-91F3-DF5E7C93A5A9}" dt="2024-05-21T03:22:43.944" v="6392" actId="165"/>
          <ac:picMkLst>
            <pc:docMk/>
            <pc:sldMk cId="185491373" sldId="287"/>
            <ac:picMk id="157" creationId="{AD4DDDD4-DA22-331A-575F-B8368AE6B11B}"/>
          </ac:picMkLst>
        </pc:picChg>
        <pc:picChg chg="mod topLvl modCrop">
          <ac:chgData name="Arkar Than Win" userId="3c8250a4-c36e-434c-9640-1ec1d94cea55" providerId="ADAL" clId="{0ACE9946-0938-4C15-91F3-DF5E7C93A5A9}" dt="2024-05-21T03:22:43.944" v="6392" actId="165"/>
          <ac:picMkLst>
            <pc:docMk/>
            <pc:sldMk cId="185491373" sldId="287"/>
            <ac:picMk id="158" creationId="{8C8CD464-17B6-2DE9-B1BB-79F00E8A0FBD}"/>
          </ac:picMkLst>
        </pc:picChg>
        <pc:picChg chg="del mod">
          <ac:chgData name="Arkar Than Win" userId="3c8250a4-c36e-434c-9640-1ec1d94cea55" providerId="ADAL" clId="{0ACE9946-0938-4C15-91F3-DF5E7C93A5A9}" dt="2024-05-21T02:47:51.343" v="5952" actId="478"/>
          <ac:picMkLst>
            <pc:docMk/>
            <pc:sldMk cId="185491373" sldId="287"/>
            <ac:picMk id="159" creationId="{E1D59068-1B30-09C3-F62D-CDB90558ABEF}"/>
          </ac:picMkLst>
        </pc:picChg>
        <pc:picChg chg="mod topLvl">
          <ac:chgData name="Arkar Than Win" userId="3c8250a4-c36e-434c-9640-1ec1d94cea55" providerId="ADAL" clId="{0ACE9946-0938-4C15-91F3-DF5E7C93A5A9}" dt="2024-05-21T03:22:43.944" v="6392" actId="165"/>
          <ac:picMkLst>
            <pc:docMk/>
            <pc:sldMk cId="185491373" sldId="287"/>
            <ac:picMk id="160" creationId="{9F04216A-3EC9-D1C5-BA4F-D279D0583C78}"/>
          </ac:picMkLst>
        </pc:picChg>
        <pc:picChg chg="add mod">
          <ac:chgData name="Arkar Than Win" userId="3c8250a4-c36e-434c-9640-1ec1d94cea55" providerId="ADAL" clId="{0ACE9946-0938-4C15-91F3-DF5E7C93A5A9}" dt="2024-05-21T03:41:01.432" v="6468" actId="1076"/>
          <ac:picMkLst>
            <pc:docMk/>
            <pc:sldMk cId="185491373" sldId="287"/>
            <ac:picMk id="172" creationId="{539B4ABE-ACA0-2A97-CFC8-2899787F5077}"/>
          </ac:picMkLst>
        </pc:picChg>
        <pc:picChg chg="add del mod">
          <ac:chgData name="Arkar Than Win" userId="3c8250a4-c36e-434c-9640-1ec1d94cea55" providerId="ADAL" clId="{0ACE9946-0938-4C15-91F3-DF5E7C93A5A9}" dt="2024-05-21T03:19:22.738" v="6109" actId="478"/>
          <ac:picMkLst>
            <pc:docMk/>
            <pc:sldMk cId="185491373" sldId="287"/>
            <ac:picMk id="173" creationId="{E4A9CEFC-66F3-DB04-16D5-824D4F36DD6B}"/>
          </ac:picMkLst>
        </pc:picChg>
        <pc:picChg chg="add del mod modCrop">
          <ac:chgData name="Arkar Than Win" userId="3c8250a4-c36e-434c-9640-1ec1d94cea55" providerId="ADAL" clId="{0ACE9946-0938-4C15-91F3-DF5E7C93A5A9}" dt="2024-05-21T03:19:34.529" v="6114" actId="478"/>
          <ac:picMkLst>
            <pc:docMk/>
            <pc:sldMk cId="185491373" sldId="287"/>
            <ac:picMk id="174" creationId="{0F483C1F-9584-6838-C4C9-EFDEF6315788}"/>
          </ac:picMkLst>
        </pc:picChg>
        <pc:picChg chg="add del mod">
          <ac:chgData name="Arkar Than Win" userId="3c8250a4-c36e-434c-9640-1ec1d94cea55" providerId="ADAL" clId="{0ACE9946-0938-4C15-91F3-DF5E7C93A5A9}" dt="2024-05-21T03:19:33.297" v="6113" actId="478"/>
          <ac:picMkLst>
            <pc:docMk/>
            <pc:sldMk cId="185491373" sldId="287"/>
            <ac:picMk id="175" creationId="{FF2DA074-D907-6BA0-4BD1-A6C8A4A9E176}"/>
          </ac:picMkLst>
        </pc:picChg>
        <pc:picChg chg="add mod topLvl">
          <ac:chgData name="Arkar Than Win" userId="3c8250a4-c36e-434c-9640-1ec1d94cea55" providerId="ADAL" clId="{0ACE9946-0938-4C15-91F3-DF5E7C93A5A9}" dt="2024-05-21T03:41:12.399" v="6470" actId="165"/>
          <ac:picMkLst>
            <pc:docMk/>
            <pc:sldMk cId="185491373" sldId="287"/>
            <ac:picMk id="177" creationId="{5B1FFD87-E7AC-5599-B330-0D2C7EBC74D1}"/>
          </ac:picMkLst>
        </pc:picChg>
        <pc:picChg chg="mod">
          <ac:chgData name="Arkar Than Win" userId="3c8250a4-c36e-434c-9640-1ec1d94cea55" providerId="ADAL" clId="{0ACE9946-0938-4C15-91F3-DF5E7C93A5A9}" dt="2024-05-21T03:41:12.399" v="6470" actId="165"/>
          <ac:picMkLst>
            <pc:docMk/>
            <pc:sldMk cId="185491373" sldId="287"/>
            <ac:picMk id="180" creationId="{E7C6E3EC-B434-0E56-E3D6-66CF66E53613}"/>
          </ac:picMkLst>
        </pc:picChg>
        <pc:picChg chg="mod">
          <ac:chgData name="Arkar Than Win" userId="3c8250a4-c36e-434c-9640-1ec1d94cea55" providerId="ADAL" clId="{0ACE9946-0938-4C15-91F3-DF5E7C93A5A9}" dt="2024-05-21T03:41:12.399" v="6470" actId="165"/>
          <ac:picMkLst>
            <pc:docMk/>
            <pc:sldMk cId="185491373" sldId="287"/>
            <ac:picMk id="181" creationId="{C9F560E3-4031-A1DB-EFDC-D6E05DEC0299}"/>
          </ac:picMkLst>
        </pc:picChg>
        <pc:picChg chg="add mod">
          <ac:chgData name="Arkar Than Win" userId="3c8250a4-c36e-434c-9640-1ec1d94cea55" providerId="ADAL" clId="{0ACE9946-0938-4C15-91F3-DF5E7C93A5A9}" dt="2024-05-21T03:41:12.399" v="6470" actId="165"/>
          <ac:picMkLst>
            <pc:docMk/>
            <pc:sldMk cId="185491373" sldId="287"/>
            <ac:picMk id="182" creationId="{8176FD4B-BC69-B6B8-C94B-E87698CA9180}"/>
          </ac:picMkLst>
        </pc:picChg>
        <pc:picChg chg="add mod">
          <ac:chgData name="Arkar Than Win" userId="3c8250a4-c36e-434c-9640-1ec1d94cea55" providerId="ADAL" clId="{0ACE9946-0938-4C15-91F3-DF5E7C93A5A9}" dt="2024-05-21T03:41:12.399" v="6470" actId="165"/>
          <ac:picMkLst>
            <pc:docMk/>
            <pc:sldMk cId="185491373" sldId="287"/>
            <ac:picMk id="183" creationId="{4D711D54-BD6F-F604-F9EF-B26EFCAB2F20}"/>
          </ac:picMkLst>
        </pc:picChg>
        <pc:cxnChg chg="add mod">
          <ac:chgData name="Arkar Than Win" userId="3c8250a4-c36e-434c-9640-1ec1d94cea55" providerId="ADAL" clId="{0ACE9946-0938-4C15-91F3-DF5E7C93A5A9}" dt="2024-05-21T02:26:51.144" v="5670" actId="165"/>
          <ac:cxnSpMkLst>
            <pc:docMk/>
            <pc:sldMk cId="185491373" sldId="287"/>
            <ac:cxnSpMk id="12" creationId="{56E70D8A-9A47-0B1C-D75A-00A5E33F3122}"/>
          </ac:cxnSpMkLst>
        </pc:cxnChg>
        <pc:cxnChg chg="add mod">
          <ac:chgData name="Arkar Than Win" userId="3c8250a4-c36e-434c-9640-1ec1d94cea55" providerId="ADAL" clId="{0ACE9946-0938-4C15-91F3-DF5E7C93A5A9}" dt="2024-05-21T02:26:51.144" v="5670" actId="165"/>
          <ac:cxnSpMkLst>
            <pc:docMk/>
            <pc:sldMk cId="185491373" sldId="287"/>
            <ac:cxnSpMk id="14" creationId="{84360680-173C-6324-4F59-B2AD96B37BFA}"/>
          </ac:cxnSpMkLst>
        </pc:cxnChg>
        <pc:cxnChg chg="add mod">
          <ac:chgData name="Arkar Than Win" userId="3c8250a4-c36e-434c-9640-1ec1d94cea55" providerId="ADAL" clId="{0ACE9946-0938-4C15-91F3-DF5E7C93A5A9}" dt="2024-05-21T02:26:51.144" v="5670" actId="165"/>
          <ac:cxnSpMkLst>
            <pc:docMk/>
            <pc:sldMk cId="185491373" sldId="287"/>
            <ac:cxnSpMk id="15" creationId="{9A7FDC5C-3FB5-B177-9FAA-0C324EF2F51C}"/>
          </ac:cxnSpMkLst>
        </pc:cxnChg>
        <pc:cxnChg chg="add mod">
          <ac:chgData name="Arkar Than Win" userId="3c8250a4-c36e-434c-9640-1ec1d94cea55" providerId="ADAL" clId="{0ACE9946-0938-4C15-91F3-DF5E7C93A5A9}" dt="2024-05-21T02:26:51.144" v="5670" actId="165"/>
          <ac:cxnSpMkLst>
            <pc:docMk/>
            <pc:sldMk cId="185491373" sldId="287"/>
            <ac:cxnSpMk id="16" creationId="{8E810119-C5B3-1006-C656-CE2C598BB233}"/>
          </ac:cxnSpMkLst>
        </pc:cxnChg>
        <pc:cxnChg chg="add mod">
          <ac:chgData name="Arkar Than Win" userId="3c8250a4-c36e-434c-9640-1ec1d94cea55" providerId="ADAL" clId="{0ACE9946-0938-4C15-91F3-DF5E7C93A5A9}" dt="2024-05-21T02:26:51.144" v="5670" actId="165"/>
          <ac:cxnSpMkLst>
            <pc:docMk/>
            <pc:sldMk cId="185491373" sldId="287"/>
            <ac:cxnSpMk id="17" creationId="{09CA01BA-128F-E69A-7C24-468FA300A238}"/>
          </ac:cxnSpMkLst>
        </pc:cxnChg>
        <pc:cxnChg chg="add mod">
          <ac:chgData name="Arkar Than Win" userId="3c8250a4-c36e-434c-9640-1ec1d94cea55" providerId="ADAL" clId="{0ACE9946-0938-4C15-91F3-DF5E7C93A5A9}" dt="2024-05-21T02:26:51.144" v="5670" actId="165"/>
          <ac:cxnSpMkLst>
            <pc:docMk/>
            <pc:sldMk cId="185491373" sldId="287"/>
            <ac:cxnSpMk id="18" creationId="{C9090E1B-6ED5-44D4-3C33-39308BC033A1}"/>
          </ac:cxnSpMkLst>
        </pc:cxnChg>
        <pc:cxnChg chg="add mod">
          <ac:chgData name="Arkar Than Win" userId="3c8250a4-c36e-434c-9640-1ec1d94cea55" providerId="ADAL" clId="{0ACE9946-0938-4C15-91F3-DF5E7C93A5A9}" dt="2024-05-21T02:26:51.144" v="5670" actId="165"/>
          <ac:cxnSpMkLst>
            <pc:docMk/>
            <pc:sldMk cId="185491373" sldId="287"/>
            <ac:cxnSpMk id="19" creationId="{7CAE27C9-CB9E-87A8-8F2F-0E96F55CECF9}"/>
          </ac:cxnSpMkLst>
        </pc:cxnChg>
        <pc:cxnChg chg="add mod">
          <ac:chgData name="Arkar Than Win" userId="3c8250a4-c36e-434c-9640-1ec1d94cea55" providerId="ADAL" clId="{0ACE9946-0938-4C15-91F3-DF5E7C93A5A9}" dt="2024-05-21T02:26:51.144" v="5670" actId="165"/>
          <ac:cxnSpMkLst>
            <pc:docMk/>
            <pc:sldMk cId="185491373" sldId="287"/>
            <ac:cxnSpMk id="20" creationId="{C38EB0F5-BE41-3A06-F83B-261116FA9ABA}"/>
          </ac:cxnSpMkLst>
        </pc:cxnChg>
        <pc:cxnChg chg="add mod">
          <ac:chgData name="Arkar Than Win" userId="3c8250a4-c36e-434c-9640-1ec1d94cea55" providerId="ADAL" clId="{0ACE9946-0938-4C15-91F3-DF5E7C93A5A9}" dt="2024-05-21T02:26:51.144" v="5670" actId="165"/>
          <ac:cxnSpMkLst>
            <pc:docMk/>
            <pc:sldMk cId="185491373" sldId="287"/>
            <ac:cxnSpMk id="21" creationId="{F0F81EAA-8E16-0CA3-16DF-335D6C802229}"/>
          </ac:cxnSpMkLst>
        </pc:cxnChg>
        <pc:cxnChg chg="add mod">
          <ac:chgData name="Arkar Than Win" userId="3c8250a4-c36e-434c-9640-1ec1d94cea55" providerId="ADAL" clId="{0ACE9946-0938-4C15-91F3-DF5E7C93A5A9}" dt="2024-05-21T02:26:51.144" v="5670" actId="165"/>
          <ac:cxnSpMkLst>
            <pc:docMk/>
            <pc:sldMk cId="185491373" sldId="287"/>
            <ac:cxnSpMk id="22" creationId="{6292839F-D799-2D41-93CE-EC38D099BD46}"/>
          </ac:cxnSpMkLst>
        </pc:cxnChg>
        <pc:cxnChg chg="add mod">
          <ac:chgData name="Arkar Than Win" userId="3c8250a4-c36e-434c-9640-1ec1d94cea55" providerId="ADAL" clId="{0ACE9946-0938-4C15-91F3-DF5E7C93A5A9}" dt="2024-05-21T02:26:51.144" v="5670" actId="165"/>
          <ac:cxnSpMkLst>
            <pc:docMk/>
            <pc:sldMk cId="185491373" sldId="287"/>
            <ac:cxnSpMk id="34" creationId="{2F37129E-6AD1-4011-D50D-D98AAA0A5497}"/>
          </ac:cxnSpMkLst>
        </pc:cxnChg>
        <pc:cxnChg chg="add mod">
          <ac:chgData name="Arkar Than Win" userId="3c8250a4-c36e-434c-9640-1ec1d94cea55" providerId="ADAL" clId="{0ACE9946-0938-4C15-91F3-DF5E7C93A5A9}" dt="2024-05-21T02:26:51.144" v="5670" actId="165"/>
          <ac:cxnSpMkLst>
            <pc:docMk/>
            <pc:sldMk cId="185491373" sldId="287"/>
            <ac:cxnSpMk id="35" creationId="{6C8620AC-7DB9-5972-3707-FA06C380CC8A}"/>
          </ac:cxnSpMkLst>
        </pc:cxnChg>
        <pc:cxnChg chg="mod">
          <ac:chgData name="Arkar Than Win" userId="3c8250a4-c36e-434c-9640-1ec1d94cea55" providerId="ADAL" clId="{0ACE9946-0938-4C15-91F3-DF5E7C93A5A9}" dt="2024-05-21T02:26:51.144" v="5670" actId="165"/>
          <ac:cxnSpMkLst>
            <pc:docMk/>
            <pc:sldMk cId="185491373" sldId="287"/>
            <ac:cxnSpMk id="39" creationId="{0BFE240D-BA61-83A1-8264-128F82905E18}"/>
          </ac:cxnSpMkLst>
        </pc:cxnChg>
        <pc:cxnChg chg="mod">
          <ac:chgData name="Arkar Than Win" userId="3c8250a4-c36e-434c-9640-1ec1d94cea55" providerId="ADAL" clId="{0ACE9946-0938-4C15-91F3-DF5E7C93A5A9}" dt="2024-05-21T02:26:51.144" v="5670" actId="165"/>
          <ac:cxnSpMkLst>
            <pc:docMk/>
            <pc:sldMk cId="185491373" sldId="287"/>
            <ac:cxnSpMk id="40" creationId="{257ADFE8-9213-0023-CFEB-0DB7E99319E4}"/>
          </ac:cxnSpMkLst>
        </pc:cxnChg>
        <pc:cxnChg chg="mod">
          <ac:chgData name="Arkar Than Win" userId="3c8250a4-c36e-434c-9640-1ec1d94cea55" providerId="ADAL" clId="{0ACE9946-0938-4C15-91F3-DF5E7C93A5A9}" dt="2024-05-21T02:26:51.144" v="5670" actId="165"/>
          <ac:cxnSpMkLst>
            <pc:docMk/>
            <pc:sldMk cId="185491373" sldId="287"/>
            <ac:cxnSpMk id="44" creationId="{CD44CE4B-910F-F612-4EFD-4C235FB525A8}"/>
          </ac:cxnSpMkLst>
        </pc:cxnChg>
        <pc:cxnChg chg="mod">
          <ac:chgData name="Arkar Than Win" userId="3c8250a4-c36e-434c-9640-1ec1d94cea55" providerId="ADAL" clId="{0ACE9946-0938-4C15-91F3-DF5E7C93A5A9}" dt="2024-05-21T02:26:51.144" v="5670" actId="165"/>
          <ac:cxnSpMkLst>
            <pc:docMk/>
            <pc:sldMk cId="185491373" sldId="287"/>
            <ac:cxnSpMk id="45" creationId="{795034E0-2ED1-FAD0-F390-8252ECE0999D}"/>
          </ac:cxnSpMkLst>
        </pc:cxnChg>
        <pc:cxnChg chg="mod">
          <ac:chgData name="Arkar Than Win" userId="3c8250a4-c36e-434c-9640-1ec1d94cea55" providerId="ADAL" clId="{0ACE9946-0938-4C15-91F3-DF5E7C93A5A9}" dt="2024-05-21T02:26:51.144" v="5670" actId="165"/>
          <ac:cxnSpMkLst>
            <pc:docMk/>
            <pc:sldMk cId="185491373" sldId="287"/>
            <ac:cxnSpMk id="48" creationId="{95A32C70-D7C7-3947-AE2F-FBCB04D63E31}"/>
          </ac:cxnSpMkLst>
        </pc:cxnChg>
        <pc:cxnChg chg="mod">
          <ac:chgData name="Arkar Than Win" userId="3c8250a4-c36e-434c-9640-1ec1d94cea55" providerId="ADAL" clId="{0ACE9946-0938-4C15-91F3-DF5E7C93A5A9}" dt="2024-05-21T02:26:51.144" v="5670" actId="165"/>
          <ac:cxnSpMkLst>
            <pc:docMk/>
            <pc:sldMk cId="185491373" sldId="287"/>
            <ac:cxnSpMk id="49" creationId="{1E467D38-AC4F-02FA-F080-E52CBEA487A0}"/>
          </ac:cxnSpMkLst>
        </pc:cxnChg>
        <pc:cxnChg chg="add mod">
          <ac:chgData name="Arkar Than Win" userId="3c8250a4-c36e-434c-9640-1ec1d94cea55" providerId="ADAL" clId="{0ACE9946-0938-4C15-91F3-DF5E7C93A5A9}" dt="2024-05-21T03:22:43.944" v="6392" actId="165"/>
          <ac:cxnSpMkLst>
            <pc:docMk/>
            <pc:sldMk cId="185491373" sldId="287"/>
            <ac:cxnSpMk id="54" creationId="{4120AEBC-9611-76E0-DA0B-226FC61E9F26}"/>
          </ac:cxnSpMkLst>
        </pc:cxnChg>
        <pc:cxnChg chg="add mod">
          <ac:chgData name="Arkar Than Win" userId="3c8250a4-c36e-434c-9640-1ec1d94cea55" providerId="ADAL" clId="{0ACE9946-0938-4C15-91F3-DF5E7C93A5A9}" dt="2024-05-21T03:22:43.944" v="6392" actId="165"/>
          <ac:cxnSpMkLst>
            <pc:docMk/>
            <pc:sldMk cId="185491373" sldId="287"/>
            <ac:cxnSpMk id="55" creationId="{98834877-2E71-5D25-B98F-961AE4C5D08B}"/>
          </ac:cxnSpMkLst>
        </pc:cxnChg>
        <pc:cxnChg chg="add mod">
          <ac:chgData name="Arkar Than Win" userId="3c8250a4-c36e-434c-9640-1ec1d94cea55" providerId="ADAL" clId="{0ACE9946-0938-4C15-91F3-DF5E7C93A5A9}" dt="2024-05-21T03:22:43.944" v="6392" actId="165"/>
          <ac:cxnSpMkLst>
            <pc:docMk/>
            <pc:sldMk cId="185491373" sldId="287"/>
            <ac:cxnSpMk id="129" creationId="{FA4CD7AC-19BD-38AF-5953-8391CE374B26}"/>
          </ac:cxnSpMkLst>
        </pc:cxnChg>
        <pc:cxnChg chg="add del mod">
          <ac:chgData name="Arkar Than Win" userId="3c8250a4-c36e-434c-9640-1ec1d94cea55" providerId="ADAL" clId="{0ACE9946-0938-4C15-91F3-DF5E7C93A5A9}" dt="2024-05-21T02:45:22.164" v="5872" actId="478"/>
          <ac:cxnSpMkLst>
            <pc:docMk/>
            <pc:sldMk cId="185491373" sldId="287"/>
            <ac:cxnSpMk id="132" creationId="{8A9BE3E4-9B74-6354-7E9D-4038A0E77907}"/>
          </ac:cxnSpMkLst>
        </pc:cxnChg>
        <pc:cxnChg chg="add del mod">
          <ac:chgData name="Arkar Than Win" userId="3c8250a4-c36e-434c-9640-1ec1d94cea55" providerId="ADAL" clId="{0ACE9946-0938-4C15-91F3-DF5E7C93A5A9}" dt="2024-05-21T03:22:43.944" v="6392" actId="165"/>
          <ac:cxnSpMkLst>
            <pc:docMk/>
            <pc:sldMk cId="185491373" sldId="287"/>
            <ac:cxnSpMk id="133" creationId="{59A4A55A-83CB-B07F-F8C7-41B8C15987DF}"/>
          </ac:cxnSpMkLst>
        </pc:cxnChg>
        <pc:cxnChg chg="add del mod">
          <ac:chgData name="Arkar Than Win" userId="3c8250a4-c36e-434c-9640-1ec1d94cea55" providerId="ADAL" clId="{0ACE9946-0938-4C15-91F3-DF5E7C93A5A9}" dt="2024-05-21T03:22:43.944" v="6392" actId="165"/>
          <ac:cxnSpMkLst>
            <pc:docMk/>
            <pc:sldMk cId="185491373" sldId="287"/>
            <ac:cxnSpMk id="134" creationId="{F46D5A54-E795-3BE7-6791-2E6F60416042}"/>
          </ac:cxnSpMkLst>
        </pc:cxnChg>
        <pc:cxnChg chg="mod">
          <ac:chgData name="Arkar Than Win" userId="3c8250a4-c36e-434c-9640-1ec1d94cea55" providerId="ADAL" clId="{0ACE9946-0938-4C15-91F3-DF5E7C93A5A9}" dt="2024-05-21T02:45:59.107" v="5882"/>
          <ac:cxnSpMkLst>
            <pc:docMk/>
            <pc:sldMk cId="185491373" sldId="287"/>
            <ac:cxnSpMk id="137" creationId="{855FA7A7-F2E7-4A51-54E7-8EFF9CCA9D07}"/>
          </ac:cxnSpMkLst>
        </pc:cxnChg>
        <pc:cxnChg chg="mod">
          <ac:chgData name="Arkar Than Win" userId="3c8250a4-c36e-434c-9640-1ec1d94cea55" providerId="ADAL" clId="{0ACE9946-0938-4C15-91F3-DF5E7C93A5A9}" dt="2024-05-21T02:45:59.107" v="5882"/>
          <ac:cxnSpMkLst>
            <pc:docMk/>
            <pc:sldMk cId="185491373" sldId="287"/>
            <ac:cxnSpMk id="138" creationId="{8933D40D-C619-0427-9C8B-446B68EE1CF3}"/>
          </ac:cxnSpMkLst>
        </pc:cxnChg>
        <pc:cxnChg chg="mod">
          <ac:chgData name="Arkar Than Win" userId="3c8250a4-c36e-434c-9640-1ec1d94cea55" providerId="ADAL" clId="{0ACE9946-0938-4C15-91F3-DF5E7C93A5A9}" dt="2024-05-21T02:45:59.107" v="5882"/>
          <ac:cxnSpMkLst>
            <pc:docMk/>
            <pc:sldMk cId="185491373" sldId="287"/>
            <ac:cxnSpMk id="139" creationId="{EBCAF677-C39A-D8C6-7746-7EB72D9F88A3}"/>
          </ac:cxnSpMkLst>
        </pc:cxnChg>
        <pc:cxnChg chg="mod">
          <ac:chgData name="Arkar Than Win" userId="3c8250a4-c36e-434c-9640-1ec1d94cea55" providerId="ADAL" clId="{0ACE9946-0938-4C15-91F3-DF5E7C93A5A9}" dt="2024-05-21T02:45:59.107" v="5882"/>
          <ac:cxnSpMkLst>
            <pc:docMk/>
            <pc:sldMk cId="185491373" sldId="287"/>
            <ac:cxnSpMk id="140" creationId="{9329BC58-883C-974A-C7D5-ECA293F21987}"/>
          </ac:cxnSpMkLst>
        </pc:cxnChg>
        <pc:cxnChg chg="mod">
          <ac:chgData name="Arkar Than Win" userId="3c8250a4-c36e-434c-9640-1ec1d94cea55" providerId="ADAL" clId="{0ACE9946-0938-4C15-91F3-DF5E7C93A5A9}" dt="2024-05-21T02:45:59.107" v="5882"/>
          <ac:cxnSpMkLst>
            <pc:docMk/>
            <pc:sldMk cId="185491373" sldId="287"/>
            <ac:cxnSpMk id="141" creationId="{3BF2DCBE-68F4-473B-5545-4217DDC0E4C9}"/>
          </ac:cxnSpMkLst>
        </pc:cxnChg>
        <pc:cxnChg chg="mod">
          <ac:chgData name="Arkar Than Win" userId="3c8250a4-c36e-434c-9640-1ec1d94cea55" providerId="ADAL" clId="{0ACE9946-0938-4C15-91F3-DF5E7C93A5A9}" dt="2024-05-21T03:22:43.944" v="6392" actId="165"/>
          <ac:cxnSpMkLst>
            <pc:docMk/>
            <pc:sldMk cId="185491373" sldId="287"/>
            <ac:cxnSpMk id="161" creationId="{AF241787-67F4-3963-FBDA-2E71FAA14604}"/>
          </ac:cxnSpMkLst>
        </pc:cxnChg>
        <pc:cxnChg chg="mod">
          <ac:chgData name="Arkar Than Win" userId="3c8250a4-c36e-434c-9640-1ec1d94cea55" providerId="ADAL" clId="{0ACE9946-0938-4C15-91F3-DF5E7C93A5A9}" dt="2024-05-21T03:22:43.944" v="6392" actId="165"/>
          <ac:cxnSpMkLst>
            <pc:docMk/>
            <pc:sldMk cId="185491373" sldId="287"/>
            <ac:cxnSpMk id="162" creationId="{63358273-0EE8-8A92-814C-944D7A37DC8E}"/>
          </ac:cxnSpMkLst>
        </pc:cxnChg>
        <pc:cxnChg chg="mod">
          <ac:chgData name="Arkar Than Win" userId="3c8250a4-c36e-434c-9640-1ec1d94cea55" providerId="ADAL" clId="{0ACE9946-0938-4C15-91F3-DF5E7C93A5A9}" dt="2024-05-21T03:22:43.944" v="6392" actId="165"/>
          <ac:cxnSpMkLst>
            <pc:docMk/>
            <pc:sldMk cId="185491373" sldId="287"/>
            <ac:cxnSpMk id="163" creationId="{F6E97100-D19D-63FD-0AE5-8984B73D65D0}"/>
          </ac:cxnSpMkLst>
        </pc:cxnChg>
        <pc:cxnChg chg="mod">
          <ac:chgData name="Arkar Than Win" userId="3c8250a4-c36e-434c-9640-1ec1d94cea55" providerId="ADAL" clId="{0ACE9946-0938-4C15-91F3-DF5E7C93A5A9}" dt="2024-05-21T03:22:43.944" v="6392" actId="165"/>
          <ac:cxnSpMkLst>
            <pc:docMk/>
            <pc:sldMk cId="185491373" sldId="287"/>
            <ac:cxnSpMk id="164" creationId="{796AAEC2-2918-4F1E-DFD6-D009C9AE641C}"/>
          </ac:cxnSpMkLst>
        </pc:cxnChg>
        <pc:cxnChg chg="mod">
          <ac:chgData name="Arkar Than Win" userId="3c8250a4-c36e-434c-9640-1ec1d94cea55" providerId="ADAL" clId="{0ACE9946-0938-4C15-91F3-DF5E7C93A5A9}" dt="2024-05-21T03:22:43.944" v="6392" actId="165"/>
          <ac:cxnSpMkLst>
            <pc:docMk/>
            <pc:sldMk cId="185491373" sldId="287"/>
            <ac:cxnSpMk id="165" creationId="{B72BEE86-D9FC-0EAF-06C9-9D7E2C7268B0}"/>
          </ac:cxnSpMkLst>
        </pc:cxnChg>
      </pc:sldChg>
      <pc:sldChg chg="addSp delSp modSp add mod modShow">
        <pc:chgData name="Arkar Than Win" userId="3c8250a4-c36e-434c-9640-1ec1d94cea55" providerId="ADAL" clId="{0ACE9946-0938-4C15-91F3-DF5E7C93A5A9}" dt="2024-05-21T06:58:26.883" v="12777" actId="729"/>
        <pc:sldMkLst>
          <pc:docMk/>
          <pc:sldMk cId="3334879737" sldId="288"/>
        </pc:sldMkLst>
        <pc:spChg chg="add del mod">
          <ac:chgData name="Arkar Than Win" userId="3c8250a4-c36e-434c-9640-1ec1d94cea55" providerId="ADAL" clId="{0ACE9946-0938-4C15-91F3-DF5E7C93A5A9}" dt="2024-05-21T03:42:46.032" v="6484" actId="478"/>
          <ac:spMkLst>
            <pc:docMk/>
            <pc:sldMk cId="3334879737" sldId="288"/>
            <ac:spMk id="2" creationId="{17B2ADD8-9B2E-4BDD-2DC8-0AD5CA8FE2F0}"/>
          </ac:spMkLst>
        </pc:spChg>
        <pc:grpChg chg="del">
          <ac:chgData name="Arkar Than Win" userId="3c8250a4-c36e-434c-9640-1ec1d94cea55" providerId="ADAL" clId="{0ACE9946-0938-4C15-91F3-DF5E7C93A5A9}" dt="2024-05-21T03:37:52.659" v="6450" actId="478"/>
          <ac:grpSpMkLst>
            <pc:docMk/>
            <pc:sldMk cId="3334879737" sldId="288"/>
            <ac:grpSpMk id="52" creationId="{83E0BFFC-9C07-886D-C762-D29CE72740D2}"/>
          </ac:grpSpMkLst>
        </pc:grpChg>
        <pc:grpChg chg="del">
          <ac:chgData name="Arkar Than Win" userId="3c8250a4-c36e-434c-9640-1ec1d94cea55" providerId="ADAL" clId="{0ACE9946-0938-4C15-91F3-DF5E7C93A5A9}" dt="2024-05-21T03:37:52.659" v="6450" actId="478"/>
          <ac:grpSpMkLst>
            <pc:docMk/>
            <pc:sldMk cId="3334879737" sldId="288"/>
            <ac:grpSpMk id="190" creationId="{70E841CD-C22B-72AF-69E6-0E0600C7068C}"/>
          </ac:grpSpMkLst>
        </pc:grpChg>
        <pc:grpChg chg="del">
          <ac:chgData name="Arkar Than Win" userId="3c8250a4-c36e-434c-9640-1ec1d94cea55" providerId="ADAL" clId="{0ACE9946-0938-4C15-91F3-DF5E7C93A5A9}" dt="2024-05-21T03:37:52.659" v="6450" actId="478"/>
          <ac:grpSpMkLst>
            <pc:docMk/>
            <pc:sldMk cId="3334879737" sldId="288"/>
            <ac:grpSpMk id="191" creationId="{DF171F09-F4CB-9C22-E9E5-B7EB0AC403B4}"/>
          </ac:grpSpMkLst>
        </pc:grpChg>
        <pc:picChg chg="add del mod modCrop">
          <ac:chgData name="Arkar Than Win" userId="3c8250a4-c36e-434c-9640-1ec1d94cea55" providerId="ADAL" clId="{0ACE9946-0938-4C15-91F3-DF5E7C93A5A9}" dt="2024-05-21T03:40:56.229" v="6465" actId="21"/>
          <ac:picMkLst>
            <pc:docMk/>
            <pc:sldMk cId="3334879737" sldId="288"/>
            <ac:picMk id="65" creationId="{EF4742B6-4F09-635F-3CC1-F8DE2C2F52CC}"/>
          </ac:picMkLst>
        </pc:picChg>
        <pc:picChg chg="add del mod modCrop">
          <ac:chgData name="Arkar Than Win" userId="3c8250a4-c36e-434c-9640-1ec1d94cea55" providerId="ADAL" clId="{0ACE9946-0938-4C15-91F3-DF5E7C93A5A9}" dt="2024-05-21T03:40:56.229" v="6465" actId="21"/>
          <ac:picMkLst>
            <pc:docMk/>
            <pc:sldMk cId="3334879737" sldId="288"/>
            <ac:picMk id="67" creationId="{6C5548FD-14A4-40AE-BB71-BA01A6DE3E00}"/>
          </ac:picMkLst>
        </pc:picChg>
        <pc:picChg chg="add mod">
          <ac:chgData name="Arkar Than Win" userId="3c8250a4-c36e-434c-9640-1ec1d94cea55" providerId="ADAL" clId="{0ACE9946-0938-4C15-91F3-DF5E7C93A5A9}" dt="2024-05-21T03:41:57.881" v="6480" actId="1076"/>
          <ac:picMkLst>
            <pc:docMk/>
            <pc:sldMk cId="3334879737" sldId="288"/>
            <ac:picMk id="68" creationId="{EF4742B6-4F09-635F-3CC1-F8DE2C2F52CC}"/>
          </ac:picMkLst>
        </pc:picChg>
        <pc:picChg chg="add mod">
          <ac:chgData name="Arkar Than Win" userId="3c8250a4-c36e-434c-9640-1ec1d94cea55" providerId="ADAL" clId="{0ACE9946-0938-4C15-91F3-DF5E7C93A5A9}" dt="2024-05-21T03:46:36.115" v="6505"/>
          <ac:picMkLst>
            <pc:docMk/>
            <pc:sldMk cId="3334879737" sldId="288"/>
            <ac:picMk id="69" creationId="{6C5548FD-14A4-40AE-BB71-BA01A6DE3E00}"/>
          </ac:picMkLst>
        </pc:picChg>
        <pc:picChg chg="del">
          <ac:chgData name="Arkar Than Win" userId="3c8250a4-c36e-434c-9640-1ec1d94cea55" providerId="ADAL" clId="{0ACE9946-0938-4C15-91F3-DF5E7C93A5A9}" dt="2024-05-21T03:37:52.659" v="6450" actId="478"/>
          <ac:picMkLst>
            <pc:docMk/>
            <pc:sldMk cId="3334879737" sldId="288"/>
            <ac:picMk id="128" creationId="{DD6A3634-58FF-BB92-660D-8DCF6F04BEFC}"/>
          </ac:picMkLst>
        </pc:picChg>
        <pc:picChg chg="del">
          <ac:chgData name="Arkar Than Win" userId="3c8250a4-c36e-434c-9640-1ec1d94cea55" providerId="ADAL" clId="{0ACE9946-0938-4C15-91F3-DF5E7C93A5A9}" dt="2024-05-21T03:37:52.659" v="6450" actId="478"/>
          <ac:picMkLst>
            <pc:docMk/>
            <pc:sldMk cId="3334879737" sldId="288"/>
            <ac:picMk id="142" creationId="{5321E792-FAEE-C2CA-91F9-028D36524F12}"/>
          </ac:picMkLst>
        </pc:picChg>
        <pc:picChg chg="del">
          <ac:chgData name="Arkar Than Win" userId="3c8250a4-c36e-434c-9640-1ec1d94cea55" providerId="ADAL" clId="{0ACE9946-0938-4C15-91F3-DF5E7C93A5A9}" dt="2024-05-21T03:37:52.659" v="6450" actId="478"/>
          <ac:picMkLst>
            <pc:docMk/>
            <pc:sldMk cId="3334879737" sldId="288"/>
            <ac:picMk id="172" creationId="{539B4ABE-ACA0-2A97-CFC8-2899787F5077}"/>
          </ac:picMkLst>
        </pc:picChg>
      </pc:sldChg>
      <pc:sldChg chg="addSp delSp modSp add del mod">
        <pc:chgData name="Arkar Than Win" userId="3c8250a4-c36e-434c-9640-1ec1d94cea55" providerId="ADAL" clId="{0ACE9946-0938-4C15-91F3-DF5E7C93A5A9}" dt="2024-05-21T04:53:19.402" v="7901" actId="47"/>
        <pc:sldMkLst>
          <pc:docMk/>
          <pc:sldMk cId="2007938737" sldId="289"/>
        </pc:sldMkLst>
        <pc:spChg chg="mod">
          <ac:chgData name="Arkar Than Win" userId="3c8250a4-c36e-434c-9640-1ec1d94cea55" providerId="ADAL" clId="{0ACE9946-0938-4C15-91F3-DF5E7C93A5A9}" dt="2024-05-21T04:49:52.913" v="7885" actId="20577"/>
          <ac:spMkLst>
            <pc:docMk/>
            <pc:sldMk cId="2007938737" sldId="289"/>
            <ac:spMk id="2" creationId="{CF74DB7E-CFA7-340D-92D5-29F98B99F8DA}"/>
          </ac:spMkLst>
        </pc:spChg>
        <pc:spChg chg="del">
          <ac:chgData name="Arkar Than Win" userId="3c8250a4-c36e-434c-9640-1ec1d94cea55" providerId="ADAL" clId="{0ACE9946-0938-4C15-91F3-DF5E7C93A5A9}" dt="2024-05-21T04:49:55.992" v="7886" actId="478"/>
          <ac:spMkLst>
            <pc:docMk/>
            <pc:sldMk cId="2007938737" sldId="289"/>
            <ac:spMk id="3" creationId="{7FFE9A8E-669D-4866-2DD7-34E78B111A0D}"/>
          </ac:spMkLst>
        </pc:spChg>
        <pc:spChg chg="add del mod">
          <ac:chgData name="Arkar Than Win" userId="3c8250a4-c36e-434c-9640-1ec1d94cea55" providerId="ADAL" clId="{0ACE9946-0938-4C15-91F3-DF5E7C93A5A9}" dt="2024-05-21T04:49:57.442" v="7887" actId="478"/>
          <ac:spMkLst>
            <pc:docMk/>
            <pc:sldMk cId="2007938737" sldId="289"/>
            <ac:spMk id="5" creationId="{73A5B683-C55C-D4D2-D273-0F6F3B8ACB06}"/>
          </ac:spMkLst>
        </pc:spChg>
        <pc:spChg chg="add del mod">
          <ac:chgData name="Arkar Than Win" userId="3c8250a4-c36e-434c-9640-1ec1d94cea55" providerId="ADAL" clId="{0ACE9946-0938-4C15-91F3-DF5E7C93A5A9}" dt="2024-05-21T04:50:24.571" v="7892" actId="478"/>
          <ac:spMkLst>
            <pc:docMk/>
            <pc:sldMk cId="2007938737" sldId="289"/>
            <ac:spMk id="7" creationId="{E1B16EC1-D6BB-573F-7B3D-7F19D1139113}"/>
          </ac:spMkLst>
        </pc:spChg>
        <pc:spChg chg="add del mod">
          <ac:chgData name="Arkar Than Win" userId="3c8250a4-c36e-434c-9640-1ec1d94cea55" providerId="ADAL" clId="{0ACE9946-0938-4C15-91F3-DF5E7C93A5A9}" dt="2024-05-21T04:50:26.724" v="7893" actId="478"/>
          <ac:spMkLst>
            <pc:docMk/>
            <pc:sldMk cId="2007938737" sldId="289"/>
            <ac:spMk id="9" creationId="{8D2609C6-0CD1-27A0-5472-F451B026C093}"/>
          </ac:spMkLst>
        </pc:spChg>
        <pc:spChg chg="add del mod">
          <ac:chgData name="Arkar Than Win" userId="3c8250a4-c36e-434c-9640-1ec1d94cea55" providerId="ADAL" clId="{0ACE9946-0938-4C15-91F3-DF5E7C93A5A9}" dt="2024-05-21T04:52:24.965" v="7897" actId="478"/>
          <ac:spMkLst>
            <pc:docMk/>
            <pc:sldMk cId="2007938737" sldId="289"/>
            <ac:spMk id="10" creationId="{2CD4F88C-71A3-CB20-3735-B137EEF55EF5}"/>
          </ac:spMkLst>
        </pc:spChg>
        <pc:graphicFrameChg chg="del mod">
          <ac:chgData name="Arkar Than Win" userId="3c8250a4-c36e-434c-9640-1ec1d94cea55" providerId="ADAL" clId="{0ACE9946-0938-4C15-91F3-DF5E7C93A5A9}" dt="2024-05-21T04:51:43.773" v="7894" actId="478"/>
          <ac:graphicFrameMkLst>
            <pc:docMk/>
            <pc:sldMk cId="2007938737" sldId="289"/>
            <ac:graphicFrameMk id="6" creationId="{AAE43F2B-2673-7CAD-CEA0-5917814530B4}"/>
          </ac:graphicFrameMkLst>
        </pc:graphicFrameChg>
        <pc:graphicFrameChg chg="add del mod modGraphic">
          <ac:chgData name="Arkar Than Win" userId="3c8250a4-c36e-434c-9640-1ec1d94cea55" providerId="ADAL" clId="{0ACE9946-0938-4C15-91F3-DF5E7C93A5A9}" dt="2024-05-21T04:53:11.247" v="7900" actId="478"/>
          <ac:graphicFrameMkLst>
            <pc:docMk/>
            <pc:sldMk cId="2007938737" sldId="289"/>
            <ac:graphicFrameMk id="11" creationId="{129A869E-A27F-3D52-D935-B6F975DDB3AC}"/>
          </ac:graphicFrameMkLst>
        </pc:graphicFrameChg>
      </pc:sldChg>
      <pc:sldChg chg="delSp modSp new mod ord">
        <pc:chgData name="Arkar Than Win" userId="3c8250a4-c36e-434c-9640-1ec1d94cea55" providerId="ADAL" clId="{0ACE9946-0938-4C15-91F3-DF5E7C93A5A9}" dt="2024-05-21T05:07:30.165" v="8476" actId="478"/>
        <pc:sldMkLst>
          <pc:docMk/>
          <pc:sldMk cId="3868315729" sldId="289"/>
        </pc:sldMkLst>
        <pc:spChg chg="mod">
          <ac:chgData name="Arkar Than Win" userId="3c8250a4-c36e-434c-9640-1ec1d94cea55" providerId="ADAL" clId="{0ACE9946-0938-4C15-91F3-DF5E7C93A5A9}" dt="2024-05-21T05:07:11.831" v="8470" actId="20577"/>
          <ac:spMkLst>
            <pc:docMk/>
            <pc:sldMk cId="3868315729" sldId="289"/>
            <ac:spMk id="2" creationId="{9C2FE578-CEEC-2AD6-19CB-AEDC8B64DB01}"/>
          </ac:spMkLst>
        </pc:spChg>
        <pc:spChg chg="del">
          <ac:chgData name="Arkar Than Win" userId="3c8250a4-c36e-434c-9640-1ec1d94cea55" providerId="ADAL" clId="{0ACE9946-0938-4C15-91F3-DF5E7C93A5A9}" dt="2024-05-21T05:07:30.165" v="8476" actId="478"/>
          <ac:spMkLst>
            <pc:docMk/>
            <pc:sldMk cId="3868315729" sldId="289"/>
            <ac:spMk id="3" creationId="{1727F02F-E79C-CFD1-C018-61CDD1E3410C}"/>
          </ac:spMkLst>
        </pc:spChg>
        <pc:spChg chg="mod">
          <ac:chgData name="Arkar Than Win" userId="3c8250a4-c36e-434c-9640-1ec1d94cea55" providerId="ADAL" clId="{0ACE9946-0938-4C15-91F3-DF5E7C93A5A9}" dt="2024-05-21T05:07:27.386" v="8475" actId="207"/>
          <ac:spMkLst>
            <pc:docMk/>
            <pc:sldMk cId="3868315729" sldId="289"/>
            <ac:spMk id="4" creationId="{8B29F72F-7E8B-8450-A7CF-214A573164D4}"/>
          </ac:spMkLst>
        </pc:spChg>
      </pc:sldChg>
      <pc:sldChg chg="modSp add mod">
        <pc:chgData name="Arkar Than Win" userId="3c8250a4-c36e-434c-9640-1ec1d94cea55" providerId="ADAL" clId="{0ACE9946-0938-4C15-91F3-DF5E7C93A5A9}" dt="2024-05-21T05:08:56.506" v="8482" actId="108"/>
        <pc:sldMkLst>
          <pc:docMk/>
          <pc:sldMk cId="3191745554" sldId="290"/>
        </pc:sldMkLst>
        <pc:spChg chg="mod">
          <ac:chgData name="Arkar Than Win" userId="3c8250a4-c36e-434c-9640-1ec1d94cea55" providerId="ADAL" clId="{0ACE9946-0938-4C15-91F3-DF5E7C93A5A9}" dt="2024-05-21T05:08:42.276" v="8479" actId="20577"/>
          <ac:spMkLst>
            <pc:docMk/>
            <pc:sldMk cId="3191745554" sldId="290"/>
            <ac:spMk id="2" creationId="{9C2FE578-CEEC-2AD6-19CB-AEDC8B64DB01}"/>
          </ac:spMkLst>
        </pc:spChg>
        <pc:spChg chg="mod">
          <ac:chgData name="Arkar Than Win" userId="3c8250a4-c36e-434c-9640-1ec1d94cea55" providerId="ADAL" clId="{0ACE9946-0938-4C15-91F3-DF5E7C93A5A9}" dt="2024-05-21T05:08:56.506" v="8482" actId="108"/>
          <ac:spMkLst>
            <pc:docMk/>
            <pc:sldMk cId="3191745554" sldId="290"/>
            <ac:spMk id="4" creationId="{8B29F72F-7E8B-8450-A7CF-214A573164D4}"/>
          </ac:spMkLst>
        </pc:spChg>
      </pc:sldChg>
      <pc:sldChg chg="addSp modSp add mod">
        <pc:chgData name="Arkar Than Win" userId="3c8250a4-c36e-434c-9640-1ec1d94cea55" providerId="ADAL" clId="{0ACE9946-0938-4C15-91F3-DF5E7C93A5A9}" dt="2024-05-21T05:09:33.237" v="8493" actId="108"/>
        <pc:sldMkLst>
          <pc:docMk/>
          <pc:sldMk cId="3042849430" sldId="291"/>
        </pc:sldMkLst>
        <pc:spChg chg="mod">
          <ac:chgData name="Arkar Than Win" userId="3c8250a4-c36e-434c-9640-1ec1d94cea55" providerId="ADAL" clId="{0ACE9946-0938-4C15-91F3-DF5E7C93A5A9}" dt="2024-05-21T05:09:13.717" v="8489" actId="20577"/>
          <ac:spMkLst>
            <pc:docMk/>
            <pc:sldMk cId="3042849430" sldId="291"/>
            <ac:spMk id="2" creationId="{9C2FE578-CEEC-2AD6-19CB-AEDC8B64DB01}"/>
          </ac:spMkLst>
        </pc:spChg>
        <pc:spChg chg="add mod">
          <ac:chgData name="Arkar Than Win" userId="3c8250a4-c36e-434c-9640-1ec1d94cea55" providerId="ADAL" clId="{0ACE9946-0938-4C15-91F3-DF5E7C93A5A9}" dt="2024-05-21T05:09:27.786" v="8492" actId="571"/>
          <ac:spMkLst>
            <pc:docMk/>
            <pc:sldMk cId="3042849430" sldId="291"/>
            <ac:spMk id="3" creationId="{3BAC6A2B-2EB2-4B51-C0D0-A0730F656445}"/>
          </ac:spMkLst>
        </pc:spChg>
        <pc:spChg chg="mod">
          <ac:chgData name="Arkar Than Win" userId="3c8250a4-c36e-434c-9640-1ec1d94cea55" providerId="ADAL" clId="{0ACE9946-0938-4C15-91F3-DF5E7C93A5A9}" dt="2024-05-21T05:09:33.237" v="8493" actId="108"/>
          <ac:spMkLst>
            <pc:docMk/>
            <pc:sldMk cId="3042849430" sldId="291"/>
            <ac:spMk id="4" creationId="{8B29F72F-7E8B-8450-A7CF-214A573164D4}"/>
          </ac:spMkLst>
        </pc:spChg>
      </pc:sldChg>
      <pc:sldChg chg="addSp delSp modSp add mod ord modClrScheme modAnim chgLayout modNotesTx">
        <pc:chgData name="Arkar Than Win" userId="3c8250a4-c36e-434c-9640-1ec1d94cea55" providerId="ADAL" clId="{0ACE9946-0938-4C15-91F3-DF5E7C93A5A9}" dt="2024-05-30T05:27:32.340" v="36716" actId="14100"/>
        <pc:sldMkLst>
          <pc:docMk/>
          <pc:sldMk cId="1327576110" sldId="292"/>
        </pc:sldMkLst>
        <pc:spChg chg="mod">
          <ac:chgData name="Arkar Than Win" userId="3c8250a4-c36e-434c-9640-1ec1d94cea55" providerId="ADAL" clId="{0ACE9946-0938-4C15-91F3-DF5E7C93A5A9}" dt="2024-05-21T06:36:00.707" v="11577" actId="26606"/>
          <ac:spMkLst>
            <pc:docMk/>
            <pc:sldMk cId="1327576110" sldId="292"/>
            <ac:spMk id="2" creationId="{CF74DB7E-CFA7-340D-92D5-29F98B99F8DA}"/>
          </ac:spMkLst>
        </pc:spChg>
        <pc:spChg chg="add mod">
          <ac:chgData name="Arkar Than Win" userId="3c8250a4-c36e-434c-9640-1ec1d94cea55" providerId="ADAL" clId="{0ACE9946-0938-4C15-91F3-DF5E7C93A5A9}" dt="2024-05-21T06:44:53.185" v="11728"/>
          <ac:spMkLst>
            <pc:docMk/>
            <pc:sldMk cId="1327576110" sldId="292"/>
            <ac:spMk id="3" creationId="{362E8911-FB91-2E4B-4194-301918118797}"/>
          </ac:spMkLst>
        </pc:spChg>
        <pc:spChg chg="mod">
          <ac:chgData name="Arkar Than Win" userId="3c8250a4-c36e-434c-9640-1ec1d94cea55" providerId="ADAL" clId="{0ACE9946-0938-4C15-91F3-DF5E7C93A5A9}" dt="2024-05-30T05:27:32.340" v="36716" actId="14100"/>
          <ac:spMkLst>
            <pc:docMk/>
            <pc:sldMk cId="1327576110" sldId="292"/>
            <ac:spMk id="3" creationId="{BE5B95BC-51F0-02C9-D38D-AD981B71186D}"/>
          </ac:spMkLst>
        </pc:spChg>
        <pc:spChg chg="mod">
          <ac:chgData name="Arkar Than Win" userId="3c8250a4-c36e-434c-9640-1ec1d94cea55" providerId="ADAL" clId="{0ACE9946-0938-4C15-91F3-DF5E7C93A5A9}" dt="2024-05-30T01:53:15.432" v="35943" actId="207"/>
          <ac:spMkLst>
            <pc:docMk/>
            <pc:sldMk cId="1327576110" sldId="292"/>
            <ac:spMk id="6" creationId="{5A80E810-72AC-CADD-6CDA-F2E80C810CC4}"/>
          </ac:spMkLst>
        </pc:spChg>
        <pc:graphicFrameChg chg="add mod">
          <ac:chgData name="Arkar Than Win" userId="3c8250a4-c36e-434c-9640-1ec1d94cea55" providerId="ADAL" clId="{0ACE9946-0938-4C15-91F3-DF5E7C93A5A9}" dt="2024-05-30T01:39:10.095" v="34900"/>
          <ac:graphicFrameMkLst>
            <pc:docMk/>
            <pc:sldMk cId="1327576110" sldId="292"/>
            <ac:graphicFrameMk id="4" creationId="{14242E3D-B8AB-C243-B5A3-7FC3AB82D4CB}"/>
          </ac:graphicFrameMkLst>
        </pc:graphicFrameChg>
        <pc:picChg chg="del mod ord">
          <ac:chgData name="Arkar Than Win" userId="3c8250a4-c36e-434c-9640-1ec1d94cea55" providerId="ADAL" clId="{0ACE9946-0938-4C15-91F3-DF5E7C93A5A9}" dt="2024-05-30T01:39:55.456" v="34904" actId="478"/>
          <ac:picMkLst>
            <pc:docMk/>
            <pc:sldMk cId="1327576110" sldId="292"/>
            <ac:picMk id="5" creationId="{5AB7731C-728D-CDFA-854C-D64534DBEAEE}"/>
          </ac:picMkLst>
        </pc:picChg>
        <pc:picChg chg="add del mod">
          <ac:chgData name="Arkar Than Win" userId="3c8250a4-c36e-434c-9640-1ec1d94cea55" providerId="ADAL" clId="{0ACE9946-0938-4C15-91F3-DF5E7C93A5A9}" dt="2024-05-30T01:39:22.058" v="34903" actId="478"/>
          <ac:picMkLst>
            <pc:docMk/>
            <pc:sldMk cId="1327576110" sldId="292"/>
            <ac:picMk id="7" creationId="{D41649F2-7ECB-E4EE-CEE8-56CF4B354B0D}"/>
          </ac:picMkLst>
        </pc:picChg>
        <pc:picChg chg="add del mod">
          <ac:chgData name="Arkar Than Win" userId="3c8250a4-c36e-434c-9640-1ec1d94cea55" providerId="ADAL" clId="{0ACE9946-0938-4C15-91F3-DF5E7C93A5A9}" dt="2024-05-30T01:40:04.290" v="34908" actId="21"/>
          <ac:picMkLst>
            <pc:docMk/>
            <pc:sldMk cId="1327576110" sldId="292"/>
            <ac:picMk id="9" creationId="{BE4E751B-A31F-3982-F269-255ABB5B372F}"/>
          </ac:picMkLst>
        </pc:picChg>
        <pc:picChg chg="add mod ord">
          <ac:chgData name="Arkar Than Win" userId="3c8250a4-c36e-434c-9640-1ec1d94cea55" providerId="ADAL" clId="{0ACE9946-0938-4C15-91F3-DF5E7C93A5A9}" dt="2024-05-30T05:27:22.298" v="36712" actId="14100"/>
          <ac:picMkLst>
            <pc:docMk/>
            <pc:sldMk cId="1327576110" sldId="292"/>
            <ac:picMk id="10" creationId="{BE4E751B-A31F-3982-F269-255ABB5B372F}"/>
          </ac:picMkLst>
        </pc:picChg>
        <pc:picChg chg="add del mod">
          <ac:chgData name="Arkar Than Win" userId="3c8250a4-c36e-434c-9640-1ec1d94cea55" providerId="ADAL" clId="{0ACE9946-0938-4C15-91F3-DF5E7C93A5A9}" dt="2024-05-21T06:38:46.650" v="11603" actId="21"/>
          <ac:picMkLst>
            <pc:docMk/>
            <pc:sldMk cId="1327576110" sldId="292"/>
            <ac:picMk id="11" creationId="{9E0288E6-DE25-C741-CDCD-F02231B36ABA}"/>
          </ac:picMkLst>
        </pc:picChg>
        <pc:picChg chg="add del mod">
          <ac:chgData name="Arkar Than Win" userId="3c8250a4-c36e-434c-9640-1ec1d94cea55" providerId="ADAL" clId="{0ACE9946-0938-4C15-91F3-DF5E7C93A5A9}" dt="2024-05-21T06:50:02.216" v="11866" actId="1076"/>
          <ac:picMkLst>
            <pc:docMk/>
            <pc:sldMk cId="1327576110" sldId="292"/>
            <ac:picMk id="12" creationId="{9E0288E6-DE25-C741-CDCD-F02231B36ABA}"/>
          </ac:picMkLst>
        </pc:picChg>
        <pc:picChg chg="add del mod">
          <ac:chgData name="Arkar Than Win" userId="3c8250a4-c36e-434c-9640-1ec1d94cea55" providerId="ADAL" clId="{0ACE9946-0938-4C15-91F3-DF5E7C93A5A9}" dt="2024-05-21T06:49:58.639" v="11860" actId="21"/>
          <ac:picMkLst>
            <pc:docMk/>
            <pc:sldMk cId="1327576110" sldId="292"/>
            <ac:picMk id="16" creationId="{9E0288E6-DE25-C741-CDCD-F02231B36ABA}"/>
          </ac:picMkLst>
        </pc:picChg>
      </pc:sldChg>
      <pc:sldChg chg="addSp delSp modSp add mod modNotesTx">
        <pc:chgData name="Arkar Than Win" userId="3c8250a4-c36e-434c-9640-1ec1d94cea55" providerId="ADAL" clId="{0ACE9946-0938-4C15-91F3-DF5E7C93A5A9}" dt="2024-05-30T05:27:56.049" v="36718" actId="20577"/>
        <pc:sldMkLst>
          <pc:docMk/>
          <pc:sldMk cId="32528978" sldId="293"/>
        </pc:sldMkLst>
        <pc:spChg chg="mod">
          <ac:chgData name="Arkar Than Win" userId="3c8250a4-c36e-434c-9640-1ec1d94cea55" providerId="ADAL" clId="{0ACE9946-0938-4C15-91F3-DF5E7C93A5A9}" dt="2024-05-28T08:58:16.512" v="34712" actId="20577"/>
          <ac:spMkLst>
            <pc:docMk/>
            <pc:sldMk cId="32528978" sldId="293"/>
            <ac:spMk id="2" creationId="{CF74DB7E-CFA7-340D-92D5-29F98B99F8DA}"/>
          </ac:spMkLst>
        </pc:spChg>
        <pc:spChg chg="add mod">
          <ac:chgData name="Arkar Than Win" userId="3c8250a4-c36e-434c-9640-1ec1d94cea55" providerId="ADAL" clId="{0ACE9946-0938-4C15-91F3-DF5E7C93A5A9}" dt="2024-05-21T06:56:53.574" v="12663" actId="1036"/>
          <ac:spMkLst>
            <pc:docMk/>
            <pc:sldMk cId="32528978" sldId="293"/>
            <ac:spMk id="4" creationId="{3F60B0B9-3454-F46D-F117-8A4BC631D0B4}"/>
          </ac:spMkLst>
        </pc:spChg>
        <pc:spChg chg="add mod">
          <ac:chgData name="Arkar Than Win" userId="3c8250a4-c36e-434c-9640-1ec1d94cea55" providerId="ADAL" clId="{0ACE9946-0938-4C15-91F3-DF5E7C93A5A9}" dt="2024-05-30T01:54:27.880" v="35953" actId="207"/>
          <ac:spMkLst>
            <pc:docMk/>
            <pc:sldMk cId="32528978" sldId="293"/>
            <ac:spMk id="5" creationId="{1B36F5BB-EEB6-F753-7461-CFE47F0CECA2}"/>
          </ac:spMkLst>
        </pc:spChg>
        <pc:spChg chg="add mod">
          <ac:chgData name="Arkar Than Win" userId="3c8250a4-c36e-434c-9640-1ec1d94cea55" providerId="ADAL" clId="{0ACE9946-0938-4C15-91F3-DF5E7C93A5A9}" dt="2024-05-21T06:57:01.497" v="12666" actId="1035"/>
          <ac:spMkLst>
            <pc:docMk/>
            <pc:sldMk cId="32528978" sldId="293"/>
            <ac:spMk id="7" creationId="{DC53952A-6F96-2CE3-E70E-1AE95D73B588}"/>
          </ac:spMkLst>
        </pc:spChg>
        <pc:graphicFrameChg chg="mod">
          <ac:chgData name="Arkar Than Win" userId="3c8250a4-c36e-434c-9640-1ec1d94cea55" providerId="ADAL" clId="{0ACE9946-0938-4C15-91F3-DF5E7C93A5A9}" dt="2024-05-21T06:56:49.724" v="12659" actId="554"/>
          <ac:graphicFrameMkLst>
            <pc:docMk/>
            <pc:sldMk cId="32528978" sldId="293"/>
            <ac:graphicFrameMk id="15" creationId="{D2D20F60-E809-D77C-2CF5-D2D301F1FFE8}"/>
          </ac:graphicFrameMkLst>
        </pc:graphicFrameChg>
        <pc:picChg chg="add mod">
          <ac:chgData name="Arkar Than Win" userId="3c8250a4-c36e-434c-9640-1ec1d94cea55" providerId="ADAL" clId="{0ACE9946-0938-4C15-91F3-DF5E7C93A5A9}" dt="2024-05-21T06:50:41.148" v="11877"/>
          <ac:picMkLst>
            <pc:docMk/>
            <pc:sldMk cId="32528978" sldId="293"/>
            <ac:picMk id="6" creationId="{F1B22F1F-C351-FF9B-AA18-44AF40928BB1}"/>
          </ac:picMkLst>
        </pc:picChg>
        <pc:picChg chg="del">
          <ac:chgData name="Arkar Than Win" userId="3c8250a4-c36e-434c-9640-1ec1d94cea55" providerId="ADAL" clId="{0ACE9946-0938-4C15-91F3-DF5E7C93A5A9}" dt="2024-05-21T06:40:54.950" v="11621" actId="478"/>
          <ac:picMkLst>
            <pc:docMk/>
            <pc:sldMk cId="32528978" sldId="293"/>
            <ac:picMk id="12" creationId="{9E0288E6-DE25-C741-CDCD-F02231B36ABA}"/>
          </ac:picMkLst>
        </pc:picChg>
        <pc:picChg chg="del mod">
          <ac:chgData name="Arkar Than Win" userId="3c8250a4-c36e-434c-9640-1ec1d94cea55" providerId="ADAL" clId="{0ACE9946-0938-4C15-91F3-DF5E7C93A5A9}" dt="2024-05-21T06:56:35.684" v="12654" actId="21"/>
          <ac:picMkLst>
            <pc:docMk/>
            <pc:sldMk cId="32528978" sldId="293"/>
            <ac:picMk id="14" creationId="{82D77704-57DA-C333-5F3A-80D04C8363DF}"/>
          </ac:picMkLst>
        </pc:picChg>
        <pc:picChg chg="add mod">
          <ac:chgData name="Arkar Than Win" userId="3c8250a4-c36e-434c-9640-1ec1d94cea55" providerId="ADAL" clId="{0ACE9946-0938-4C15-91F3-DF5E7C93A5A9}" dt="2024-05-21T06:56:49.724" v="12659" actId="554"/>
          <ac:picMkLst>
            <pc:docMk/>
            <pc:sldMk cId="32528978" sldId="293"/>
            <ac:picMk id="19" creationId="{82D77704-57DA-C333-5F3A-80D04C8363DF}"/>
          </ac:picMkLst>
        </pc:picChg>
      </pc:sldChg>
      <pc:sldChg chg="addSp delSp modSp add mod modNotesTx">
        <pc:chgData name="Arkar Than Win" userId="3c8250a4-c36e-434c-9640-1ec1d94cea55" providerId="ADAL" clId="{0ACE9946-0938-4C15-91F3-DF5E7C93A5A9}" dt="2024-05-31T01:42:45.268" v="36916" actId="20577"/>
        <pc:sldMkLst>
          <pc:docMk/>
          <pc:sldMk cId="1771346147" sldId="294"/>
        </pc:sldMkLst>
        <pc:spChg chg="mod">
          <ac:chgData name="Arkar Than Win" userId="3c8250a4-c36e-434c-9640-1ec1d94cea55" providerId="ADAL" clId="{0ACE9946-0938-4C15-91F3-DF5E7C93A5A9}" dt="2024-05-21T07:41:34.110" v="15047" actId="26606"/>
          <ac:spMkLst>
            <pc:docMk/>
            <pc:sldMk cId="1771346147" sldId="294"/>
            <ac:spMk id="2" creationId="{CF74DB7E-CFA7-340D-92D5-29F98B99F8DA}"/>
          </ac:spMkLst>
        </pc:spChg>
        <pc:picChg chg="add mod">
          <ac:chgData name="Arkar Than Win" userId="3c8250a4-c36e-434c-9640-1ec1d94cea55" providerId="ADAL" clId="{0ACE9946-0938-4C15-91F3-DF5E7C93A5A9}" dt="2024-05-21T07:41:34.110" v="15047" actId="26606"/>
          <ac:picMkLst>
            <pc:docMk/>
            <pc:sldMk cId="1771346147" sldId="294"/>
            <ac:picMk id="3" creationId="{38F6D5C0-3196-327E-46E0-77841D81EC14}"/>
          </ac:picMkLst>
        </pc:picChg>
        <pc:picChg chg="add del mod">
          <ac:chgData name="Arkar Than Win" userId="3c8250a4-c36e-434c-9640-1ec1d94cea55" providerId="ADAL" clId="{0ACE9946-0938-4C15-91F3-DF5E7C93A5A9}" dt="2024-05-21T07:41:22.435" v="15043" actId="21"/>
          <ac:picMkLst>
            <pc:docMk/>
            <pc:sldMk cId="1771346147" sldId="294"/>
            <ac:picMk id="4" creationId="{7B85662D-0A61-726A-FF47-C0ABF2AD6F41}"/>
          </ac:picMkLst>
        </pc:picChg>
        <pc:picChg chg="del">
          <ac:chgData name="Arkar Than Win" userId="3c8250a4-c36e-434c-9640-1ec1d94cea55" providerId="ADAL" clId="{0ACE9946-0938-4C15-91F3-DF5E7C93A5A9}" dt="2024-05-21T07:40:50.518" v="15031" actId="478"/>
          <ac:picMkLst>
            <pc:docMk/>
            <pc:sldMk cId="1771346147" sldId="294"/>
            <ac:picMk id="6" creationId="{7B85662D-0A61-726A-FF47-C0ABF2AD6F41}"/>
          </ac:picMkLst>
        </pc:picChg>
        <pc:picChg chg="del mod">
          <ac:chgData name="Arkar Than Win" userId="3c8250a4-c36e-434c-9640-1ec1d94cea55" providerId="ADAL" clId="{0ACE9946-0938-4C15-91F3-DF5E7C93A5A9}" dt="2024-05-21T07:40:57.608" v="15033" actId="478"/>
          <ac:picMkLst>
            <pc:docMk/>
            <pc:sldMk cId="1771346147" sldId="294"/>
            <ac:picMk id="8" creationId="{38F6D5C0-3196-327E-46E0-77841D81EC14}"/>
          </ac:picMkLst>
        </pc:picChg>
      </pc:sldChg>
      <pc:sldChg chg="addSp delSp modSp add mod">
        <pc:chgData name="Arkar Than Win" userId="3c8250a4-c36e-434c-9640-1ec1d94cea55" providerId="ADAL" clId="{0ACE9946-0938-4C15-91F3-DF5E7C93A5A9}" dt="2024-05-28T07:53:13.756" v="33378" actId="167"/>
        <pc:sldMkLst>
          <pc:docMk/>
          <pc:sldMk cId="1426852280" sldId="295"/>
        </pc:sldMkLst>
        <pc:spChg chg="mod">
          <ac:chgData name="Arkar Than Win" userId="3c8250a4-c36e-434c-9640-1ec1d94cea55" providerId="ADAL" clId="{0ACE9946-0938-4C15-91F3-DF5E7C93A5A9}" dt="2024-05-23T00:07:43.283" v="18285" actId="20577"/>
          <ac:spMkLst>
            <pc:docMk/>
            <pc:sldMk cId="1426852280" sldId="295"/>
            <ac:spMk id="2" creationId="{CF74DB7E-CFA7-340D-92D5-29F98B99F8DA}"/>
          </ac:spMkLst>
        </pc:spChg>
        <pc:picChg chg="add mod ord">
          <ac:chgData name="Arkar Than Win" userId="3c8250a4-c36e-434c-9640-1ec1d94cea55" providerId="ADAL" clId="{0ACE9946-0938-4C15-91F3-DF5E7C93A5A9}" dt="2024-05-28T07:53:13.756" v="33378" actId="167"/>
          <ac:picMkLst>
            <pc:docMk/>
            <pc:sldMk cId="1426852280" sldId="295"/>
            <ac:picMk id="3" creationId="{9E441E87-D978-7D82-D8F2-EE5657501F6C}"/>
          </ac:picMkLst>
        </pc:picChg>
        <pc:picChg chg="del">
          <ac:chgData name="Arkar Than Win" userId="3c8250a4-c36e-434c-9640-1ec1d94cea55" providerId="ADAL" clId="{0ACE9946-0938-4C15-91F3-DF5E7C93A5A9}" dt="2024-05-23T00:07:40.383" v="18275" actId="478"/>
          <ac:picMkLst>
            <pc:docMk/>
            <pc:sldMk cId="1426852280" sldId="295"/>
            <ac:picMk id="4" creationId="{09A26CB8-E327-54B8-CC16-8CFCBD4C07BF}"/>
          </ac:picMkLst>
        </pc:picChg>
      </pc:sldChg>
      <pc:sldChg chg="delSp modSp modNotesTx">
        <pc:chgData name="Arkar Than Win" userId="3c8250a4-c36e-434c-9640-1ec1d94cea55" providerId="ADAL" clId="{0ACE9946-0938-4C15-91F3-DF5E7C93A5A9}" dt="2024-05-30T04:11:27.829" v="35958" actId="165"/>
        <pc:sldMkLst>
          <pc:docMk/>
          <pc:sldMk cId="690698490" sldId="298"/>
        </pc:sldMkLst>
        <pc:spChg chg="mod topLvl">
          <ac:chgData name="Arkar Than Win" userId="3c8250a4-c36e-434c-9640-1ec1d94cea55" providerId="ADAL" clId="{0ACE9946-0938-4C15-91F3-DF5E7C93A5A9}" dt="2024-05-30T04:11:27.829" v="35958" actId="165"/>
          <ac:spMkLst>
            <pc:docMk/>
            <pc:sldMk cId="690698490" sldId="298"/>
            <ac:spMk id="45" creationId="{2BBEC30F-48C3-C40F-6E32-451B3624DDD5}"/>
          </ac:spMkLst>
        </pc:spChg>
        <pc:spChg chg="mod topLvl">
          <ac:chgData name="Arkar Than Win" userId="3c8250a4-c36e-434c-9640-1ec1d94cea55" providerId="ADAL" clId="{0ACE9946-0938-4C15-91F3-DF5E7C93A5A9}" dt="2024-05-30T04:11:27.829" v="35958" actId="165"/>
          <ac:spMkLst>
            <pc:docMk/>
            <pc:sldMk cId="690698490" sldId="298"/>
            <ac:spMk id="46" creationId="{AF640F94-AB5A-FC94-515D-124116EB373E}"/>
          </ac:spMkLst>
        </pc:spChg>
        <pc:spChg chg="mod topLvl">
          <ac:chgData name="Arkar Than Win" userId="3c8250a4-c36e-434c-9640-1ec1d94cea55" providerId="ADAL" clId="{0ACE9946-0938-4C15-91F3-DF5E7C93A5A9}" dt="2024-05-30T04:11:27.829" v="35958" actId="165"/>
          <ac:spMkLst>
            <pc:docMk/>
            <pc:sldMk cId="690698490" sldId="298"/>
            <ac:spMk id="47" creationId="{F3D2B9B6-BD07-E822-3CB4-DE0BB9AFC440}"/>
          </ac:spMkLst>
        </pc:spChg>
        <pc:spChg chg="mod topLvl">
          <ac:chgData name="Arkar Than Win" userId="3c8250a4-c36e-434c-9640-1ec1d94cea55" providerId="ADAL" clId="{0ACE9946-0938-4C15-91F3-DF5E7C93A5A9}" dt="2024-05-30T04:11:27.829" v="35958" actId="165"/>
          <ac:spMkLst>
            <pc:docMk/>
            <pc:sldMk cId="690698490" sldId="298"/>
            <ac:spMk id="48" creationId="{66B83DDA-C2AF-81C1-FBAF-AAFA98D9A880}"/>
          </ac:spMkLst>
        </pc:spChg>
        <pc:grpChg chg="mod topLvl">
          <ac:chgData name="Arkar Than Win" userId="3c8250a4-c36e-434c-9640-1ec1d94cea55" providerId="ADAL" clId="{0ACE9946-0938-4C15-91F3-DF5E7C93A5A9}" dt="2024-05-30T04:11:27.829" v="35958" actId="165"/>
          <ac:grpSpMkLst>
            <pc:docMk/>
            <pc:sldMk cId="690698490" sldId="298"/>
            <ac:grpSpMk id="9" creationId="{E423D0C1-8F9C-4B20-BCB5-49A18C34412C}"/>
          </ac:grpSpMkLst>
        </pc:grpChg>
        <pc:grpChg chg="del">
          <ac:chgData name="Arkar Than Win" userId="3c8250a4-c36e-434c-9640-1ec1d94cea55" providerId="ADAL" clId="{0ACE9946-0938-4C15-91F3-DF5E7C93A5A9}" dt="2024-05-30T04:11:27.829" v="35958" actId="165"/>
          <ac:grpSpMkLst>
            <pc:docMk/>
            <pc:sldMk cId="690698490" sldId="298"/>
            <ac:grpSpMk id="49" creationId="{336E3165-2C22-5020-18E5-D580324F2F42}"/>
          </ac:grpSpMkLst>
        </pc:grpChg>
        <pc:graphicFrameChg chg="mod">
          <ac:chgData name="Arkar Than Win" userId="3c8250a4-c36e-434c-9640-1ec1d94cea55" providerId="ADAL" clId="{0ACE9946-0938-4C15-91F3-DF5E7C93A5A9}" dt="2024-05-28T06:19:45.484" v="22685" actId="20577"/>
          <ac:graphicFrameMkLst>
            <pc:docMk/>
            <pc:sldMk cId="690698490" sldId="298"/>
            <ac:graphicFrameMk id="57" creationId="{147FDA92-D950-0FE9-5DC6-AAA664EF7385}"/>
          </ac:graphicFrameMkLst>
        </pc:graphicFrameChg>
        <pc:picChg chg="mod">
          <ac:chgData name="Arkar Than Win" userId="3c8250a4-c36e-434c-9640-1ec1d94cea55" providerId="ADAL" clId="{0ACE9946-0938-4C15-91F3-DF5E7C93A5A9}" dt="2024-05-30T04:11:27.829" v="35958" actId="165"/>
          <ac:picMkLst>
            <pc:docMk/>
            <pc:sldMk cId="690698490" sldId="298"/>
            <ac:picMk id="10" creationId="{B22DD5AE-22C1-13EE-1186-758EE851108E}"/>
          </ac:picMkLst>
        </pc:picChg>
        <pc:picChg chg="mod">
          <ac:chgData name="Arkar Than Win" userId="3c8250a4-c36e-434c-9640-1ec1d94cea55" providerId="ADAL" clId="{0ACE9946-0938-4C15-91F3-DF5E7C93A5A9}" dt="2024-05-30T04:11:27.829" v="35958" actId="165"/>
          <ac:picMkLst>
            <pc:docMk/>
            <pc:sldMk cId="690698490" sldId="298"/>
            <ac:picMk id="11" creationId="{106CE30C-BFD1-9E5B-6A06-8EC926C09A1E}"/>
          </ac:picMkLst>
        </pc:picChg>
        <pc:picChg chg="mod">
          <ac:chgData name="Arkar Than Win" userId="3c8250a4-c36e-434c-9640-1ec1d94cea55" providerId="ADAL" clId="{0ACE9946-0938-4C15-91F3-DF5E7C93A5A9}" dt="2024-05-30T04:11:27.829" v="35958" actId="165"/>
          <ac:picMkLst>
            <pc:docMk/>
            <pc:sldMk cId="690698490" sldId="298"/>
            <ac:picMk id="12" creationId="{CECAA070-D3F2-B73C-3FCC-94D63D6CB6A2}"/>
          </ac:picMkLst>
        </pc:picChg>
        <pc:picChg chg="mod">
          <ac:chgData name="Arkar Than Win" userId="3c8250a4-c36e-434c-9640-1ec1d94cea55" providerId="ADAL" clId="{0ACE9946-0938-4C15-91F3-DF5E7C93A5A9}" dt="2024-05-30T04:11:27.829" v="35958" actId="165"/>
          <ac:picMkLst>
            <pc:docMk/>
            <pc:sldMk cId="690698490" sldId="298"/>
            <ac:picMk id="13" creationId="{7296D18F-A33C-412C-F3AA-3B12B5AC8150}"/>
          </ac:picMkLst>
        </pc:picChg>
        <pc:picChg chg="mod">
          <ac:chgData name="Arkar Than Win" userId="3c8250a4-c36e-434c-9640-1ec1d94cea55" providerId="ADAL" clId="{0ACE9946-0938-4C15-91F3-DF5E7C93A5A9}" dt="2024-05-30T04:11:27.829" v="35958" actId="165"/>
          <ac:picMkLst>
            <pc:docMk/>
            <pc:sldMk cId="690698490" sldId="298"/>
            <ac:picMk id="14" creationId="{3151211F-AD7D-3B1F-E594-DB3AAC1EB7A6}"/>
          </ac:picMkLst>
        </pc:picChg>
        <pc:picChg chg="mod">
          <ac:chgData name="Arkar Than Win" userId="3c8250a4-c36e-434c-9640-1ec1d94cea55" providerId="ADAL" clId="{0ACE9946-0938-4C15-91F3-DF5E7C93A5A9}" dt="2024-05-30T04:11:27.829" v="35958" actId="165"/>
          <ac:picMkLst>
            <pc:docMk/>
            <pc:sldMk cId="690698490" sldId="298"/>
            <ac:picMk id="15" creationId="{0BC3FCFB-CEF0-D615-8ED3-150A3F9A3BEC}"/>
          </ac:picMkLst>
        </pc:picChg>
      </pc:sldChg>
      <pc:sldChg chg="modNotesTx">
        <pc:chgData name="Arkar Than Win" userId="3c8250a4-c36e-434c-9640-1ec1d94cea55" providerId="ADAL" clId="{0ACE9946-0938-4C15-91F3-DF5E7C93A5A9}" dt="2024-05-30T01:49:55.150" v="35934" actId="20577"/>
        <pc:sldMkLst>
          <pc:docMk/>
          <pc:sldMk cId="2272447710" sldId="299"/>
        </pc:sldMkLst>
      </pc:sldChg>
      <pc:sldChg chg="addSp modSp mod">
        <pc:chgData name="Arkar Than Win" userId="3c8250a4-c36e-434c-9640-1ec1d94cea55" providerId="ADAL" clId="{0ACE9946-0938-4C15-91F3-DF5E7C93A5A9}" dt="2024-05-28T07:53:17.133" v="33380" actId="167"/>
        <pc:sldMkLst>
          <pc:docMk/>
          <pc:sldMk cId="3482302404" sldId="302"/>
        </pc:sldMkLst>
        <pc:picChg chg="add mod ord">
          <ac:chgData name="Arkar Than Win" userId="3c8250a4-c36e-434c-9640-1ec1d94cea55" providerId="ADAL" clId="{0ACE9946-0938-4C15-91F3-DF5E7C93A5A9}" dt="2024-05-28T07:53:17.133" v="33380" actId="167"/>
          <ac:picMkLst>
            <pc:docMk/>
            <pc:sldMk cId="3482302404" sldId="302"/>
            <ac:picMk id="3" creationId="{0F3A8C78-E1DC-9E0F-AAE5-5339FA231C31}"/>
          </ac:picMkLst>
        </pc:picChg>
      </pc:sldChg>
      <pc:sldChg chg="addSp modSp mod">
        <pc:chgData name="Arkar Than Win" userId="3c8250a4-c36e-434c-9640-1ec1d94cea55" providerId="ADAL" clId="{0ACE9946-0938-4C15-91F3-DF5E7C93A5A9}" dt="2024-05-28T07:55:03.267" v="33398" actId="20577"/>
        <pc:sldMkLst>
          <pc:docMk/>
          <pc:sldMk cId="1265821019" sldId="303"/>
        </pc:sldMkLst>
        <pc:spChg chg="mod">
          <ac:chgData name="Arkar Than Win" userId="3c8250a4-c36e-434c-9640-1ec1d94cea55" providerId="ADAL" clId="{0ACE9946-0938-4C15-91F3-DF5E7C93A5A9}" dt="2024-05-28T07:55:03.267" v="33398" actId="20577"/>
          <ac:spMkLst>
            <pc:docMk/>
            <pc:sldMk cId="1265821019" sldId="303"/>
            <ac:spMk id="7" creationId="{5607720C-9632-81BC-5D1F-0ADE5F99A667}"/>
          </ac:spMkLst>
        </pc:spChg>
        <pc:picChg chg="add mod ord">
          <ac:chgData name="Arkar Than Win" userId="3c8250a4-c36e-434c-9640-1ec1d94cea55" providerId="ADAL" clId="{0ACE9946-0938-4C15-91F3-DF5E7C93A5A9}" dt="2024-05-28T07:53:20.120" v="33382" actId="167"/>
          <ac:picMkLst>
            <pc:docMk/>
            <pc:sldMk cId="1265821019" sldId="303"/>
            <ac:picMk id="3" creationId="{43192647-9009-E064-3FE4-6D36A6E86770}"/>
          </ac:picMkLst>
        </pc:picChg>
      </pc:sldChg>
      <pc:sldChg chg="addSp modSp mod">
        <pc:chgData name="Arkar Than Win" userId="3c8250a4-c36e-434c-9640-1ec1d94cea55" providerId="ADAL" clId="{0ACE9946-0938-4C15-91F3-DF5E7C93A5A9}" dt="2024-05-28T07:53:24.033" v="33384" actId="167"/>
        <pc:sldMkLst>
          <pc:docMk/>
          <pc:sldMk cId="1258588078" sldId="304"/>
        </pc:sldMkLst>
        <pc:picChg chg="add mod ord">
          <ac:chgData name="Arkar Than Win" userId="3c8250a4-c36e-434c-9640-1ec1d94cea55" providerId="ADAL" clId="{0ACE9946-0938-4C15-91F3-DF5E7C93A5A9}" dt="2024-05-28T07:53:24.033" v="33384" actId="167"/>
          <ac:picMkLst>
            <pc:docMk/>
            <pc:sldMk cId="1258588078" sldId="304"/>
            <ac:picMk id="3" creationId="{5EAA7FDE-C93C-A4E5-2CF6-FE256F5E800B}"/>
          </ac:picMkLst>
        </pc:picChg>
      </pc:sldChg>
      <pc:sldChg chg="addSp delSp modSp add mod">
        <pc:chgData name="Arkar Than Win" userId="3c8250a4-c36e-434c-9640-1ec1d94cea55" providerId="ADAL" clId="{0ACE9946-0938-4C15-91F3-DF5E7C93A5A9}" dt="2024-05-31T02:24:31.973" v="37601" actId="21"/>
        <pc:sldMkLst>
          <pc:docMk/>
          <pc:sldMk cId="3506120953" sldId="305"/>
        </pc:sldMkLst>
        <pc:spChg chg="del">
          <ac:chgData name="Arkar Than Win" userId="3c8250a4-c36e-434c-9640-1ec1d94cea55" providerId="ADAL" clId="{0ACE9946-0938-4C15-91F3-DF5E7C93A5A9}" dt="2024-05-30T04:33:10.183" v="36293" actId="478"/>
          <ac:spMkLst>
            <pc:docMk/>
            <pc:sldMk cId="3506120953" sldId="305"/>
            <ac:spMk id="125" creationId="{9932F203-6410-E6C0-F6A4-AA55139DAD08}"/>
          </ac:spMkLst>
        </pc:spChg>
        <pc:spChg chg="del">
          <ac:chgData name="Arkar Than Win" userId="3c8250a4-c36e-434c-9640-1ec1d94cea55" providerId="ADAL" clId="{0ACE9946-0938-4C15-91F3-DF5E7C93A5A9}" dt="2024-05-30T04:33:10.183" v="36293" actId="478"/>
          <ac:spMkLst>
            <pc:docMk/>
            <pc:sldMk cId="3506120953" sldId="305"/>
            <ac:spMk id="126" creationId="{A1CC2E64-97B3-A294-A59C-C9FB1B5A855C}"/>
          </ac:spMkLst>
        </pc:spChg>
        <pc:grpChg chg="add mod">
          <ac:chgData name="Arkar Than Win" userId="3c8250a4-c36e-434c-9640-1ec1d94cea55" providerId="ADAL" clId="{0ACE9946-0938-4C15-91F3-DF5E7C93A5A9}" dt="2024-05-31T02:22:30.406" v="37550"/>
          <ac:grpSpMkLst>
            <pc:docMk/>
            <pc:sldMk cId="3506120953" sldId="305"/>
            <ac:grpSpMk id="2" creationId="{0EA91A67-13ED-D913-33D4-AC2505737C8F}"/>
          </ac:grpSpMkLst>
        </pc:grpChg>
        <pc:grpChg chg="add mod">
          <ac:chgData name="Arkar Than Win" userId="3c8250a4-c36e-434c-9640-1ec1d94cea55" providerId="ADAL" clId="{0ACE9946-0938-4C15-91F3-DF5E7C93A5A9}" dt="2024-05-30T04:33:20.710" v="36297"/>
          <ac:grpSpMkLst>
            <pc:docMk/>
            <pc:sldMk cId="3506120953" sldId="305"/>
            <ac:grpSpMk id="4" creationId="{3C9E112D-7028-D268-3E9C-40F4A3F572E7}"/>
          </ac:grpSpMkLst>
        </pc:grpChg>
        <pc:grpChg chg="add mod">
          <ac:chgData name="Arkar Than Win" userId="3c8250a4-c36e-434c-9640-1ec1d94cea55" providerId="ADAL" clId="{0ACE9946-0938-4C15-91F3-DF5E7C93A5A9}" dt="2024-05-31T02:22:34.604" v="37553"/>
          <ac:grpSpMkLst>
            <pc:docMk/>
            <pc:sldMk cId="3506120953" sldId="305"/>
            <ac:grpSpMk id="9" creationId="{6F9B2FA9-9718-65F7-6F53-36D6EEFC2DE3}"/>
          </ac:grpSpMkLst>
        </pc:grpChg>
        <pc:grpChg chg="del mod">
          <ac:chgData name="Arkar Than Win" userId="3c8250a4-c36e-434c-9640-1ec1d94cea55" providerId="ADAL" clId="{0ACE9946-0938-4C15-91F3-DF5E7C93A5A9}" dt="2024-05-30T04:34:37.677" v="36330" actId="478"/>
          <ac:grpSpMkLst>
            <pc:docMk/>
            <pc:sldMk cId="3506120953" sldId="305"/>
            <ac:grpSpMk id="11" creationId="{67B8729B-6D99-CADB-FB52-2201477C2ECA}"/>
          </ac:grpSpMkLst>
        </pc:grpChg>
        <pc:grpChg chg="add mod">
          <ac:chgData name="Arkar Than Win" userId="3c8250a4-c36e-434c-9640-1ec1d94cea55" providerId="ADAL" clId="{0ACE9946-0938-4C15-91F3-DF5E7C93A5A9}" dt="2024-05-31T02:24:24.106" v="37595"/>
          <ac:grpSpMkLst>
            <pc:docMk/>
            <pc:sldMk cId="3506120953" sldId="305"/>
            <ac:grpSpMk id="14" creationId="{F7786289-27F4-E49A-6663-A460612769C8}"/>
          </ac:grpSpMkLst>
        </pc:grpChg>
        <pc:grpChg chg="add mod">
          <ac:chgData name="Arkar Than Win" userId="3c8250a4-c36e-434c-9640-1ec1d94cea55" providerId="ADAL" clId="{0ACE9946-0938-4C15-91F3-DF5E7C93A5A9}" dt="2024-05-31T02:24:28.454" v="37598"/>
          <ac:grpSpMkLst>
            <pc:docMk/>
            <pc:sldMk cId="3506120953" sldId="305"/>
            <ac:grpSpMk id="19" creationId="{33A324CB-223E-4915-5183-3D09A22FD07B}"/>
          </ac:grpSpMkLst>
        </pc:grpChg>
        <pc:grpChg chg="del mod">
          <ac:chgData name="Arkar Than Win" userId="3c8250a4-c36e-434c-9640-1ec1d94cea55" providerId="ADAL" clId="{0ACE9946-0938-4C15-91F3-DF5E7C93A5A9}" dt="2024-05-30T04:34:32.766" v="36327" actId="478"/>
          <ac:grpSpMkLst>
            <pc:docMk/>
            <pc:sldMk cId="3506120953" sldId="305"/>
            <ac:grpSpMk id="26" creationId="{0A518480-F1CF-768E-EF85-71CEFACFA081}"/>
          </ac:grpSpMkLst>
        </pc:grpChg>
        <pc:grpChg chg="del">
          <ac:chgData name="Arkar Than Win" userId="3c8250a4-c36e-434c-9640-1ec1d94cea55" providerId="ADAL" clId="{0ACE9946-0938-4C15-91F3-DF5E7C93A5A9}" dt="2024-05-30T04:33:10.183" v="36293" actId="478"/>
          <ac:grpSpMkLst>
            <pc:docMk/>
            <pc:sldMk cId="3506120953" sldId="305"/>
            <ac:grpSpMk id="33" creationId="{C67AE509-518C-1119-99A5-517AD384365E}"/>
          </ac:grpSpMkLst>
        </pc:grpChg>
        <pc:grpChg chg="del">
          <ac:chgData name="Arkar Than Win" userId="3c8250a4-c36e-434c-9640-1ec1d94cea55" providerId="ADAL" clId="{0ACE9946-0938-4C15-91F3-DF5E7C93A5A9}" dt="2024-05-30T04:33:10.183" v="36293" actId="478"/>
          <ac:grpSpMkLst>
            <pc:docMk/>
            <pc:sldMk cId="3506120953" sldId="305"/>
            <ac:grpSpMk id="52" creationId="{83E0BFFC-9C07-886D-C762-D29CE72740D2}"/>
          </ac:grpSpMkLst>
        </pc:grpChg>
        <pc:grpChg chg="del">
          <ac:chgData name="Arkar Than Win" userId="3c8250a4-c36e-434c-9640-1ec1d94cea55" providerId="ADAL" clId="{0ACE9946-0938-4C15-91F3-DF5E7C93A5A9}" dt="2024-05-30T04:33:10.183" v="36293" actId="478"/>
          <ac:grpSpMkLst>
            <pc:docMk/>
            <pc:sldMk cId="3506120953" sldId="305"/>
            <ac:grpSpMk id="59" creationId="{BA16C32E-4C8F-E629-5ED6-58937F0805ED}"/>
          </ac:grpSpMkLst>
        </pc:grpChg>
        <pc:grpChg chg="del">
          <ac:chgData name="Arkar Than Win" userId="3c8250a4-c36e-434c-9640-1ec1d94cea55" providerId="ADAL" clId="{0ACE9946-0938-4C15-91F3-DF5E7C93A5A9}" dt="2024-05-30T04:33:10.183" v="36293" actId="478"/>
          <ac:grpSpMkLst>
            <pc:docMk/>
            <pc:sldMk cId="3506120953" sldId="305"/>
            <ac:grpSpMk id="79" creationId="{C4CC2D00-45C7-1EDB-E222-595D11F44A57}"/>
          </ac:grpSpMkLst>
        </pc:grpChg>
        <pc:grpChg chg="del">
          <ac:chgData name="Arkar Than Win" userId="3c8250a4-c36e-434c-9640-1ec1d94cea55" providerId="ADAL" clId="{0ACE9946-0938-4C15-91F3-DF5E7C93A5A9}" dt="2024-05-30T04:33:10.183" v="36293" actId="478"/>
          <ac:grpSpMkLst>
            <pc:docMk/>
            <pc:sldMk cId="3506120953" sldId="305"/>
            <ac:grpSpMk id="89" creationId="{67C6974F-6501-1373-9D02-0F4D927E24A9}"/>
          </ac:grpSpMkLst>
        </pc:grpChg>
        <pc:grpChg chg="add del mod">
          <ac:chgData name="Arkar Than Win" userId="3c8250a4-c36e-434c-9640-1ec1d94cea55" providerId="ADAL" clId="{0ACE9946-0938-4C15-91F3-DF5E7C93A5A9}" dt="2024-05-30T04:33:42.428" v="36303" actId="21"/>
          <ac:grpSpMkLst>
            <pc:docMk/>
            <pc:sldMk cId="3506120953" sldId="305"/>
            <ac:grpSpMk id="96" creationId="{C4CC2D00-45C7-1EDB-E222-595D11F44A57}"/>
          </ac:grpSpMkLst>
        </pc:grpChg>
        <pc:grpChg chg="mod">
          <ac:chgData name="Arkar Than Win" userId="3c8250a4-c36e-434c-9640-1ec1d94cea55" providerId="ADAL" clId="{0ACE9946-0938-4C15-91F3-DF5E7C93A5A9}" dt="2024-05-30T04:33:25.012" v="36299"/>
          <ac:grpSpMkLst>
            <pc:docMk/>
            <pc:sldMk cId="3506120953" sldId="305"/>
            <ac:grpSpMk id="99" creationId="{2761AF44-905C-421A-AC94-BF3F7C97E2A6}"/>
          </ac:grpSpMkLst>
        </pc:grpChg>
        <pc:grpChg chg="del">
          <ac:chgData name="Arkar Than Win" userId="3c8250a4-c36e-434c-9640-1ec1d94cea55" providerId="ADAL" clId="{0ACE9946-0938-4C15-91F3-DF5E7C93A5A9}" dt="2024-05-30T04:33:10.183" v="36293" actId="478"/>
          <ac:grpSpMkLst>
            <pc:docMk/>
            <pc:sldMk cId="3506120953" sldId="305"/>
            <ac:grpSpMk id="108" creationId="{9053D148-A659-B9F5-317D-E3B294A5749F}"/>
          </ac:grpSpMkLst>
        </pc:grpChg>
        <pc:grpChg chg="mod">
          <ac:chgData name="Arkar Than Win" userId="3c8250a4-c36e-434c-9640-1ec1d94cea55" providerId="ADAL" clId="{0ACE9946-0938-4C15-91F3-DF5E7C93A5A9}" dt="2024-05-30T04:33:25.012" v="36299"/>
          <ac:grpSpMkLst>
            <pc:docMk/>
            <pc:sldMk cId="3506120953" sldId="305"/>
            <ac:grpSpMk id="122" creationId="{B491CFFB-7DCE-D24D-EE06-CC0446FF13BC}"/>
          </ac:grpSpMkLst>
        </pc:grpChg>
        <pc:grpChg chg="del">
          <ac:chgData name="Arkar Than Win" userId="3c8250a4-c36e-434c-9640-1ec1d94cea55" providerId="ADAL" clId="{0ACE9946-0938-4C15-91F3-DF5E7C93A5A9}" dt="2024-05-30T04:33:10.183" v="36293" actId="478"/>
          <ac:grpSpMkLst>
            <pc:docMk/>
            <pc:sldMk cId="3506120953" sldId="305"/>
            <ac:grpSpMk id="137" creationId="{3C9E112D-7028-D268-3E9C-40F4A3F572E7}"/>
          </ac:grpSpMkLst>
        </pc:grpChg>
        <pc:grpChg chg="add mod">
          <ac:chgData name="Arkar Than Win" userId="3c8250a4-c36e-434c-9640-1ec1d94cea55" providerId="ADAL" clId="{0ACE9946-0938-4C15-91F3-DF5E7C93A5A9}" dt="2024-05-30T04:33:27.199" v="36301" actId="571"/>
          <ac:grpSpMkLst>
            <pc:docMk/>
            <pc:sldMk cId="3506120953" sldId="305"/>
            <ac:grpSpMk id="171" creationId="{A15B9D91-F2E7-C0B6-DF2F-DCC322CD91F6}"/>
          </ac:grpSpMkLst>
        </pc:grpChg>
        <pc:grpChg chg="mod">
          <ac:chgData name="Arkar Than Win" userId="3c8250a4-c36e-434c-9640-1ec1d94cea55" providerId="ADAL" clId="{0ACE9946-0938-4C15-91F3-DF5E7C93A5A9}" dt="2024-05-30T04:33:27.199" v="36301" actId="571"/>
          <ac:grpSpMkLst>
            <pc:docMk/>
            <pc:sldMk cId="3506120953" sldId="305"/>
            <ac:grpSpMk id="173" creationId="{56CB1C69-787A-036C-6375-F3A7933A1F11}"/>
          </ac:grpSpMkLst>
        </pc:grpChg>
        <pc:grpChg chg="mod">
          <ac:chgData name="Arkar Than Win" userId="3c8250a4-c36e-434c-9640-1ec1d94cea55" providerId="ADAL" clId="{0ACE9946-0938-4C15-91F3-DF5E7C93A5A9}" dt="2024-05-30T04:33:27.199" v="36301" actId="571"/>
          <ac:grpSpMkLst>
            <pc:docMk/>
            <pc:sldMk cId="3506120953" sldId="305"/>
            <ac:grpSpMk id="174" creationId="{D43F28FA-F51A-9D34-A55C-374893F5F6AA}"/>
          </ac:grpSpMkLst>
        </pc:grpChg>
        <pc:grpChg chg="del">
          <ac:chgData name="Arkar Than Win" userId="3c8250a4-c36e-434c-9640-1ec1d94cea55" providerId="ADAL" clId="{0ACE9946-0938-4C15-91F3-DF5E7C93A5A9}" dt="2024-05-30T04:33:10.183" v="36293" actId="478"/>
          <ac:grpSpMkLst>
            <pc:docMk/>
            <pc:sldMk cId="3506120953" sldId="305"/>
            <ac:grpSpMk id="188" creationId="{CB0DC294-D264-08BF-F37C-529965B9BA05}"/>
          </ac:grpSpMkLst>
        </pc:grpChg>
        <pc:grpChg chg="del">
          <ac:chgData name="Arkar Than Win" userId="3c8250a4-c36e-434c-9640-1ec1d94cea55" providerId="ADAL" clId="{0ACE9946-0938-4C15-91F3-DF5E7C93A5A9}" dt="2024-05-30T04:33:10.183" v="36293" actId="478"/>
          <ac:grpSpMkLst>
            <pc:docMk/>
            <pc:sldMk cId="3506120953" sldId="305"/>
            <ac:grpSpMk id="189" creationId="{FA37F6E6-7DE2-3B84-B6CE-30AE055F3DFD}"/>
          </ac:grpSpMkLst>
        </pc:grpChg>
        <pc:grpChg chg="del">
          <ac:chgData name="Arkar Than Win" userId="3c8250a4-c36e-434c-9640-1ec1d94cea55" providerId="ADAL" clId="{0ACE9946-0938-4C15-91F3-DF5E7C93A5A9}" dt="2024-05-30T04:33:10.183" v="36293" actId="478"/>
          <ac:grpSpMkLst>
            <pc:docMk/>
            <pc:sldMk cId="3506120953" sldId="305"/>
            <ac:grpSpMk id="190" creationId="{70E841CD-C22B-72AF-69E6-0E0600C7068C}"/>
          </ac:grpSpMkLst>
        </pc:grpChg>
        <pc:grpChg chg="add del mod">
          <ac:chgData name="Arkar Than Win" userId="3c8250a4-c36e-434c-9640-1ec1d94cea55" providerId="ADAL" clId="{0ACE9946-0938-4C15-91F3-DF5E7C93A5A9}" dt="2024-05-30T04:33:51.571" v="36306" actId="478"/>
          <ac:grpSpMkLst>
            <pc:docMk/>
            <pc:sldMk cId="3506120953" sldId="305"/>
            <ac:grpSpMk id="194" creationId="{C4CC2D00-45C7-1EDB-E222-595D11F44A57}"/>
          </ac:grpSpMkLst>
        </pc:grpChg>
        <pc:grpChg chg="mod">
          <ac:chgData name="Arkar Than Win" userId="3c8250a4-c36e-434c-9640-1ec1d94cea55" providerId="ADAL" clId="{0ACE9946-0938-4C15-91F3-DF5E7C93A5A9}" dt="2024-05-30T04:33:43.341" v="36304"/>
          <ac:grpSpMkLst>
            <pc:docMk/>
            <pc:sldMk cId="3506120953" sldId="305"/>
            <ac:grpSpMk id="196" creationId="{2761AF44-905C-421A-AC94-BF3F7C97E2A6}"/>
          </ac:grpSpMkLst>
        </pc:grpChg>
        <pc:grpChg chg="mod">
          <ac:chgData name="Arkar Than Win" userId="3c8250a4-c36e-434c-9640-1ec1d94cea55" providerId="ADAL" clId="{0ACE9946-0938-4C15-91F3-DF5E7C93A5A9}" dt="2024-05-30T04:33:43.341" v="36304"/>
          <ac:grpSpMkLst>
            <pc:docMk/>
            <pc:sldMk cId="3506120953" sldId="305"/>
            <ac:grpSpMk id="197" creationId="{B491CFFB-7DCE-D24D-EE06-CC0446FF13BC}"/>
          </ac:grpSpMkLst>
        </pc:grpChg>
        <pc:grpChg chg="add mod">
          <ac:chgData name="Arkar Than Win" userId="3c8250a4-c36e-434c-9640-1ec1d94cea55" providerId="ADAL" clId="{0ACE9946-0938-4C15-91F3-DF5E7C93A5A9}" dt="2024-05-30T04:35:35.971" v="36356"/>
          <ac:grpSpMkLst>
            <pc:docMk/>
            <pc:sldMk cId="3506120953" sldId="305"/>
            <ac:grpSpMk id="206" creationId="{642EA3D7-732E-E396-69C2-F0B8B0D13B08}"/>
          </ac:grpSpMkLst>
        </pc:grpChg>
        <pc:grpChg chg="add mod">
          <ac:chgData name="Arkar Than Win" userId="3c8250a4-c36e-434c-9640-1ec1d94cea55" providerId="ADAL" clId="{0ACE9946-0938-4C15-91F3-DF5E7C93A5A9}" dt="2024-05-30T04:35:43.923" v="36358" actId="1076"/>
          <ac:grpSpMkLst>
            <pc:docMk/>
            <pc:sldMk cId="3506120953" sldId="305"/>
            <ac:grpSpMk id="210" creationId="{AB335F43-B6AB-4E82-2CB8-FC9AE734D56A}"/>
          </ac:grpSpMkLst>
        </pc:grpChg>
        <pc:grpChg chg="add mod">
          <ac:chgData name="Arkar Than Win" userId="3c8250a4-c36e-434c-9640-1ec1d94cea55" providerId="ADAL" clId="{0ACE9946-0938-4C15-91F3-DF5E7C93A5A9}" dt="2024-05-30T04:35:56.398" v="36362"/>
          <ac:grpSpMkLst>
            <pc:docMk/>
            <pc:sldMk cId="3506120953" sldId="305"/>
            <ac:grpSpMk id="214" creationId="{7946F58A-7C46-1B04-55FA-E17BF6F73C2A}"/>
          </ac:grpSpMkLst>
        </pc:grpChg>
        <pc:grpChg chg="add mod">
          <ac:chgData name="Arkar Than Win" userId="3c8250a4-c36e-434c-9640-1ec1d94cea55" providerId="ADAL" clId="{0ACE9946-0938-4C15-91F3-DF5E7C93A5A9}" dt="2024-05-30T04:35:56.398" v="36362"/>
          <ac:grpSpMkLst>
            <pc:docMk/>
            <pc:sldMk cId="3506120953" sldId="305"/>
            <ac:grpSpMk id="218" creationId="{DA8E91A5-024F-6F97-EE1A-4770837B684D}"/>
          </ac:grpSpMkLst>
        </pc:grpChg>
        <pc:grpChg chg="add mod">
          <ac:chgData name="Arkar Than Win" userId="3c8250a4-c36e-434c-9640-1ec1d94cea55" providerId="ADAL" clId="{0ACE9946-0938-4C15-91F3-DF5E7C93A5A9}" dt="2024-05-30T04:36:05.410" v="36368"/>
          <ac:grpSpMkLst>
            <pc:docMk/>
            <pc:sldMk cId="3506120953" sldId="305"/>
            <ac:grpSpMk id="224" creationId="{7007F377-B2CD-3045-A664-F09F6822D70D}"/>
          </ac:grpSpMkLst>
        </pc:grpChg>
        <pc:grpChg chg="add mod">
          <ac:chgData name="Arkar Than Win" userId="3c8250a4-c36e-434c-9640-1ec1d94cea55" providerId="ADAL" clId="{0ACE9946-0938-4C15-91F3-DF5E7C93A5A9}" dt="2024-05-30T04:36:10.432" v="36371"/>
          <ac:grpSpMkLst>
            <pc:docMk/>
            <pc:sldMk cId="3506120953" sldId="305"/>
            <ac:grpSpMk id="229" creationId="{D95FB1E6-C5AE-43EE-DA41-7FA224DC65EC}"/>
          </ac:grpSpMkLst>
        </pc:grpChg>
        <pc:graphicFrameChg chg="mod">
          <ac:chgData name="Arkar Than Win" userId="3c8250a4-c36e-434c-9640-1ec1d94cea55" providerId="ADAL" clId="{0ACE9946-0938-4C15-91F3-DF5E7C93A5A9}" dt="2024-05-31T02:22:30.406" v="37550"/>
          <ac:graphicFrameMkLst>
            <pc:docMk/>
            <pc:sldMk cId="3506120953" sldId="305"/>
            <ac:graphicFrameMk id="3" creationId="{D56F8EA1-2CB6-755E-C32C-2272A97C332C}"/>
          </ac:graphicFrameMkLst>
        </pc:graphicFrameChg>
        <pc:graphicFrameChg chg="mod">
          <ac:chgData name="Arkar Than Win" userId="3c8250a4-c36e-434c-9640-1ec1d94cea55" providerId="ADAL" clId="{0ACE9946-0938-4C15-91F3-DF5E7C93A5A9}" dt="2024-05-31T02:24:15.966" v="37591" actId="20577"/>
          <ac:graphicFrameMkLst>
            <pc:docMk/>
            <pc:sldMk cId="3506120953" sldId="305"/>
            <ac:graphicFrameMk id="5" creationId="{96C92DC7-4C32-B273-69A1-4A5074275D28}"/>
          </ac:graphicFrameMkLst>
        </pc:graphicFrameChg>
        <pc:graphicFrameChg chg="mod">
          <ac:chgData name="Arkar Than Win" userId="3c8250a4-c36e-434c-9640-1ec1d94cea55" providerId="ADAL" clId="{0ACE9946-0938-4C15-91F3-DF5E7C93A5A9}" dt="2024-05-31T02:22:34.604" v="37553"/>
          <ac:graphicFrameMkLst>
            <pc:docMk/>
            <pc:sldMk cId="3506120953" sldId="305"/>
            <ac:graphicFrameMk id="10" creationId="{F27E12BC-BC6E-7036-6E04-FF0AD9A738E9}"/>
          </ac:graphicFrameMkLst>
        </pc:graphicFrameChg>
        <pc:graphicFrameChg chg="mod">
          <ac:chgData name="Arkar Than Win" userId="3c8250a4-c36e-434c-9640-1ec1d94cea55" providerId="ADAL" clId="{0ACE9946-0938-4C15-91F3-DF5E7C93A5A9}" dt="2024-05-31T02:24:24.106" v="37595"/>
          <ac:graphicFrameMkLst>
            <pc:docMk/>
            <pc:sldMk cId="3506120953" sldId="305"/>
            <ac:graphicFrameMk id="15" creationId="{6B71E47D-3907-EB82-79F0-09585239D294}"/>
          </ac:graphicFrameMkLst>
        </pc:graphicFrameChg>
        <pc:graphicFrameChg chg="mod">
          <ac:chgData name="Arkar Than Win" userId="3c8250a4-c36e-434c-9640-1ec1d94cea55" providerId="ADAL" clId="{0ACE9946-0938-4C15-91F3-DF5E7C93A5A9}" dt="2024-05-31T02:24:28.454" v="37598"/>
          <ac:graphicFrameMkLst>
            <pc:docMk/>
            <pc:sldMk cId="3506120953" sldId="305"/>
            <ac:graphicFrameMk id="20" creationId="{820CB0AD-DFC0-7E2F-C7DC-CBBD760D71A2}"/>
          </ac:graphicFrameMkLst>
        </pc:graphicFrameChg>
        <pc:graphicFrameChg chg="mod">
          <ac:chgData name="Arkar Than Win" userId="3c8250a4-c36e-434c-9640-1ec1d94cea55" providerId="ADAL" clId="{0ACE9946-0938-4C15-91F3-DF5E7C93A5A9}" dt="2024-05-30T04:33:25.012" v="36299"/>
          <ac:graphicFrameMkLst>
            <pc:docMk/>
            <pc:sldMk cId="3506120953" sldId="305"/>
            <ac:graphicFrameMk id="98" creationId="{973FBB81-531D-44B2-FD96-FE891F757848}"/>
          </ac:graphicFrameMkLst>
        </pc:graphicFrameChg>
        <pc:graphicFrameChg chg="mod">
          <ac:chgData name="Arkar Than Win" userId="3c8250a4-c36e-434c-9640-1ec1d94cea55" providerId="ADAL" clId="{0ACE9946-0938-4C15-91F3-DF5E7C93A5A9}" dt="2024-05-30T04:33:27.199" v="36301" actId="571"/>
          <ac:graphicFrameMkLst>
            <pc:docMk/>
            <pc:sldMk cId="3506120953" sldId="305"/>
            <ac:graphicFrameMk id="172" creationId="{01F5D21D-E4C2-0A89-F58F-99142B4801F0}"/>
          </ac:graphicFrameMkLst>
        </pc:graphicFrameChg>
        <pc:graphicFrameChg chg="mod">
          <ac:chgData name="Arkar Than Win" userId="3c8250a4-c36e-434c-9640-1ec1d94cea55" providerId="ADAL" clId="{0ACE9946-0938-4C15-91F3-DF5E7C93A5A9}" dt="2024-05-30T04:33:43.341" v="36304"/>
          <ac:graphicFrameMkLst>
            <pc:docMk/>
            <pc:sldMk cId="3506120953" sldId="305"/>
            <ac:graphicFrameMk id="195" creationId="{973FBB81-531D-44B2-FD96-FE891F757848}"/>
          </ac:graphicFrameMkLst>
        </pc:graphicFrameChg>
        <pc:graphicFrameChg chg="mod">
          <ac:chgData name="Arkar Than Win" userId="3c8250a4-c36e-434c-9640-1ec1d94cea55" providerId="ADAL" clId="{0ACE9946-0938-4C15-91F3-DF5E7C93A5A9}" dt="2024-05-30T04:35:35.971" v="36356"/>
          <ac:graphicFrameMkLst>
            <pc:docMk/>
            <pc:sldMk cId="3506120953" sldId="305"/>
            <ac:graphicFrameMk id="207" creationId="{7CA6905E-AD3A-CD6F-A97F-1D7CDC2E1D09}"/>
          </ac:graphicFrameMkLst>
        </pc:graphicFrameChg>
        <pc:graphicFrameChg chg="mod">
          <ac:chgData name="Arkar Than Win" userId="3c8250a4-c36e-434c-9640-1ec1d94cea55" providerId="ADAL" clId="{0ACE9946-0938-4C15-91F3-DF5E7C93A5A9}" dt="2024-05-31T02:24:20.128" v="37594" actId="20577"/>
          <ac:graphicFrameMkLst>
            <pc:docMk/>
            <pc:sldMk cId="3506120953" sldId="305"/>
            <ac:graphicFrameMk id="211" creationId="{0BCE6858-2558-FA27-1A14-BFAC25781181}"/>
          </ac:graphicFrameMkLst>
        </pc:graphicFrameChg>
        <pc:graphicFrameChg chg="mod">
          <ac:chgData name="Arkar Than Win" userId="3c8250a4-c36e-434c-9640-1ec1d94cea55" providerId="ADAL" clId="{0ACE9946-0938-4C15-91F3-DF5E7C93A5A9}" dt="2024-05-30T04:35:56.398" v="36362"/>
          <ac:graphicFrameMkLst>
            <pc:docMk/>
            <pc:sldMk cId="3506120953" sldId="305"/>
            <ac:graphicFrameMk id="215" creationId="{762C4A53-E402-E43B-1B64-A3A4B9FA10A7}"/>
          </ac:graphicFrameMkLst>
        </pc:graphicFrameChg>
        <pc:graphicFrameChg chg="mod">
          <ac:chgData name="Arkar Than Win" userId="3c8250a4-c36e-434c-9640-1ec1d94cea55" providerId="ADAL" clId="{0ACE9946-0938-4C15-91F3-DF5E7C93A5A9}" dt="2024-05-30T04:35:56.398" v="36362"/>
          <ac:graphicFrameMkLst>
            <pc:docMk/>
            <pc:sldMk cId="3506120953" sldId="305"/>
            <ac:graphicFrameMk id="219" creationId="{21628B93-9BDD-EA84-5BA7-90BB0F3C1355}"/>
          </ac:graphicFrameMkLst>
        </pc:graphicFrameChg>
        <pc:graphicFrameChg chg="mod">
          <ac:chgData name="Arkar Than Win" userId="3c8250a4-c36e-434c-9640-1ec1d94cea55" providerId="ADAL" clId="{0ACE9946-0938-4C15-91F3-DF5E7C93A5A9}" dt="2024-05-30T04:36:05.410" v="36368"/>
          <ac:graphicFrameMkLst>
            <pc:docMk/>
            <pc:sldMk cId="3506120953" sldId="305"/>
            <ac:graphicFrameMk id="225" creationId="{E613F19C-6EB4-8669-A26B-BEA9542844A2}"/>
          </ac:graphicFrameMkLst>
        </pc:graphicFrameChg>
        <pc:graphicFrameChg chg="mod">
          <ac:chgData name="Arkar Than Win" userId="3c8250a4-c36e-434c-9640-1ec1d94cea55" providerId="ADAL" clId="{0ACE9946-0938-4C15-91F3-DF5E7C93A5A9}" dt="2024-05-30T04:36:10.432" v="36371"/>
          <ac:graphicFrameMkLst>
            <pc:docMk/>
            <pc:sldMk cId="3506120953" sldId="305"/>
            <ac:graphicFrameMk id="230" creationId="{C1116183-7FC6-6B60-AD2B-CEA16E5D8C49}"/>
          </ac:graphicFrameMkLst>
        </pc:graphicFrameChg>
        <pc:graphicFrameChg chg="add del mod">
          <ac:chgData name="Arkar Than Win" userId="3c8250a4-c36e-434c-9640-1ec1d94cea55" providerId="ADAL" clId="{0ACE9946-0938-4C15-91F3-DF5E7C93A5A9}" dt="2024-05-30T05:13:04.605" v="36511" actId="478"/>
          <ac:graphicFrameMkLst>
            <pc:docMk/>
            <pc:sldMk cId="3506120953" sldId="305"/>
            <ac:graphicFrameMk id="234" creationId="{4085A95F-203F-CE05-B59D-FC51C24CD35F}"/>
          </ac:graphicFrameMkLst>
        </pc:graphicFrameChg>
        <pc:graphicFrameChg chg="add del mod">
          <ac:chgData name="Arkar Than Win" userId="3c8250a4-c36e-434c-9640-1ec1d94cea55" providerId="ADAL" clId="{0ACE9946-0938-4C15-91F3-DF5E7C93A5A9}" dt="2024-05-30T05:06:13.516" v="36509" actId="478"/>
          <ac:graphicFrameMkLst>
            <pc:docMk/>
            <pc:sldMk cId="3506120953" sldId="305"/>
            <ac:graphicFrameMk id="235" creationId="{0D7FF39E-90FF-0BBA-E632-B5506E2949D1}"/>
          </ac:graphicFrameMkLst>
        </pc:graphicFrameChg>
        <pc:graphicFrameChg chg="add mod">
          <ac:chgData name="Arkar Than Win" userId="3c8250a4-c36e-434c-9640-1ec1d94cea55" providerId="ADAL" clId="{0ACE9946-0938-4C15-91F3-DF5E7C93A5A9}" dt="2024-05-30T05:21:08.157" v="36694" actId="20577"/>
          <ac:graphicFrameMkLst>
            <pc:docMk/>
            <pc:sldMk cId="3506120953" sldId="305"/>
            <ac:graphicFrameMk id="236" creationId="{4085A95F-203F-CE05-B59D-FC51C24CD35F}"/>
          </ac:graphicFrameMkLst>
        </pc:graphicFrameChg>
        <pc:graphicFrameChg chg="add del mod">
          <ac:chgData name="Arkar Than Win" userId="3c8250a4-c36e-434c-9640-1ec1d94cea55" providerId="ADAL" clId="{0ACE9946-0938-4C15-91F3-DF5E7C93A5A9}" dt="2024-05-30T05:13:27.337" v="36518" actId="478"/>
          <ac:graphicFrameMkLst>
            <pc:docMk/>
            <pc:sldMk cId="3506120953" sldId="305"/>
            <ac:graphicFrameMk id="237" creationId="{52F8E2C5-5F4C-DB2E-1546-EBAB33E2A1EF}"/>
          </ac:graphicFrameMkLst>
        </pc:graphicFrameChg>
        <pc:graphicFrameChg chg="add mod">
          <ac:chgData name="Arkar Than Win" userId="3c8250a4-c36e-434c-9640-1ec1d94cea55" providerId="ADAL" clId="{0ACE9946-0938-4C15-91F3-DF5E7C93A5A9}" dt="2024-05-30T05:19:35.636" v="36653" actId="1076"/>
          <ac:graphicFrameMkLst>
            <pc:docMk/>
            <pc:sldMk cId="3506120953" sldId="305"/>
            <ac:graphicFrameMk id="238" creationId="{777909C5-BE36-7537-48C7-D3CA84A6B357}"/>
          </ac:graphicFrameMkLst>
        </pc:graphicFrameChg>
        <pc:graphicFrameChg chg="add del mod">
          <ac:chgData name="Arkar Than Win" userId="3c8250a4-c36e-434c-9640-1ec1d94cea55" providerId="ADAL" clId="{0ACE9946-0938-4C15-91F3-DF5E7C93A5A9}" dt="2024-05-30T05:18:01.926" v="36626" actId="478"/>
          <ac:graphicFrameMkLst>
            <pc:docMk/>
            <pc:sldMk cId="3506120953" sldId="305"/>
            <ac:graphicFrameMk id="239" creationId="{229175B0-A068-C4CE-3821-6BF50C23889A}"/>
          </ac:graphicFrameMkLst>
        </pc:graphicFrameChg>
        <pc:graphicFrameChg chg="add mod">
          <ac:chgData name="Arkar Than Win" userId="3c8250a4-c36e-434c-9640-1ec1d94cea55" providerId="ADAL" clId="{0ACE9946-0938-4C15-91F3-DF5E7C93A5A9}" dt="2024-05-30T05:15:12.109" v="36590"/>
          <ac:graphicFrameMkLst>
            <pc:docMk/>
            <pc:sldMk cId="3506120953" sldId="305"/>
            <ac:graphicFrameMk id="240" creationId="{B63FAD47-5EB8-B82B-AC14-99EF8D4320F0}"/>
          </ac:graphicFrameMkLst>
        </pc:graphicFrameChg>
        <pc:graphicFrameChg chg="add mod">
          <ac:chgData name="Arkar Than Win" userId="3c8250a4-c36e-434c-9640-1ec1d94cea55" providerId="ADAL" clId="{0ACE9946-0938-4C15-91F3-DF5E7C93A5A9}" dt="2024-05-30T05:15:18.215" v="36594"/>
          <ac:graphicFrameMkLst>
            <pc:docMk/>
            <pc:sldMk cId="3506120953" sldId="305"/>
            <ac:graphicFrameMk id="242" creationId="{9F9E4E6D-4A06-80F8-36A0-1F6FD40FAB8A}"/>
          </ac:graphicFrameMkLst>
        </pc:graphicFrameChg>
        <pc:graphicFrameChg chg="add mod">
          <ac:chgData name="Arkar Than Win" userId="3c8250a4-c36e-434c-9640-1ec1d94cea55" providerId="ADAL" clId="{0ACE9946-0938-4C15-91F3-DF5E7C93A5A9}" dt="2024-05-30T05:19:20.815" v="36645"/>
          <ac:graphicFrameMkLst>
            <pc:docMk/>
            <pc:sldMk cId="3506120953" sldId="305"/>
            <ac:graphicFrameMk id="244" creationId="{70414FBF-4E22-19B5-63AA-E7A7761AC8F6}"/>
          </ac:graphicFrameMkLst>
        </pc:graphicFrameChg>
        <pc:graphicFrameChg chg="add mod">
          <ac:chgData name="Arkar Than Win" userId="3c8250a4-c36e-434c-9640-1ec1d94cea55" providerId="ADAL" clId="{0ACE9946-0938-4C15-91F3-DF5E7C93A5A9}" dt="2024-05-30T05:19:25.271" v="36648"/>
          <ac:graphicFrameMkLst>
            <pc:docMk/>
            <pc:sldMk cId="3506120953" sldId="305"/>
            <ac:graphicFrameMk id="246" creationId="{5F9B6FE8-A290-F7FD-F2E1-00651ADA8412}"/>
          </ac:graphicFrameMkLst>
        </pc:graphicFrameChg>
        <pc:graphicFrameChg chg="add mod">
          <ac:chgData name="Arkar Than Win" userId="3c8250a4-c36e-434c-9640-1ec1d94cea55" providerId="ADAL" clId="{0ACE9946-0938-4C15-91F3-DF5E7C93A5A9}" dt="2024-05-30T05:19:38.189" v="36655"/>
          <ac:graphicFrameMkLst>
            <pc:docMk/>
            <pc:sldMk cId="3506120953" sldId="305"/>
            <ac:graphicFrameMk id="248" creationId="{0FC9DF88-7D57-C7B2-54A0-7EFA75E0BE00}"/>
          </ac:graphicFrameMkLst>
        </pc:graphicFrameChg>
        <pc:graphicFrameChg chg="add del mod">
          <ac:chgData name="Arkar Than Win" userId="3c8250a4-c36e-434c-9640-1ec1d94cea55" providerId="ADAL" clId="{0ACE9946-0938-4C15-91F3-DF5E7C93A5A9}" dt="2024-05-30T05:19:48.865" v="36661" actId="478"/>
          <ac:graphicFrameMkLst>
            <pc:docMk/>
            <pc:sldMk cId="3506120953" sldId="305"/>
            <ac:graphicFrameMk id="250" creationId="{9E04CADC-E9FA-49E1-510D-8C063E20FE4B}"/>
          </ac:graphicFrameMkLst>
        </pc:graphicFrameChg>
        <pc:graphicFrameChg chg="add mod">
          <ac:chgData name="Arkar Than Win" userId="3c8250a4-c36e-434c-9640-1ec1d94cea55" providerId="ADAL" clId="{0ACE9946-0938-4C15-91F3-DF5E7C93A5A9}" dt="2024-05-30T05:19:52.542" v="36666"/>
          <ac:graphicFrameMkLst>
            <pc:docMk/>
            <pc:sldMk cId="3506120953" sldId="305"/>
            <ac:graphicFrameMk id="251" creationId="{82B964A3-7315-9DC8-7AA8-9560EB0D4805}"/>
          </ac:graphicFrameMkLst>
        </pc:graphicFrameChg>
        <pc:graphicFrameChg chg="add mod">
          <ac:chgData name="Arkar Than Win" userId="3c8250a4-c36e-434c-9640-1ec1d94cea55" providerId="ADAL" clId="{0ACE9946-0938-4C15-91F3-DF5E7C93A5A9}" dt="2024-05-30T05:19:59.054" v="36670"/>
          <ac:graphicFrameMkLst>
            <pc:docMk/>
            <pc:sldMk cId="3506120953" sldId="305"/>
            <ac:graphicFrameMk id="253" creationId="{FFC7B103-3AA3-D4FF-DDB8-62D1D8A40560}"/>
          </ac:graphicFrameMkLst>
        </pc:graphicFrameChg>
        <pc:graphicFrameChg chg="add mod">
          <ac:chgData name="Arkar Than Win" userId="3c8250a4-c36e-434c-9640-1ec1d94cea55" providerId="ADAL" clId="{0ACE9946-0938-4C15-91F3-DF5E7C93A5A9}" dt="2024-05-30T05:21:10.276" v="36696"/>
          <ac:graphicFrameMkLst>
            <pc:docMk/>
            <pc:sldMk cId="3506120953" sldId="305"/>
            <ac:graphicFrameMk id="255" creationId="{0FD2C893-AE34-2772-32E3-932FBE76D1D1}"/>
          </ac:graphicFrameMkLst>
        </pc:graphicFrameChg>
        <pc:picChg chg="del">
          <ac:chgData name="Arkar Than Win" userId="3c8250a4-c36e-434c-9640-1ec1d94cea55" providerId="ADAL" clId="{0ACE9946-0938-4C15-91F3-DF5E7C93A5A9}" dt="2024-05-30T04:33:10.183" v="36293" actId="478"/>
          <ac:picMkLst>
            <pc:docMk/>
            <pc:sldMk cId="3506120953" sldId="305"/>
            <ac:picMk id="2" creationId="{91B0F25F-216D-3E42-E376-2F3926AF2650}"/>
          </ac:picMkLst>
        </pc:picChg>
        <pc:picChg chg="del">
          <ac:chgData name="Arkar Than Win" userId="3c8250a4-c36e-434c-9640-1ec1d94cea55" providerId="ADAL" clId="{0ACE9946-0938-4C15-91F3-DF5E7C93A5A9}" dt="2024-05-30T04:33:10.183" v="36293" actId="478"/>
          <ac:picMkLst>
            <pc:docMk/>
            <pc:sldMk cId="3506120953" sldId="305"/>
            <ac:picMk id="3" creationId="{E237F4C0-711B-085E-30E0-C68EC088A83C}"/>
          </ac:picMkLst>
        </pc:picChg>
        <pc:picChg chg="mod">
          <ac:chgData name="Arkar Than Win" userId="3c8250a4-c36e-434c-9640-1ec1d94cea55" providerId="ADAL" clId="{0ACE9946-0938-4C15-91F3-DF5E7C93A5A9}" dt="2024-05-31T02:22:30.406" v="37550"/>
          <ac:picMkLst>
            <pc:docMk/>
            <pc:sldMk cId="3506120953" sldId="305"/>
            <ac:picMk id="6" creationId="{1879BB0D-6BAA-BEA9-07E8-EE6F817C18D2}"/>
          </ac:picMkLst>
        </pc:picChg>
        <pc:picChg chg="mod">
          <ac:chgData name="Arkar Than Win" userId="3c8250a4-c36e-434c-9640-1ec1d94cea55" providerId="ADAL" clId="{0ACE9946-0938-4C15-91F3-DF5E7C93A5A9}" dt="2024-05-31T02:22:30.406" v="37550"/>
          <ac:picMkLst>
            <pc:docMk/>
            <pc:sldMk cId="3506120953" sldId="305"/>
            <ac:picMk id="7" creationId="{71CFE2BE-7994-F31C-DF7C-E845868E23CF}"/>
          </ac:picMkLst>
        </pc:picChg>
        <pc:picChg chg="del">
          <ac:chgData name="Arkar Than Win" userId="3c8250a4-c36e-434c-9640-1ec1d94cea55" providerId="ADAL" clId="{0ACE9946-0938-4C15-91F3-DF5E7C93A5A9}" dt="2024-05-30T04:33:10.183" v="36293" actId="478"/>
          <ac:picMkLst>
            <pc:docMk/>
            <pc:sldMk cId="3506120953" sldId="305"/>
            <ac:picMk id="7" creationId="{AB8E1F93-95AA-554B-4CC2-3199E19469B8}"/>
          </ac:picMkLst>
        </pc:picChg>
        <pc:picChg chg="add del mod">
          <ac:chgData name="Arkar Than Win" userId="3c8250a4-c36e-434c-9640-1ec1d94cea55" providerId="ADAL" clId="{0ACE9946-0938-4C15-91F3-DF5E7C93A5A9}" dt="2024-05-31T02:22:38.425" v="37556" actId="21"/>
          <ac:picMkLst>
            <pc:docMk/>
            <pc:sldMk cId="3506120953" sldId="305"/>
            <ac:picMk id="8" creationId="{7A184351-FDEA-EFAA-4705-873C620D4A21}"/>
          </ac:picMkLst>
        </pc:picChg>
        <pc:picChg chg="mod">
          <ac:chgData name="Arkar Than Win" userId="3c8250a4-c36e-434c-9640-1ec1d94cea55" providerId="ADAL" clId="{0ACE9946-0938-4C15-91F3-DF5E7C93A5A9}" dt="2024-05-31T02:22:34.604" v="37553"/>
          <ac:picMkLst>
            <pc:docMk/>
            <pc:sldMk cId="3506120953" sldId="305"/>
            <ac:picMk id="11" creationId="{1A1A10EC-F5CD-E45D-F21C-4BE090CF7F98}"/>
          </ac:picMkLst>
        </pc:picChg>
        <pc:picChg chg="mod">
          <ac:chgData name="Arkar Than Win" userId="3c8250a4-c36e-434c-9640-1ec1d94cea55" providerId="ADAL" clId="{0ACE9946-0938-4C15-91F3-DF5E7C93A5A9}" dt="2024-05-31T02:22:34.604" v="37553"/>
          <ac:picMkLst>
            <pc:docMk/>
            <pc:sldMk cId="3506120953" sldId="305"/>
            <ac:picMk id="12" creationId="{6C4D65CD-0528-0C46-27F9-DDBC79B47A37}"/>
          </ac:picMkLst>
        </pc:picChg>
        <pc:picChg chg="del">
          <ac:chgData name="Arkar Than Win" userId="3c8250a4-c36e-434c-9640-1ec1d94cea55" providerId="ADAL" clId="{0ACE9946-0938-4C15-91F3-DF5E7C93A5A9}" dt="2024-05-30T04:33:10.183" v="36293" actId="478"/>
          <ac:picMkLst>
            <pc:docMk/>
            <pc:sldMk cId="3506120953" sldId="305"/>
            <ac:picMk id="13" creationId="{3FA96226-EAD5-E853-B19E-B30DEDC0B004}"/>
          </ac:picMkLst>
        </pc:picChg>
        <pc:picChg chg="add del mod">
          <ac:chgData name="Arkar Than Win" userId="3c8250a4-c36e-434c-9640-1ec1d94cea55" providerId="ADAL" clId="{0ACE9946-0938-4C15-91F3-DF5E7C93A5A9}" dt="2024-05-31T02:22:38.425" v="37556" actId="21"/>
          <ac:picMkLst>
            <pc:docMk/>
            <pc:sldMk cId="3506120953" sldId="305"/>
            <ac:picMk id="13" creationId="{66CF4C34-29C1-0D2F-E607-B025C38292D0}"/>
          </ac:picMkLst>
        </pc:picChg>
        <pc:picChg chg="mod">
          <ac:chgData name="Arkar Than Win" userId="3c8250a4-c36e-434c-9640-1ec1d94cea55" providerId="ADAL" clId="{0ACE9946-0938-4C15-91F3-DF5E7C93A5A9}" dt="2024-05-31T02:24:24.106" v="37595"/>
          <ac:picMkLst>
            <pc:docMk/>
            <pc:sldMk cId="3506120953" sldId="305"/>
            <ac:picMk id="16" creationId="{DF3DD5C3-C3BE-DA62-195D-6A7452959E30}"/>
          </ac:picMkLst>
        </pc:picChg>
        <pc:picChg chg="mod">
          <ac:chgData name="Arkar Than Win" userId="3c8250a4-c36e-434c-9640-1ec1d94cea55" providerId="ADAL" clId="{0ACE9946-0938-4C15-91F3-DF5E7C93A5A9}" dt="2024-05-31T02:24:24.106" v="37595"/>
          <ac:picMkLst>
            <pc:docMk/>
            <pc:sldMk cId="3506120953" sldId="305"/>
            <ac:picMk id="17" creationId="{BCE6FE68-E06A-1882-CCBB-B1D47172E6AA}"/>
          </ac:picMkLst>
        </pc:picChg>
        <pc:picChg chg="add del mod">
          <ac:chgData name="Arkar Than Win" userId="3c8250a4-c36e-434c-9640-1ec1d94cea55" providerId="ADAL" clId="{0ACE9946-0938-4C15-91F3-DF5E7C93A5A9}" dt="2024-05-31T02:24:31.973" v="37601" actId="21"/>
          <ac:picMkLst>
            <pc:docMk/>
            <pc:sldMk cId="3506120953" sldId="305"/>
            <ac:picMk id="18" creationId="{CE724A08-D5FE-8351-D5FC-EA7F4A92DE63}"/>
          </ac:picMkLst>
        </pc:picChg>
        <pc:picChg chg="mod">
          <ac:chgData name="Arkar Than Win" userId="3c8250a4-c36e-434c-9640-1ec1d94cea55" providerId="ADAL" clId="{0ACE9946-0938-4C15-91F3-DF5E7C93A5A9}" dt="2024-05-31T02:24:28.454" v="37598"/>
          <ac:picMkLst>
            <pc:docMk/>
            <pc:sldMk cId="3506120953" sldId="305"/>
            <ac:picMk id="21" creationId="{9413D8A0-C171-9B08-B569-5BBEB46142D9}"/>
          </ac:picMkLst>
        </pc:picChg>
        <pc:picChg chg="mod">
          <ac:chgData name="Arkar Than Win" userId="3c8250a4-c36e-434c-9640-1ec1d94cea55" providerId="ADAL" clId="{0ACE9946-0938-4C15-91F3-DF5E7C93A5A9}" dt="2024-05-31T02:24:28.454" v="37598"/>
          <ac:picMkLst>
            <pc:docMk/>
            <pc:sldMk cId="3506120953" sldId="305"/>
            <ac:picMk id="22" creationId="{C136253E-90CA-7EC1-DBEA-7EAC4E654DFF}"/>
          </ac:picMkLst>
        </pc:picChg>
        <pc:picChg chg="add del mod">
          <ac:chgData name="Arkar Than Win" userId="3c8250a4-c36e-434c-9640-1ec1d94cea55" providerId="ADAL" clId="{0ACE9946-0938-4C15-91F3-DF5E7C93A5A9}" dt="2024-05-31T02:24:31.973" v="37601" actId="21"/>
          <ac:picMkLst>
            <pc:docMk/>
            <pc:sldMk cId="3506120953" sldId="305"/>
            <ac:picMk id="23" creationId="{CE870CAF-8E33-E111-7F85-238F29FA3A5D}"/>
          </ac:picMkLst>
        </pc:picChg>
        <pc:picChg chg="del mod">
          <ac:chgData name="Arkar Than Win" userId="3c8250a4-c36e-434c-9640-1ec1d94cea55" providerId="ADAL" clId="{0ACE9946-0938-4C15-91F3-DF5E7C93A5A9}" dt="2024-05-30T04:34:31.599" v="36326" actId="478"/>
          <ac:picMkLst>
            <pc:docMk/>
            <pc:sldMk cId="3506120953" sldId="305"/>
            <ac:picMk id="71" creationId="{E01469F5-0129-40B2-D2B6-BE5AB6861CE5}"/>
          </ac:picMkLst>
        </pc:picChg>
        <pc:picChg chg="del mod">
          <ac:chgData name="Arkar Than Win" userId="3c8250a4-c36e-434c-9640-1ec1d94cea55" providerId="ADAL" clId="{0ACE9946-0938-4C15-91F3-DF5E7C93A5A9}" dt="2024-05-30T04:34:32.766" v="36327" actId="478"/>
          <ac:picMkLst>
            <pc:docMk/>
            <pc:sldMk cId="3506120953" sldId="305"/>
            <ac:picMk id="72" creationId="{DABE78A6-D6FB-5801-40E8-5A8ECF81ED3F}"/>
          </ac:picMkLst>
        </pc:picChg>
        <pc:picChg chg="del mod">
          <ac:chgData name="Arkar Than Win" userId="3c8250a4-c36e-434c-9640-1ec1d94cea55" providerId="ADAL" clId="{0ACE9946-0938-4C15-91F3-DF5E7C93A5A9}" dt="2024-05-30T04:34:30.396" v="36325" actId="478"/>
          <ac:picMkLst>
            <pc:docMk/>
            <pc:sldMk cId="3506120953" sldId="305"/>
            <ac:picMk id="73" creationId="{B29BE939-6D93-C89B-EA86-EAC71DB7CF0A}"/>
          </ac:picMkLst>
        </pc:picChg>
        <pc:picChg chg="mod">
          <ac:chgData name="Arkar Than Win" userId="3c8250a4-c36e-434c-9640-1ec1d94cea55" providerId="ADAL" clId="{0ACE9946-0938-4C15-91F3-DF5E7C93A5A9}" dt="2024-05-30T04:35:30.923" v="36355" actId="1038"/>
          <ac:picMkLst>
            <pc:docMk/>
            <pc:sldMk cId="3506120953" sldId="305"/>
            <ac:picMk id="74" creationId="{06BA1343-C131-8741-1FD8-0DE6264605A4}"/>
          </ac:picMkLst>
        </pc:picChg>
        <pc:picChg chg="del mod">
          <ac:chgData name="Arkar Than Win" userId="3c8250a4-c36e-434c-9640-1ec1d94cea55" providerId="ADAL" clId="{0ACE9946-0938-4C15-91F3-DF5E7C93A5A9}" dt="2024-05-30T04:34:37.677" v="36330" actId="478"/>
          <ac:picMkLst>
            <pc:docMk/>
            <pc:sldMk cId="3506120953" sldId="305"/>
            <ac:picMk id="75" creationId="{EFA65721-1D2C-C2D8-C4E3-438E9E9C7F1F}"/>
          </ac:picMkLst>
        </pc:picChg>
        <pc:picChg chg="mod">
          <ac:chgData name="Arkar Than Win" userId="3c8250a4-c36e-434c-9640-1ec1d94cea55" providerId="ADAL" clId="{0ACE9946-0938-4C15-91F3-DF5E7C93A5A9}" dt="2024-05-30T04:35:22.891" v="36346" actId="1038"/>
          <ac:picMkLst>
            <pc:docMk/>
            <pc:sldMk cId="3506120953" sldId="305"/>
            <ac:picMk id="76" creationId="{64A1B3B5-57C7-EF61-FA1E-959F00355BCC}"/>
          </ac:picMkLst>
        </pc:picChg>
        <pc:picChg chg="del mod">
          <ac:chgData name="Arkar Than Win" userId="3c8250a4-c36e-434c-9640-1ec1d94cea55" providerId="ADAL" clId="{0ACE9946-0938-4C15-91F3-DF5E7C93A5A9}" dt="2024-05-30T04:34:36.540" v="36329" actId="478"/>
          <ac:picMkLst>
            <pc:docMk/>
            <pc:sldMk cId="3506120953" sldId="305"/>
            <ac:picMk id="77" creationId="{5A13A58B-2C2B-6341-CF5A-79BD0739F140}"/>
          </ac:picMkLst>
        </pc:picChg>
        <pc:picChg chg="del mod">
          <ac:chgData name="Arkar Than Win" userId="3c8250a4-c36e-434c-9640-1ec1d94cea55" providerId="ADAL" clId="{0ACE9946-0938-4C15-91F3-DF5E7C93A5A9}" dt="2024-05-30T04:34:35.130" v="36328" actId="478"/>
          <ac:picMkLst>
            <pc:docMk/>
            <pc:sldMk cId="3506120953" sldId="305"/>
            <ac:picMk id="78" creationId="{B7E2433B-A147-98E6-CF48-2693EB98E0D9}"/>
          </ac:picMkLst>
        </pc:picChg>
        <pc:picChg chg="mod">
          <ac:chgData name="Arkar Than Win" userId="3c8250a4-c36e-434c-9640-1ec1d94cea55" providerId="ADAL" clId="{0ACE9946-0938-4C15-91F3-DF5E7C93A5A9}" dt="2024-05-30T04:33:25.012" v="36299"/>
          <ac:picMkLst>
            <pc:docMk/>
            <pc:sldMk cId="3506120953" sldId="305"/>
            <ac:picMk id="150" creationId="{D365C6F3-6E79-C9C8-FE91-2BB8ED5BB088}"/>
          </ac:picMkLst>
        </pc:picChg>
        <pc:picChg chg="mod">
          <ac:chgData name="Arkar Than Win" userId="3c8250a4-c36e-434c-9640-1ec1d94cea55" providerId="ADAL" clId="{0ACE9946-0938-4C15-91F3-DF5E7C93A5A9}" dt="2024-05-30T04:33:25.012" v="36299"/>
          <ac:picMkLst>
            <pc:docMk/>
            <pc:sldMk cId="3506120953" sldId="305"/>
            <ac:picMk id="151" creationId="{2F6FE6B3-590E-945F-9765-FDA5515CA271}"/>
          </ac:picMkLst>
        </pc:picChg>
        <pc:picChg chg="mod">
          <ac:chgData name="Arkar Than Win" userId="3c8250a4-c36e-434c-9640-1ec1d94cea55" providerId="ADAL" clId="{0ACE9946-0938-4C15-91F3-DF5E7C93A5A9}" dt="2024-05-30T04:33:25.012" v="36299"/>
          <ac:picMkLst>
            <pc:docMk/>
            <pc:sldMk cId="3506120953" sldId="305"/>
            <ac:picMk id="153" creationId="{C4299302-C97A-E2FA-F1C0-32F5B61AC4DB}"/>
          </ac:picMkLst>
        </pc:picChg>
        <pc:picChg chg="mod">
          <ac:chgData name="Arkar Than Win" userId="3c8250a4-c36e-434c-9640-1ec1d94cea55" providerId="ADAL" clId="{0ACE9946-0938-4C15-91F3-DF5E7C93A5A9}" dt="2024-05-30T04:33:25.012" v="36299"/>
          <ac:picMkLst>
            <pc:docMk/>
            <pc:sldMk cId="3506120953" sldId="305"/>
            <ac:picMk id="156" creationId="{059EA11A-D5C9-279C-692F-99F2243956E5}"/>
          </ac:picMkLst>
        </pc:picChg>
        <pc:picChg chg="mod">
          <ac:chgData name="Arkar Than Win" userId="3c8250a4-c36e-434c-9640-1ec1d94cea55" providerId="ADAL" clId="{0ACE9946-0938-4C15-91F3-DF5E7C93A5A9}" dt="2024-05-30T04:33:25.012" v="36299"/>
          <ac:picMkLst>
            <pc:docMk/>
            <pc:sldMk cId="3506120953" sldId="305"/>
            <ac:picMk id="159" creationId="{6629453C-8B81-76DF-B9AD-DCBA601752D9}"/>
          </ac:picMkLst>
        </pc:picChg>
        <pc:picChg chg="mod">
          <ac:chgData name="Arkar Than Win" userId="3c8250a4-c36e-434c-9640-1ec1d94cea55" providerId="ADAL" clId="{0ACE9946-0938-4C15-91F3-DF5E7C93A5A9}" dt="2024-05-30T04:33:25.012" v="36299"/>
          <ac:picMkLst>
            <pc:docMk/>
            <pc:sldMk cId="3506120953" sldId="305"/>
            <ac:picMk id="166" creationId="{0C443B84-62EA-87E5-208A-83654446DFA9}"/>
          </ac:picMkLst>
        </pc:picChg>
        <pc:picChg chg="mod">
          <ac:chgData name="Arkar Than Win" userId="3c8250a4-c36e-434c-9640-1ec1d94cea55" providerId="ADAL" clId="{0ACE9946-0938-4C15-91F3-DF5E7C93A5A9}" dt="2024-05-30T04:33:25.012" v="36299"/>
          <ac:picMkLst>
            <pc:docMk/>
            <pc:sldMk cId="3506120953" sldId="305"/>
            <ac:picMk id="167" creationId="{81A04332-03FB-59A1-E0EC-564CF3D7291A}"/>
          </ac:picMkLst>
        </pc:picChg>
        <pc:picChg chg="mod">
          <ac:chgData name="Arkar Than Win" userId="3c8250a4-c36e-434c-9640-1ec1d94cea55" providerId="ADAL" clId="{0ACE9946-0938-4C15-91F3-DF5E7C93A5A9}" dt="2024-05-30T04:33:25.012" v="36299"/>
          <ac:picMkLst>
            <pc:docMk/>
            <pc:sldMk cId="3506120953" sldId="305"/>
            <ac:picMk id="170" creationId="{715F3BC7-671A-CC34-CAF3-5D4D2C7467E6}"/>
          </ac:picMkLst>
        </pc:picChg>
        <pc:picChg chg="mod">
          <ac:chgData name="Arkar Than Win" userId="3c8250a4-c36e-434c-9640-1ec1d94cea55" providerId="ADAL" clId="{0ACE9946-0938-4C15-91F3-DF5E7C93A5A9}" dt="2024-05-30T04:33:27.199" v="36301" actId="571"/>
          <ac:picMkLst>
            <pc:docMk/>
            <pc:sldMk cId="3506120953" sldId="305"/>
            <ac:picMk id="175" creationId="{F3354AD5-D762-EB91-4E25-4822E41CA586}"/>
          </ac:picMkLst>
        </pc:picChg>
        <pc:picChg chg="mod">
          <ac:chgData name="Arkar Than Win" userId="3c8250a4-c36e-434c-9640-1ec1d94cea55" providerId="ADAL" clId="{0ACE9946-0938-4C15-91F3-DF5E7C93A5A9}" dt="2024-05-30T04:33:27.199" v="36301" actId="571"/>
          <ac:picMkLst>
            <pc:docMk/>
            <pc:sldMk cId="3506120953" sldId="305"/>
            <ac:picMk id="176" creationId="{2BC135E8-D674-50FD-B8BE-41ADA767270E}"/>
          </ac:picMkLst>
        </pc:picChg>
        <pc:picChg chg="mod">
          <ac:chgData name="Arkar Than Win" userId="3c8250a4-c36e-434c-9640-1ec1d94cea55" providerId="ADAL" clId="{0ACE9946-0938-4C15-91F3-DF5E7C93A5A9}" dt="2024-05-30T04:33:27.199" v="36301" actId="571"/>
          <ac:picMkLst>
            <pc:docMk/>
            <pc:sldMk cId="3506120953" sldId="305"/>
            <ac:picMk id="178" creationId="{2A3C4689-2DB9-4784-66A5-495A3EE6866B}"/>
          </ac:picMkLst>
        </pc:picChg>
        <pc:picChg chg="mod">
          <ac:chgData name="Arkar Than Win" userId="3c8250a4-c36e-434c-9640-1ec1d94cea55" providerId="ADAL" clId="{0ACE9946-0938-4C15-91F3-DF5E7C93A5A9}" dt="2024-05-30T04:33:27.199" v="36301" actId="571"/>
          <ac:picMkLst>
            <pc:docMk/>
            <pc:sldMk cId="3506120953" sldId="305"/>
            <ac:picMk id="186" creationId="{DC9B9B8F-9F6B-C1EE-C09C-BAD373E9D72A}"/>
          </ac:picMkLst>
        </pc:picChg>
        <pc:picChg chg="mod">
          <ac:chgData name="Arkar Than Win" userId="3c8250a4-c36e-434c-9640-1ec1d94cea55" providerId="ADAL" clId="{0ACE9946-0938-4C15-91F3-DF5E7C93A5A9}" dt="2024-05-30T04:33:27.199" v="36301" actId="571"/>
          <ac:picMkLst>
            <pc:docMk/>
            <pc:sldMk cId="3506120953" sldId="305"/>
            <ac:picMk id="187" creationId="{FFC240DF-D96C-8733-0D68-D89E1C3E805E}"/>
          </ac:picMkLst>
        </pc:picChg>
        <pc:picChg chg="mod">
          <ac:chgData name="Arkar Than Win" userId="3c8250a4-c36e-434c-9640-1ec1d94cea55" providerId="ADAL" clId="{0ACE9946-0938-4C15-91F3-DF5E7C93A5A9}" dt="2024-05-30T04:33:27.199" v="36301" actId="571"/>
          <ac:picMkLst>
            <pc:docMk/>
            <pc:sldMk cId="3506120953" sldId="305"/>
            <ac:picMk id="191" creationId="{F2F35459-1364-91C2-3747-D2B65F1DC1A8}"/>
          </ac:picMkLst>
        </pc:picChg>
        <pc:picChg chg="mod">
          <ac:chgData name="Arkar Than Win" userId="3c8250a4-c36e-434c-9640-1ec1d94cea55" providerId="ADAL" clId="{0ACE9946-0938-4C15-91F3-DF5E7C93A5A9}" dt="2024-05-30T04:33:27.199" v="36301" actId="571"/>
          <ac:picMkLst>
            <pc:docMk/>
            <pc:sldMk cId="3506120953" sldId="305"/>
            <ac:picMk id="192" creationId="{1EBEBFB6-7B71-D149-1E47-F1B7E8F3B160}"/>
          </ac:picMkLst>
        </pc:picChg>
        <pc:picChg chg="mod">
          <ac:chgData name="Arkar Than Win" userId="3c8250a4-c36e-434c-9640-1ec1d94cea55" providerId="ADAL" clId="{0ACE9946-0938-4C15-91F3-DF5E7C93A5A9}" dt="2024-05-30T04:33:27.199" v="36301" actId="571"/>
          <ac:picMkLst>
            <pc:docMk/>
            <pc:sldMk cId="3506120953" sldId="305"/>
            <ac:picMk id="193" creationId="{60203203-5989-0B5B-B76D-5856CEA9FF0C}"/>
          </ac:picMkLst>
        </pc:picChg>
        <pc:picChg chg="mod">
          <ac:chgData name="Arkar Than Win" userId="3c8250a4-c36e-434c-9640-1ec1d94cea55" providerId="ADAL" clId="{0ACE9946-0938-4C15-91F3-DF5E7C93A5A9}" dt="2024-05-30T04:33:43.341" v="36304"/>
          <ac:picMkLst>
            <pc:docMk/>
            <pc:sldMk cId="3506120953" sldId="305"/>
            <ac:picMk id="198" creationId="{D365C6F3-6E79-C9C8-FE91-2BB8ED5BB088}"/>
          </ac:picMkLst>
        </pc:picChg>
        <pc:picChg chg="mod">
          <ac:chgData name="Arkar Than Win" userId="3c8250a4-c36e-434c-9640-1ec1d94cea55" providerId="ADAL" clId="{0ACE9946-0938-4C15-91F3-DF5E7C93A5A9}" dt="2024-05-30T04:33:43.341" v="36304"/>
          <ac:picMkLst>
            <pc:docMk/>
            <pc:sldMk cId="3506120953" sldId="305"/>
            <ac:picMk id="199" creationId="{2F6FE6B3-590E-945F-9765-FDA5515CA271}"/>
          </ac:picMkLst>
        </pc:picChg>
        <pc:picChg chg="mod">
          <ac:chgData name="Arkar Than Win" userId="3c8250a4-c36e-434c-9640-1ec1d94cea55" providerId="ADAL" clId="{0ACE9946-0938-4C15-91F3-DF5E7C93A5A9}" dt="2024-05-30T04:33:43.341" v="36304"/>
          <ac:picMkLst>
            <pc:docMk/>
            <pc:sldMk cId="3506120953" sldId="305"/>
            <ac:picMk id="200" creationId="{C4299302-C97A-E2FA-F1C0-32F5B61AC4DB}"/>
          </ac:picMkLst>
        </pc:picChg>
        <pc:picChg chg="mod">
          <ac:chgData name="Arkar Than Win" userId="3c8250a4-c36e-434c-9640-1ec1d94cea55" providerId="ADAL" clId="{0ACE9946-0938-4C15-91F3-DF5E7C93A5A9}" dt="2024-05-30T04:33:43.341" v="36304"/>
          <ac:picMkLst>
            <pc:docMk/>
            <pc:sldMk cId="3506120953" sldId="305"/>
            <ac:picMk id="201" creationId="{059EA11A-D5C9-279C-692F-99F2243956E5}"/>
          </ac:picMkLst>
        </pc:picChg>
        <pc:picChg chg="mod">
          <ac:chgData name="Arkar Than Win" userId="3c8250a4-c36e-434c-9640-1ec1d94cea55" providerId="ADAL" clId="{0ACE9946-0938-4C15-91F3-DF5E7C93A5A9}" dt="2024-05-30T04:33:43.341" v="36304"/>
          <ac:picMkLst>
            <pc:docMk/>
            <pc:sldMk cId="3506120953" sldId="305"/>
            <ac:picMk id="202" creationId="{6629453C-8B81-76DF-B9AD-DCBA601752D9}"/>
          </ac:picMkLst>
        </pc:picChg>
        <pc:picChg chg="mod">
          <ac:chgData name="Arkar Than Win" userId="3c8250a4-c36e-434c-9640-1ec1d94cea55" providerId="ADAL" clId="{0ACE9946-0938-4C15-91F3-DF5E7C93A5A9}" dt="2024-05-30T04:33:43.341" v="36304"/>
          <ac:picMkLst>
            <pc:docMk/>
            <pc:sldMk cId="3506120953" sldId="305"/>
            <ac:picMk id="203" creationId="{0C443B84-62EA-87E5-208A-83654446DFA9}"/>
          </ac:picMkLst>
        </pc:picChg>
        <pc:picChg chg="mod">
          <ac:chgData name="Arkar Than Win" userId="3c8250a4-c36e-434c-9640-1ec1d94cea55" providerId="ADAL" clId="{0ACE9946-0938-4C15-91F3-DF5E7C93A5A9}" dt="2024-05-30T04:33:43.341" v="36304"/>
          <ac:picMkLst>
            <pc:docMk/>
            <pc:sldMk cId="3506120953" sldId="305"/>
            <ac:picMk id="204" creationId="{81A04332-03FB-59A1-E0EC-564CF3D7291A}"/>
          </ac:picMkLst>
        </pc:picChg>
        <pc:picChg chg="mod">
          <ac:chgData name="Arkar Than Win" userId="3c8250a4-c36e-434c-9640-1ec1d94cea55" providerId="ADAL" clId="{0ACE9946-0938-4C15-91F3-DF5E7C93A5A9}" dt="2024-05-30T04:33:43.341" v="36304"/>
          <ac:picMkLst>
            <pc:docMk/>
            <pc:sldMk cId="3506120953" sldId="305"/>
            <ac:picMk id="205" creationId="{715F3BC7-671A-CC34-CAF3-5D4D2C7467E6}"/>
          </ac:picMkLst>
        </pc:picChg>
        <pc:picChg chg="mod">
          <ac:chgData name="Arkar Than Win" userId="3c8250a4-c36e-434c-9640-1ec1d94cea55" providerId="ADAL" clId="{0ACE9946-0938-4C15-91F3-DF5E7C93A5A9}" dt="2024-05-30T04:35:35.971" v="36356"/>
          <ac:picMkLst>
            <pc:docMk/>
            <pc:sldMk cId="3506120953" sldId="305"/>
            <ac:picMk id="208" creationId="{8AA52AC9-53FE-E89C-27FF-BB286A69F672}"/>
          </ac:picMkLst>
        </pc:picChg>
        <pc:picChg chg="mod">
          <ac:chgData name="Arkar Than Win" userId="3c8250a4-c36e-434c-9640-1ec1d94cea55" providerId="ADAL" clId="{0ACE9946-0938-4C15-91F3-DF5E7C93A5A9}" dt="2024-05-30T04:35:35.971" v="36356"/>
          <ac:picMkLst>
            <pc:docMk/>
            <pc:sldMk cId="3506120953" sldId="305"/>
            <ac:picMk id="209" creationId="{1A52828D-FC4A-EA16-A5F1-4C0B3B2253E7}"/>
          </ac:picMkLst>
        </pc:picChg>
        <pc:picChg chg="mod">
          <ac:chgData name="Arkar Than Win" userId="3c8250a4-c36e-434c-9640-1ec1d94cea55" providerId="ADAL" clId="{0ACE9946-0938-4C15-91F3-DF5E7C93A5A9}" dt="2024-05-30T04:35:39.028" v="36357"/>
          <ac:picMkLst>
            <pc:docMk/>
            <pc:sldMk cId="3506120953" sldId="305"/>
            <ac:picMk id="212" creationId="{2F21F28C-CB02-4874-BBCD-BFAE53E43EEA}"/>
          </ac:picMkLst>
        </pc:picChg>
        <pc:picChg chg="mod">
          <ac:chgData name="Arkar Than Win" userId="3c8250a4-c36e-434c-9640-1ec1d94cea55" providerId="ADAL" clId="{0ACE9946-0938-4C15-91F3-DF5E7C93A5A9}" dt="2024-05-30T04:35:39.028" v="36357"/>
          <ac:picMkLst>
            <pc:docMk/>
            <pc:sldMk cId="3506120953" sldId="305"/>
            <ac:picMk id="213" creationId="{5A96752D-28AD-0ADA-FE0E-86411154E194}"/>
          </ac:picMkLst>
        </pc:picChg>
        <pc:picChg chg="mod">
          <ac:chgData name="Arkar Than Win" userId="3c8250a4-c36e-434c-9640-1ec1d94cea55" providerId="ADAL" clId="{0ACE9946-0938-4C15-91F3-DF5E7C93A5A9}" dt="2024-05-30T04:35:56.398" v="36362"/>
          <ac:picMkLst>
            <pc:docMk/>
            <pc:sldMk cId="3506120953" sldId="305"/>
            <ac:picMk id="216" creationId="{65B22A87-C27F-263B-5B13-687B2CE44E23}"/>
          </ac:picMkLst>
        </pc:picChg>
        <pc:picChg chg="mod">
          <ac:chgData name="Arkar Than Win" userId="3c8250a4-c36e-434c-9640-1ec1d94cea55" providerId="ADAL" clId="{0ACE9946-0938-4C15-91F3-DF5E7C93A5A9}" dt="2024-05-30T04:35:56.398" v="36362"/>
          <ac:picMkLst>
            <pc:docMk/>
            <pc:sldMk cId="3506120953" sldId="305"/>
            <ac:picMk id="217" creationId="{4CBB5C58-7C27-6C3D-9175-D9FB0E010C58}"/>
          </ac:picMkLst>
        </pc:picChg>
        <pc:picChg chg="mod">
          <ac:chgData name="Arkar Than Win" userId="3c8250a4-c36e-434c-9640-1ec1d94cea55" providerId="ADAL" clId="{0ACE9946-0938-4C15-91F3-DF5E7C93A5A9}" dt="2024-05-30T04:35:56.398" v="36362"/>
          <ac:picMkLst>
            <pc:docMk/>
            <pc:sldMk cId="3506120953" sldId="305"/>
            <ac:picMk id="220" creationId="{E1F27651-81C3-742E-402B-8107A52567FF}"/>
          </ac:picMkLst>
        </pc:picChg>
        <pc:picChg chg="mod">
          <ac:chgData name="Arkar Than Win" userId="3c8250a4-c36e-434c-9640-1ec1d94cea55" providerId="ADAL" clId="{0ACE9946-0938-4C15-91F3-DF5E7C93A5A9}" dt="2024-05-30T04:35:56.398" v="36362"/>
          <ac:picMkLst>
            <pc:docMk/>
            <pc:sldMk cId="3506120953" sldId="305"/>
            <ac:picMk id="221" creationId="{55173E7E-90DF-F33E-4396-66186D9DCCFE}"/>
          </ac:picMkLst>
        </pc:picChg>
        <pc:picChg chg="add del mod">
          <ac:chgData name="Arkar Than Win" userId="3c8250a4-c36e-434c-9640-1ec1d94cea55" providerId="ADAL" clId="{0ACE9946-0938-4C15-91F3-DF5E7C93A5A9}" dt="2024-05-30T04:36:04.042" v="36367" actId="478"/>
          <ac:picMkLst>
            <pc:docMk/>
            <pc:sldMk cId="3506120953" sldId="305"/>
            <ac:picMk id="222" creationId="{B725AECA-35BF-EAE8-CA27-A05ECF3A9D02}"/>
          </ac:picMkLst>
        </pc:picChg>
        <pc:picChg chg="add mod">
          <ac:chgData name="Arkar Than Win" userId="3c8250a4-c36e-434c-9640-1ec1d94cea55" providerId="ADAL" clId="{0ACE9946-0938-4C15-91F3-DF5E7C93A5A9}" dt="2024-05-30T04:36:00.802" v="36365" actId="571"/>
          <ac:picMkLst>
            <pc:docMk/>
            <pc:sldMk cId="3506120953" sldId="305"/>
            <ac:picMk id="223" creationId="{24312955-A4F8-11E7-ED22-F0DD0E3AA81A}"/>
          </ac:picMkLst>
        </pc:picChg>
        <pc:picChg chg="mod">
          <ac:chgData name="Arkar Than Win" userId="3c8250a4-c36e-434c-9640-1ec1d94cea55" providerId="ADAL" clId="{0ACE9946-0938-4C15-91F3-DF5E7C93A5A9}" dt="2024-05-30T04:36:05.410" v="36368"/>
          <ac:picMkLst>
            <pc:docMk/>
            <pc:sldMk cId="3506120953" sldId="305"/>
            <ac:picMk id="226" creationId="{FF92C6AC-7007-0FB7-524E-DFB3704E043E}"/>
          </ac:picMkLst>
        </pc:picChg>
        <pc:picChg chg="mod">
          <ac:chgData name="Arkar Than Win" userId="3c8250a4-c36e-434c-9640-1ec1d94cea55" providerId="ADAL" clId="{0ACE9946-0938-4C15-91F3-DF5E7C93A5A9}" dt="2024-05-30T04:36:05.410" v="36368"/>
          <ac:picMkLst>
            <pc:docMk/>
            <pc:sldMk cId="3506120953" sldId="305"/>
            <ac:picMk id="227" creationId="{DA8024AC-70F8-8B55-0CE5-4A058F0A9584}"/>
          </ac:picMkLst>
        </pc:picChg>
        <pc:picChg chg="add del mod">
          <ac:chgData name="Arkar Than Win" userId="3c8250a4-c36e-434c-9640-1ec1d94cea55" providerId="ADAL" clId="{0ACE9946-0938-4C15-91F3-DF5E7C93A5A9}" dt="2024-05-30T04:36:19.968" v="36375" actId="21"/>
          <ac:picMkLst>
            <pc:docMk/>
            <pc:sldMk cId="3506120953" sldId="305"/>
            <ac:picMk id="228" creationId="{EEA315C5-BF94-EBD0-624B-9AF425847714}"/>
          </ac:picMkLst>
        </pc:picChg>
        <pc:picChg chg="mod">
          <ac:chgData name="Arkar Than Win" userId="3c8250a4-c36e-434c-9640-1ec1d94cea55" providerId="ADAL" clId="{0ACE9946-0938-4C15-91F3-DF5E7C93A5A9}" dt="2024-05-30T04:36:10.432" v="36371"/>
          <ac:picMkLst>
            <pc:docMk/>
            <pc:sldMk cId="3506120953" sldId="305"/>
            <ac:picMk id="231" creationId="{EDBFEE37-52F9-3BAE-35EE-C1B1948EF2A9}"/>
          </ac:picMkLst>
        </pc:picChg>
        <pc:picChg chg="mod">
          <ac:chgData name="Arkar Than Win" userId="3c8250a4-c36e-434c-9640-1ec1d94cea55" providerId="ADAL" clId="{0ACE9946-0938-4C15-91F3-DF5E7C93A5A9}" dt="2024-05-30T04:36:10.432" v="36371"/>
          <ac:picMkLst>
            <pc:docMk/>
            <pc:sldMk cId="3506120953" sldId="305"/>
            <ac:picMk id="232" creationId="{F3FD8DAD-65FB-D6A2-32E8-E2DD4B2B3DE6}"/>
          </ac:picMkLst>
        </pc:picChg>
        <pc:picChg chg="add del mod">
          <ac:chgData name="Arkar Than Win" userId="3c8250a4-c36e-434c-9640-1ec1d94cea55" providerId="ADAL" clId="{0ACE9946-0938-4C15-91F3-DF5E7C93A5A9}" dt="2024-05-30T04:36:19.968" v="36375" actId="21"/>
          <ac:picMkLst>
            <pc:docMk/>
            <pc:sldMk cId="3506120953" sldId="305"/>
            <ac:picMk id="233" creationId="{FEA5F4C6-5CDA-0F86-6F97-9F5CF613B962}"/>
          </ac:picMkLst>
        </pc:picChg>
        <pc:picChg chg="add del mod">
          <ac:chgData name="Arkar Than Win" userId="3c8250a4-c36e-434c-9640-1ec1d94cea55" providerId="ADAL" clId="{0ACE9946-0938-4C15-91F3-DF5E7C93A5A9}" dt="2024-05-30T05:15:22.406" v="36597" actId="21"/>
          <ac:picMkLst>
            <pc:docMk/>
            <pc:sldMk cId="3506120953" sldId="305"/>
            <ac:picMk id="241" creationId="{D046C1FF-3C03-43EA-BF04-C71368F3AAAE}"/>
          </ac:picMkLst>
        </pc:picChg>
        <pc:picChg chg="add del mod">
          <ac:chgData name="Arkar Than Win" userId="3c8250a4-c36e-434c-9640-1ec1d94cea55" providerId="ADAL" clId="{0ACE9946-0938-4C15-91F3-DF5E7C93A5A9}" dt="2024-05-30T05:15:22.406" v="36597" actId="21"/>
          <ac:picMkLst>
            <pc:docMk/>
            <pc:sldMk cId="3506120953" sldId="305"/>
            <ac:picMk id="243" creationId="{07F745BB-DC13-4461-02E4-7A0B0EC41084}"/>
          </ac:picMkLst>
        </pc:picChg>
        <pc:picChg chg="add del">
          <ac:chgData name="Arkar Than Win" userId="3c8250a4-c36e-434c-9640-1ec1d94cea55" providerId="ADAL" clId="{0ACE9946-0938-4C15-91F3-DF5E7C93A5A9}" dt="2024-05-30T05:19:50.782" v="36664" actId="478"/>
          <ac:picMkLst>
            <pc:docMk/>
            <pc:sldMk cId="3506120953" sldId="305"/>
            <ac:picMk id="245" creationId="{09112FC3-E090-A59C-E3AD-FEF20337D45E}"/>
          </ac:picMkLst>
        </pc:picChg>
        <pc:picChg chg="add del mod">
          <ac:chgData name="Arkar Than Win" userId="3c8250a4-c36e-434c-9640-1ec1d94cea55" providerId="ADAL" clId="{0ACE9946-0938-4C15-91F3-DF5E7C93A5A9}" dt="2024-05-30T05:19:50.111" v="36663" actId="478"/>
          <ac:picMkLst>
            <pc:docMk/>
            <pc:sldMk cId="3506120953" sldId="305"/>
            <ac:picMk id="247" creationId="{62D288BD-8A70-0893-8296-B84CE0E08873}"/>
          </ac:picMkLst>
        </pc:picChg>
        <pc:picChg chg="add del mod">
          <ac:chgData name="Arkar Than Win" userId="3c8250a4-c36e-434c-9640-1ec1d94cea55" providerId="ADAL" clId="{0ACE9946-0938-4C15-91F3-DF5E7C93A5A9}" dt="2024-05-30T05:19:49.513" v="36662" actId="478"/>
          <ac:picMkLst>
            <pc:docMk/>
            <pc:sldMk cId="3506120953" sldId="305"/>
            <ac:picMk id="249" creationId="{46E4602D-4220-A836-F4BA-F1E4A0CFC170}"/>
          </ac:picMkLst>
        </pc:picChg>
        <pc:picChg chg="add del">
          <ac:chgData name="Arkar Than Win" userId="3c8250a4-c36e-434c-9640-1ec1d94cea55" providerId="ADAL" clId="{0ACE9946-0938-4C15-91F3-DF5E7C93A5A9}" dt="2024-05-30T05:20:03.113" v="36673" actId="21"/>
          <ac:picMkLst>
            <pc:docMk/>
            <pc:sldMk cId="3506120953" sldId="305"/>
            <ac:picMk id="252" creationId="{EBB8C2DA-448D-00A0-C5D1-04F3C6DFA98B}"/>
          </ac:picMkLst>
        </pc:picChg>
        <pc:picChg chg="add del mod">
          <ac:chgData name="Arkar Than Win" userId="3c8250a4-c36e-434c-9640-1ec1d94cea55" providerId="ADAL" clId="{0ACE9946-0938-4C15-91F3-DF5E7C93A5A9}" dt="2024-05-30T05:20:03.113" v="36673" actId="21"/>
          <ac:picMkLst>
            <pc:docMk/>
            <pc:sldMk cId="3506120953" sldId="305"/>
            <ac:picMk id="254" creationId="{B703379E-CDD1-04D8-ABCE-9488D2BC702B}"/>
          </ac:picMkLst>
        </pc:picChg>
        <pc:picChg chg="add del">
          <ac:chgData name="Arkar Than Win" userId="3c8250a4-c36e-434c-9640-1ec1d94cea55" providerId="ADAL" clId="{0ACE9946-0938-4C15-91F3-DF5E7C93A5A9}" dt="2024-05-30T05:21:12.884" v="36698" actId="21"/>
          <ac:picMkLst>
            <pc:docMk/>
            <pc:sldMk cId="3506120953" sldId="305"/>
            <ac:picMk id="256" creationId="{69128384-4D06-83F5-A420-F0C7F18EE471}"/>
          </ac:picMkLst>
        </pc:picChg>
      </pc:sldChg>
      <pc:sldChg chg="add">
        <pc:chgData name="Arkar Than Win" userId="3c8250a4-c36e-434c-9640-1ec1d94cea55" providerId="ADAL" clId="{0ACE9946-0938-4C15-91F3-DF5E7C93A5A9}" dt="2024-05-31T01:36:04.380" v="36719"/>
        <pc:sldMkLst>
          <pc:docMk/>
          <pc:sldMk cId="1974447459" sldId="306"/>
        </pc:sldMkLst>
      </pc:sldChg>
      <pc:sldChg chg="addSp delSp modSp add del mod">
        <pc:chgData name="Arkar Than Win" userId="3c8250a4-c36e-434c-9640-1ec1d94cea55" providerId="ADAL" clId="{0ACE9946-0938-4C15-91F3-DF5E7C93A5A9}" dt="2024-05-21T07:36:39.591" v="15021" actId="47"/>
        <pc:sldMkLst>
          <pc:docMk/>
          <pc:sldMk cId="1557527991" sldId="337"/>
        </pc:sldMkLst>
        <pc:spChg chg="add mod">
          <ac:chgData name="Arkar Than Win" userId="3c8250a4-c36e-434c-9640-1ec1d94cea55" providerId="ADAL" clId="{0ACE9946-0938-4C15-91F3-DF5E7C93A5A9}" dt="2024-05-21T07:08:47.986" v="13042"/>
          <ac:spMkLst>
            <pc:docMk/>
            <pc:sldMk cId="1557527991" sldId="337"/>
            <ac:spMk id="2" creationId="{00000000-0000-0000-0000-000000000000}"/>
          </ac:spMkLst>
        </pc:spChg>
        <pc:spChg chg="add mod">
          <ac:chgData name="Arkar Than Win" userId="3c8250a4-c36e-434c-9640-1ec1d94cea55" providerId="ADAL" clId="{0ACE9946-0938-4C15-91F3-DF5E7C93A5A9}" dt="2024-05-21T07:08:47.986" v="13042"/>
          <ac:spMkLst>
            <pc:docMk/>
            <pc:sldMk cId="1557527991" sldId="337"/>
            <ac:spMk id="3" creationId="{00000000-0000-0000-0000-000000000000}"/>
          </ac:spMkLst>
        </pc:spChg>
        <pc:spChg chg="del">
          <ac:chgData name="Arkar Than Win" userId="3c8250a4-c36e-434c-9640-1ec1d94cea55" providerId="ADAL" clId="{0ACE9946-0938-4C15-91F3-DF5E7C93A5A9}" dt="2024-05-21T07:08:47.350" v="13041" actId="21"/>
          <ac:spMkLst>
            <pc:docMk/>
            <pc:sldMk cId="1557527991" sldId="337"/>
            <ac:spMk id="4" creationId="{00000000-0000-0000-0000-000000000000}"/>
          </ac:spMkLst>
        </pc:spChg>
        <pc:spChg chg="del">
          <ac:chgData name="Arkar Than Win" userId="3c8250a4-c36e-434c-9640-1ec1d94cea55" providerId="ADAL" clId="{0ACE9946-0938-4C15-91F3-DF5E7C93A5A9}" dt="2024-05-21T07:08:47.350" v="13041" actId="21"/>
          <ac:spMkLst>
            <pc:docMk/>
            <pc:sldMk cId="1557527991" sldId="337"/>
            <ac:spMk id="5" creationId="{00000000-0000-0000-0000-000000000000}"/>
          </ac:spMkLst>
        </pc:spChg>
        <pc:spChg chg="del">
          <ac:chgData name="Arkar Than Win" userId="3c8250a4-c36e-434c-9640-1ec1d94cea55" providerId="ADAL" clId="{0ACE9946-0938-4C15-91F3-DF5E7C93A5A9}" dt="2024-05-21T07:08:47.350" v="13041" actId="21"/>
          <ac:spMkLst>
            <pc:docMk/>
            <pc:sldMk cId="1557527991" sldId="337"/>
            <ac:spMk id="6" creationId="{00000000-0000-0000-0000-000000000000}"/>
          </ac:spMkLst>
        </pc:spChg>
        <pc:spChg chg="del">
          <ac:chgData name="Arkar Than Win" userId="3c8250a4-c36e-434c-9640-1ec1d94cea55" providerId="ADAL" clId="{0ACE9946-0938-4C15-91F3-DF5E7C93A5A9}" dt="2024-05-21T07:08:47.350" v="13041" actId="21"/>
          <ac:spMkLst>
            <pc:docMk/>
            <pc:sldMk cId="1557527991" sldId="337"/>
            <ac:spMk id="7" creationId="{00000000-0000-0000-0000-000000000000}"/>
          </ac:spMkLst>
        </pc:spChg>
        <pc:spChg chg="del">
          <ac:chgData name="Arkar Than Win" userId="3c8250a4-c36e-434c-9640-1ec1d94cea55" providerId="ADAL" clId="{0ACE9946-0938-4C15-91F3-DF5E7C93A5A9}" dt="2024-05-21T07:08:47.350" v="13041" actId="21"/>
          <ac:spMkLst>
            <pc:docMk/>
            <pc:sldMk cId="1557527991" sldId="337"/>
            <ac:spMk id="8" creationId="{00000000-0000-0000-0000-000000000000}"/>
          </ac:spMkLst>
        </pc:spChg>
        <pc:spChg chg="del">
          <ac:chgData name="Arkar Than Win" userId="3c8250a4-c36e-434c-9640-1ec1d94cea55" providerId="ADAL" clId="{0ACE9946-0938-4C15-91F3-DF5E7C93A5A9}" dt="2024-05-21T07:08:47.350" v="13041" actId="21"/>
          <ac:spMkLst>
            <pc:docMk/>
            <pc:sldMk cId="1557527991" sldId="337"/>
            <ac:spMk id="9" creationId="{00000000-0000-0000-0000-000000000000}"/>
          </ac:spMkLst>
        </pc:spChg>
        <pc:spChg chg="del">
          <ac:chgData name="Arkar Than Win" userId="3c8250a4-c36e-434c-9640-1ec1d94cea55" providerId="ADAL" clId="{0ACE9946-0938-4C15-91F3-DF5E7C93A5A9}" dt="2024-05-21T07:08:47.350" v="13041" actId="21"/>
          <ac:spMkLst>
            <pc:docMk/>
            <pc:sldMk cId="1557527991" sldId="337"/>
            <ac:spMk id="10" creationId="{00000000-0000-0000-0000-000000000000}"/>
          </ac:spMkLst>
        </pc:spChg>
        <pc:spChg chg="del">
          <ac:chgData name="Arkar Than Win" userId="3c8250a4-c36e-434c-9640-1ec1d94cea55" providerId="ADAL" clId="{0ACE9946-0938-4C15-91F3-DF5E7C93A5A9}" dt="2024-05-21T07:08:47.350" v="13041" actId="21"/>
          <ac:spMkLst>
            <pc:docMk/>
            <pc:sldMk cId="1557527991" sldId="337"/>
            <ac:spMk id="67" creationId="{00000000-0000-0000-0000-000000000000}"/>
          </ac:spMkLst>
        </pc:spChg>
        <pc:spChg chg="del">
          <ac:chgData name="Arkar Than Win" userId="3c8250a4-c36e-434c-9640-1ec1d94cea55" providerId="ADAL" clId="{0ACE9946-0938-4C15-91F3-DF5E7C93A5A9}" dt="2024-05-21T07:08:47.350" v="13041" actId="21"/>
          <ac:spMkLst>
            <pc:docMk/>
            <pc:sldMk cId="1557527991" sldId="337"/>
            <ac:spMk id="112" creationId="{00000000-0000-0000-0000-000000000000}"/>
          </ac:spMkLst>
        </pc:spChg>
        <pc:spChg chg="del">
          <ac:chgData name="Arkar Than Win" userId="3c8250a4-c36e-434c-9640-1ec1d94cea55" providerId="ADAL" clId="{0ACE9946-0938-4C15-91F3-DF5E7C93A5A9}" dt="2024-05-21T07:08:47.350" v="13041" actId="21"/>
          <ac:spMkLst>
            <pc:docMk/>
            <pc:sldMk cId="1557527991" sldId="337"/>
            <ac:spMk id="125" creationId="{00000000-0000-0000-0000-000000000000}"/>
          </ac:spMkLst>
        </pc:spChg>
        <pc:spChg chg="del">
          <ac:chgData name="Arkar Than Win" userId="3c8250a4-c36e-434c-9640-1ec1d94cea55" providerId="ADAL" clId="{0ACE9946-0938-4C15-91F3-DF5E7C93A5A9}" dt="2024-05-21T07:08:47.350" v="13041" actId="21"/>
          <ac:spMkLst>
            <pc:docMk/>
            <pc:sldMk cId="1557527991" sldId="337"/>
            <ac:spMk id="143" creationId="{00000000-0000-0000-0000-000000000000}"/>
          </ac:spMkLst>
        </pc:spChg>
        <pc:spChg chg="del">
          <ac:chgData name="Arkar Than Win" userId="3c8250a4-c36e-434c-9640-1ec1d94cea55" providerId="ADAL" clId="{0ACE9946-0938-4C15-91F3-DF5E7C93A5A9}" dt="2024-05-21T07:08:47.350" v="13041" actId="21"/>
          <ac:spMkLst>
            <pc:docMk/>
            <pc:sldMk cId="1557527991" sldId="337"/>
            <ac:spMk id="157" creationId="{00000000-0000-0000-0000-000000000000}"/>
          </ac:spMkLst>
        </pc:spChg>
        <pc:spChg chg="del">
          <ac:chgData name="Arkar Than Win" userId="3c8250a4-c36e-434c-9640-1ec1d94cea55" providerId="ADAL" clId="{0ACE9946-0938-4C15-91F3-DF5E7C93A5A9}" dt="2024-05-21T07:08:47.350" v="13041" actId="21"/>
          <ac:spMkLst>
            <pc:docMk/>
            <pc:sldMk cId="1557527991" sldId="337"/>
            <ac:spMk id="158" creationId="{00000000-0000-0000-0000-000000000000}"/>
          </ac:spMkLst>
        </pc:spChg>
        <pc:spChg chg="add mod">
          <ac:chgData name="Arkar Than Win" userId="3c8250a4-c36e-434c-9640-1ec1d94cea55" providerId="ADAL" clId="{0ACE9946-0938-4C15-91F3-DF5E7C93A5A9}" dt="2024-05-21T07:08:47.986" v="13042"/>
          <ac:spMkLst>
            <pc:docMk/>
            <pc:sldMk cId="1557527991" sldId="337"/>
            <ac:spMk id="164" creationId="{00000000-0000-0000-0000-000000000000}"/>
          </ac:spMkLst>
        </pc:spChg>
        <pc:spChg chg="add mod">
          <ac:chgData name="Arkar Than Win" userId="3c8250a4-c36e-434c-9640-1ec1d94cea55" providerId="ADAL" clId="{0ACE9946-0938-4C15-91F3-DF5E7C93A5A9}" dt="2024-05-21T07:08:47.986" v="13042"/>
          <ac:spMkLst>
            <pc:docMk/>
            <pc:sldMk cId="1557527991" sldId="337"/>
            <ac:spMk id="165" creationId="{00000000-0000-0000-0000-000000000000}"/>
          </ac:spMkLst>
        </pc:spChg>
        <pc:spChg chg="add mod">
          <ac:chgData name="Arkar Than Win" userId="3c8250a4-c36e-434c-9640-1ec1d94cea55" providerId="ADAL" clId="{0ACE9946-0938-4C15-91F3-DF5E7C93A5A9}" dt="2024-05-21T07:08:47.986" v="13042"/>
          <ac:spMkLst>
            <pc:docMk/>
            <pc:sldMk cId="1557527991" sldId="337"/>
            <ac:spMk id="166" creationId="{00000000-0000-0000-0000-000000000000}"/>
          </ac:spMkLst>
        </pc:spChg>
        <pc:spChg chg="del">
          <ac:chgData name="Arkar Than Win" userId="3c8250a4-c36e-434c-9640-1ec1d94cea55" providerId="ADAL" clId="{0ACE9946-0938-4C15-91F3-DF5E7C93A5A9}" dt="2024-05-21T07:08:41.109" v="13038" actId="478"/>
          <ac:spMkLst>
            <pc:docMk/>
            <pc:sldMk cId="1557527991" sldId="337"/>
            <ac:spMk id="167" creationId="{00000000-0000-0000-0000-000000000000}"/>
          </ac:spMkLst>
        </pc:spChg>
        <pc:spChg chg="del">
          <ac:chgData name="Arkar Than Win" userId="3c8250a4-c36e-434c-9640-1ec1d94cea55" providerId="ADAL" clId="{0ACE9946-0938-4C15-91F3-DF5E7C93A5A9}" dt="2024-05-21T07:08:41.109" v="13038" actId="478"/>
          <ac:spMkLst>
            <pc:docMk/>
            <pc:sldMk cId="1557527991" sldId="337"/>
            <ac:spMk id="168" creationId="{00000000-0000-0000-0000-000000000000}"/>
          </ac:spMkLst>
        </pc:spChg>
        <pc:spChg chg="del">
          <ac:chgData name="Arkar Than Win" userId="3c8250a4-c36e-434c-9640-1ec1d94cea55" providerId="ADAL" clId="{0ACE9946-0938-4C15-91F3-DF5E7C93A5A9}" dt="2024-05-21T07:08:38.614" v="13036" actId="478"/>
          <ac:spMkLst>
            <pc:docMk/>
            <pc:sldMk cId="1557527991" sldId="337"/>
            <ac:spMk id="169" creationId="{00000000-0000-0000-0000-000000000000}"/>
          </ac:spMkLst>
        </pc:spChg>
        <pc:spChg chg="add mod">
          <ac:chgData name="Arkar Than Win" userId="3c8250a4-c36e-434c-9640-1ec1d94cea55" providerId="ADAL" clId="{0ACE9946-0938-4C15-91F3-DF5E7C93A5A9}" dt="2024-05-21T07:08:47.986" v="13042"/>
          <ac:spMkLst>
            <pc:docMk/>
            <pc:sldMk cId="1557527991" sldId="337"/>
            <ac:spMk id="170" creationId="{00000000-0000-0000-0000-000000000000}"/>
          </ac:spMkLst>
        </pc:spChg>
        <pc:spChg chg="add mod">
          <ac:chgData name="Arkar Than Win" userId="3c8250a4-c36e-434c-9640-1ec1d94cea55" providerId="ADAL" clId="{0ACE9946-0938-4C15-91F3-DF5E7C93A5A9}" dt="2024-05-21T07:08:47.986" v="13042"/>
          <ac:spMkLst>
            <pc:docMk/>
            <pc:sldMk cId="1557527991" sldId="337"/>
            <ac:spMk id="171" creationId="{00000000-0000-0000-0000-000000000000}"/>
          </ac:spMkLst>
        </pc:spChg>
        <pc:spChg chg="del">
          <ac:chgData name="Arkar Than Win" userId="3c8250a4-c36e-434c-9640-1ec1d94cea55" providerId="ADAL" clId="{0ACE9946-0938-4C15-91F3-DF5E7C93A5A9}" dt="2024-05-21T07:08:37.817" v="13035" actId="478"/>
          <ac:spMkLst>
            <pc:docMk/>
            <pc:sldMk cId="1557527991" sldId="337"/>
            <ac:spMk id="172" creationId="{00000000-0000-0000-0000-000000000000}"/>
          </ac:spMkLst>
        </pc:spChg>
        <pc:spChg chg="del">
          <ac:chgData name="Arkar Than Win" userId="3c8250a4-c36e-434c-9640-1ec1d94cea55" providerId="ADAL" clId="{0ACE9946-0938-4C15-91F3-DF5E7C93A5A9}" dt="2024-05-21T07:08:41.109" v="13038" actId="478"/>
          <ac:spMkLst>
            <pc:docMk/>
            <pc:sldMk cId="1557527991" sldId="337"/>
            <ac:spMk id="173" creationId="{00000000-0000-0000-0000-000000000000}"/>
          </ac:spMkLst>
        </pc:spChg>
        <pc:spChg chg="del">
          <ac:chgData name="Arkar Than Win" userId="3c8250a4-c36e-434c-9640-1ec1d94cea55" providerId="ADAL" clId="{0ACE9946-0938-4C15-91F3-DF5E7C93A5A9}" dt="2024-05-21T07:08:41.109" v="13038" actId="478"/>
          <ac:spMkLst>
            <pc:docMk/>
            <pc:sldMk cId="1557527991" sldId="337"/>
            <ac:spMk id="174" creationId="{00000000-0000-0000-0000-000000000000}"/>
          </ac:spMkLst>
        </pc:spChg>
        <pc:spChg chg="del">
          <ac:chgData name="Arkar Than Win" userId="3c8250a4-c36e-434c-9640-1ec1d94cea55" providerId="ADAL" clId="{0ACE9946-0938-4C15-91F3-DF5E7C93A5A9}" dt="2024-05-21T07:08:41.109" v="13038" actId="478"/>
          <ac:spMkLst>
            <pc:docMk/>
            <pc:sldMk cId="1557527991" sldId="337"/>
            <ac:spMk id="175" creationId="{00000000-0000-0000-0000-000000000000}"/>
          </ac:spMkLst>
        </pc:spChg>
        <pc:spChg chg="del">
          <ac:chgData name="Arkar Than Win" userId="3c8250a4-c36e-434c-9640-1ec1d94cea55" providerId="ADAL" clId="{0ACE9946-0938-4C15-91F3-DF5E7C93A5A9}" dt="2024-05-21T07:08:41.109" v="13038" actId="478"/>
          <ac:spMkLst>
            <pc:docMk/>
            <pc:sldMk cId="1557527991" sldId="337"/>
            <ac:spMk id="176" creationId="{00000000-0000-0000-0000-000000000000}"/>
          </ac:spMkLst>
        </pc:spChg>
        <pc:spChg chg="del">
          <ac:chgData name="Arkar Than Win" userId="3c8250a4-c36e-434c-9640-1ec1d94cea55" providerId="ADAL" clId="{0ACE9946-0938-4C15-91F3-DF5E7C93A5A9}" dt="2024-05-21T07:08:36.919" v="13034" actId="478"/>
          <ac:spMkLst>
            <pc:docMk/>
            <pc:sldMk cId="1557527991" sldId="337"/>
            <ac:spMk id="177" creationId="{00000000-0000-0000-0000-000000000000}"/>
          </ac:spMkLst>
        </pc:spChg>
        <pc:spChg chg="add mod">
          <ac:chgData name="Arkar Than Win" userId="3c8250a4-c36e-434c-9640-1ec1d94cea55" providerId="ADAL" clId="{0ACE9946-0938-4C15-91F3-DF5E7C93A5A9}" dt="2024-05-21T07:08:47.986" v="13042"/>
          <ac:spMkLst>
            <pc:docMk/>
            <pc:sldMk cId="1557527991" sldId="337"/>
            <ac:spMk id="178" creationId="{00000000-0000-0000-0000-000000000000}"/>
          </ac:spMkLst>
        </pc:spChg>
        <pc:spChg chg="del">
          <ac:chgData name="Arkar Than Win" userId="3c8250a4-c36e-434c-9640-1ec1d94cea55" providerId="ADAL" clId="{0ACE9946-0938-4C15-91F3-DF5E7C93A5A9}" dt="2024-05-21T07:08:35.097" v="13033" actId="478"/>
          <ac:spMkLst>
            <pc:docMk/>
            <pc:sldMk cId="1557527991" sldId="337"/>
            <ac:spMk id="179" creationId="{00000000-0000-0000-0000-000000000000}"/>
          </ac:spMkLst>
        </pc:spChg>
        <pc:spChg chg="del">
          <ac:chgData name="Arkar Than Win" userId="3c8250a4-c36e-434c-9640-1ec1d94cea55" providerId="ADAL" clId="{0ACE9946-0938-4C15-91F3-DF5E7C93A5A9}" dt="2024-05-21T07:08:41.109" v="13038" actId="478"/>
          <ac:spMkLst>
            <pc:docMk/>
            <pc:sldMk cId="1557527991" sldId="337"/>
            <ac:spMk id="180" creationId="{00000000-0000-0000-0000-000000000000}"/>
          </ac:spMkLst>
        </pc:spChg>
        <pc:spChg chg="del">
          <ac:chgData name="Arkar Than Win" userId="3c8250a4-c36e-434c-9640-1ec1d94cea55" providerId="ADAL" clId="{0ACE9946-0938-4C15-91F3-DF5E7C93A5A9}" dt="2024-05-21T07:08:41.109" v="13038" actId="478"/>
          <ac:spMkLst>
            <pc:docMk/>
            <pc:sldMk cId="1557527991" sldId="337"/>
            <ac:spMk id="181" creationId="{00000000-0000-0000-0000-000000000000}"/>
          </ac:spMkLst>
        </pc:spChg>
        <pc:spChg chg="del">
          <ac:chgData name="Arkar Than Win" userId="3c8250a4-c36e-434c-9640-1ec1d94cea55" providerId="ADAL" clId="{0ACE9946-0938-4C15-91F3-DF5E7C93A5A9}" dt="2024-05-21T07:08:41.109" v="13038" actId="478"/>
          <ac:spMkLst>
            <pc:docMk/>
            <pc:sldMk cId="1557527991" sldId="337"/>
            <ac:spMk id="182" creationId="{00000000-0000-0000-0000-000000000000}"/>
          </ac:spMkLst>
        </pc:spChg>
        <pc:spChg chg="del">
          <ac:chgData name="Arkar Than Win" userId="3c8250a4-c36e-434c-9640-1ec1d94cea55" providerId="ADAL" clId="{0ACE9946-0938-4C15-91F3-DF5E7C93A5A9}" dt="2024-05-21T07:08:41.109" v="13038" actId="478"/>
          <ac:spMkLst>
            <pc:docMk/>
            <pc:sldMk cId="1557527991" sldId="337"/>
            <ac:spMk id="183"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186"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187"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194"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195"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197"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199"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00"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01"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02"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03"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04"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05"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06"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09"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10" creationId="{00000000-0000-0000-0000-000000000000}"/>
          </ac:spMkLst>
        </pc:spChg>
        <pc:spChg chg="del">
          <ac:chgData name="Arkar Than Win" userId="3c8250a4-c36e-434c-9640-1ec1d94cea55" providerId="ADAL" clId="{0ACE9946-0938-4C15-91F3-DF5E7C93A5A9}" dt="2024-05-21T07:08:47.350" v="13041" actId="21"/>
          <ac:spMkLst>
            <pc:docMk/>
            <pc:sldMk cId="1557527991" sldId="337"/>
            <ac:spMk id="212" creationId="{00000000-0000-0000-0000-000000000000}"/>
          </ac:spMkLst>
        </pc:spChg>
        <pc:spChg chg="del">
          <ac:chgData name="Arkar Than Win" userId="3c8250a4-c36e-434c-9640-1ec1d94cea55" providerId="ADAL" clId="{0ACE9946-0938-4C15-91F3-DF5E7C93A5A9}" dt="2024-05-21T07:08:41.109" v="13038" actId="478"/>
          <ac:spMkLst>
            <pc:docMk/>
            <pc:sldMk cId="1557527991" sldId="337"/>
            <ac:spMk id="216"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17"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19" creationId="{00000000-0000-0000-0000-000000000000}"/>
          </ac:spMkLst>
        </pc:spChg>
        <pc:spChg chg="del">
          <ac:chgData name="Arkar Than Win" userId="3c8250a4-c36e-434c-9640-1ec1d94cea55" providerId="ADAL" clId="{0ACE9946-0938-4C15-91F3-DF5E7C93A5A9}" dt="2024-05-21T07:08:42.086" v="13039" actId="478"/>
          <ac:spMkLst>
            <pc:docMk/>
            <pc:sldMk cId="1557527991" sldId="337"/>
            <ac:spMk id="221"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22"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23"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24"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25"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27"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28"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32"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33"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34"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35"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41"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42"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43"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44"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45"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46"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47"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48"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49"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50" creationId="{00000000-0000-0000-0000-000000000000}"/>
          </ac:spMkLst>
        </pc:spChg>
        <pc:spChg chg="add mod">
          <ac:chgData name="Arkar Than Win" userId="3c8250a4-c36e-434c-9640-1ec1d94cea55" providerId="ADAL" clId="{0ACE9946-0938-4C15-91F3-DF5E7C93A5A9}" dt="2024-05-21T07:08:47.986" v="13042"/>
          <ac:spMkLst>
            <pc:docMk/>
            <pc:sldMk cId="1557527991" sldId="337"/>
            <ac:spMk id="251"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53"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54"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58"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59"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66"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67"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68"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69"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70"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71"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72"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73"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74"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75"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76"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277" creationId="{00000000-0000-0000-0000-000000000000}"/>
          </ac:spMkLst>
        </pc:spChg>
        <pc:spChg chg="add mod">
          <ac:chgData name="Arkar Than Win" userId="3c8250a4-c36e-434c-9640-1ec1d94cea55" providerId="ADAL" clId="{0ACE9946-0938-4C15-91F3-DF5E7C93A5A9}" dt="2024-05-21T07:08:47.986" v="13042"/>
          <ac:spMkLst>
            <pc:docMk/>
            <pc:sldMk cId="1557527991" sldId="337"/>
            <ac:spMk id="296" creationId="{00000000-0000-0000-0000-000000000000}"/>
          </ac:spMkLst>
        </pc:spChg>
        <pc:spChg chg="add mod">
          <ac:chgData name="Arkar Than Win" userId="3c8250a4-c36e-434c-9640-1ec1d94cea55" providerId="ADAL" clId="{0ACE9946-0938-4C15-91F3-DF5E7C93A5A9}" dt="2024-05-21T07:08:47.986" v="13042"/>
          <ac:spMkLst>
            <pc:docMk/>
            <pc:sldMk cId="1557527991" sldId="337"/>
            <ac:spMk id="309"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313"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315"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317"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319"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321"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322"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323" creationId="{00000000-0000-0000-0000-000000000000}"/>
          </ac:spMkLst>
        </pc:spChg>
        <pc:spChg chg="add mod">
          <ac:chgData name="Arkar Than Win" userId="3c8250a4-c36e-434c-9640-1ec1d94cea55" providerId="ADAL" clId="{0ACE9946-0938-4C15-91F3-DF5E7C93A5A9}" dt="2024-05-21T07:08:47.986" v="13042"/>
          <ac:spMkLst>
            <pc:docMk/>
            <pc:sldMk cId="1557527991" sldId="337"/>
            <ac:spMk id="327"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331"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333"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334"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335"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336" creationId="{00000000-0000-0000-0000-000000000000}"/>
          </ac:spMkLst>
        </pc:spChg>
        <pc:spChg chg="mod">
          <ac:chgData name="Arkar Than Win" userId="3c8250a4-c36e-434c-9640-1ec1d94cea55" providerId="ADAL" clId="{0ACE9946-0938-4C15-91F3-DF5E7C93A5A9}" dt="2024-05-21T07:08:47.986" v="13042"/>
          <ac:spMkLst>
            <pc:docMk/>
            <pc:sldMk cId="1557527991" sldId="337"/>
            <ac:spMk id="337" creationId="{00000000-0000-0000-0000-000000000000}"/>
          </ac:spMkLst>
        </pc:spChg>
        <pc:spChg chg="add mod">
          <ac:chgData name="Arkar Than Win" userId="3c8250a4-c36e-434c-9640-1ec1d94cea55" providerId="ADAL" clId="{0ACE9946-0938-4C15-91F3-DF5E7C93A5A9}" dt="2024-05-21T07:08:47.986" v="13042"/>
          <ac:spMkLst>
            <pc:docMk/>
            <pc:sldMk cId="1557527991" sldId="337"/>
            <ac:spMk id="341" creationId="{00000000-0000-0000-0000-000000000000}"/>
          </ac:spMkLst>
        </pc:spChg>
        <pc:spChg chg="add mod">
          <ac:chgData name="Arkar Than Win" userId="3c8250a4-c36e-434c-9640-1ec1d94cea55" providerId="ADAL" clId="{0ACE9946-0938-4C15-91F3-DF5E7C93A5A9}" dt="2024-05-21T07:08:47.986" v="13042"/>
          <ac:spMkLst>
            <pc:docMk/>
            <pc:sldMk cId="1557527991" sldId="337"/>
            <ac:spMk id="342" creationId="{00000000-0000-0000-0000-000000000000}"/>
          </ac:spMkLst>
        </pc:spChg>
        <pc:grpChg chg="del">
          <ac:chgData name="Arkar Than Win" userId="3c8250a4-c36e-434c-9640-1ec1d94cea55" providerId="ADAL" clId="{0ACE9946-0938-4C15-91F3-DF5E7C93A5A9}" dt="2024-05-21T07:08:47.350" v="13041" actId="21"/>
          <ac:grpSpMkLst>
            <pc:docMk/>
            <pc:sldMk cId="1557527991" sldId="337"/>
            <ac:grpSpMk id="11" creationId="{00000000-0000-0000-0000-000000000000}"/>
          </ac:grpSpMkLst>
        </pc:grpChg>
        <pc:grpChg chg="del">
          <ac:chgData name="Arkar Than Win" userId="3c8250a4-c36e-434c-9640-1ec1d94cea55" providerId="ADAL" clId="{0ACE9946-0938-4C15-91F3-DF5E7C93A5A9}" dt="2024-05-21T07:08:47.350" v="13041" actId="21"/>
          <ac:grpSpMkLst>
            <pc:docMk/>
            <pc:sldMk cId="1557527991" sldId="337"/>
            <ac:grpSpMk id="30" creationId="{00000000-0000-0000-0000-000000000000}"/>
          </ac:grpSpMkLst>
        </pc:grpChg>
        <pc:grpChg chg="del">
          <ac:chgData name="Arkar Than Win" userId="3c8250a4-c36e-434c-9640-1ec1d94cea55" providerId="ADAL" clId="{0ACE9946-0938-4C15-91F3-DF5E7C93A5A9}" dt="2024-05-21T07:08:47.350" v="13041" actId="21"/>
          <ac:grpSpMkLst>
            <pc:docMk/>
            <pc:sldMk cId="1557527991" sldId="337"/>
            <ac:grpSpMk id="45" creationId="{00000000-0000-0000-0000-000000000000}"/>
          </ac:grpSpMkLst>
        </pc:grpChg>
        <pc:grpChg chg="del">
          <ac:chgData name="Arkar Than Win" userId="3c8250a4-c36e-434c-9640-1ec1d94cea55" providerId="ADAL" clId="{0ACE9946-0938-4C15-91F3-DF5E7C93A5A9}" dt="2024-05-21T07:08:47.350" v="13041" actId="21"/>
          <ac:grpSpMkLst>
            <pc:docMk/>
            <pc:sldMk cId="1557527991" sldId="337"/>
            <ac:grpSpMk id="68" creationId="{00000000-0000-0000-0000-000000000000}"/>
          </ac:grpSpMkLst>
        </pc:grpChg>
        <pc:grpChg chg="del">
          <ac:chgData name="Arkar Than Win" userId="3c8250a4-c36e-434c-9640-1ec1d94cea55" providerId="ADAL" clId="{0ACE9946-0938-4C15-91F3-DF5E7C93A5A9}" dt="2024-05-21T07:08:47.350" v="13041" actId="21"/>
          <ac:grpSpMkLst>
            <pc:docMk/>
            <pc:sldMk cId="1557527991" sldId="337"/>
            <ac:grpSpMk id="71" creationId="{00000000-0000-0000-0000-000000000000}"/>
          </ac:grpSpMkLst>
        </pc:grpChg>
        <pc:grpChg chg="del">
          <ac:chgData name="Arkar Than Win" userId="3c8250a4-c36e-434c-9640-1ec1d94cea55" providerId="ADAL" clId="{0ACE9946-0938-4C15-91F3-DF5E7C93A5A9}" dt="2024-05-21T07:08:47.350" v="13041" actId="21"/>
          <ac:grpSpMkLst>
            <pc:docMk/>
            <pc:sldMk cId="1557527991" sldId="337"/>
            <ac:grpSpMk id="117" creationId="{00000000-0000-0000-0000-000000000000}"/>
          </ac:grpSpMkLst>
        </pc:grpChg>
        <pc:grpChg chg="del">
          <ac:chgData name="Arkar Than Win" userId="3c8250a4-c36e-434c-9640-1ec1d94cea55" providerId="ADAL" clId="{0ACE9946-0938-4C15-91F3-DF5E7C93A5A9}" dt="2024-05-21T07:08:47.350" v="13041" actId="21"/>
          <ac:grpSpMkLst>
            <pc:docMk/>
            <pc:sldMk cId="1557527991" sldId="337"/>
            <ac:grpSpMk id="128" creationId="{00000000-0000-0000-0000-000000000000}"/>
          </ac:grpSpMkLst>
        </pc:grpChg>
        <pc:grpChg chg="del">
          <ac:chgData name="Arkar Than Win" userId="3c8250a4-c36e-434c-9640-1ec1d94cea55" providerId="ADAL" clId="{0ACE9946-0938-4C15-91F3-DF5E7C93A5A9}" dt="2024-05-21T07:08:47.350" v="13041" actId="21"/>
          <ac:grpSpMkLst>
            <pc:docMk/>
            <pc:sldMk cId="1557527991" sldId="337"/>
            <ac:grpSpMk id="145" creationId="{00000000-0000-0000-0000-000000000000}"/>
          </ac:grpSpMkLst>
        </pc:grpChg>
        <pc:grpChg chg="add mod">
          <ac:chgData name="Arkar Than Win" userId="3c8250a4-c36e-434c-9640-1ec1d94cea55" providerId="ADAL" clId="{0ACE9946-0938-4C15-91F3-DF5E7C93A5A9}" dt="2024-05-21T07:08:47.986" v="13042"/>
          <ac:grpSpMkLst>
            <pc:docMk/>
            <pc:sldMk cId="1557527991" sldId="337"/>
            <ac:grpSpMk id="184"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188"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189"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190"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191"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193" creationId="{00000000-0000-0000-0000-000000000000}"/>
          </ac:grpSpMkLst>
        </pc:grpChg>
        <pc:grpChg chg="add mod">
          <ac:chgData name="Arkar Than Win" userId="3c8250a4-c36e-434c-9640-1ec1d94cea55" providerId="ADAL" clId="{0ACE9946-0938-4C15-91F3-DF5E7C93A5A9}" dt="2024-05-21T07:08:47.986" v="13042"/>
          <ac:grpSpMkLst>
            <pc:docMk/>
            <pc:sldMk cId="1557527991" sldId="337"/>
            <ac:grpSpMk id="208"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11"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13"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14"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15" creationId="{00000000-0000-0000-0000-000000000000}"/>
          </ac:grpSpMkLst>
        </pc:grpChg>
        <pc:grpChg chg="add mod">
          <ac:chgData name="Arkar Than Win" userId="3c8250a4-c36e-434c-9640-1ec1d94cea55" providerId="ADAL" clId="{0ACE9946-0938-4C15-91F3-DF5E7C93A5A9}" dt="2024-05-21T07:08:47.986" v="13042"/>
          <ac:grpSpMkLst>
            <pc:docMk/>
            <pc:sldMk cId="1557527991" sldId="337"/>
            <ac:grpSpMk id="229"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30"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31"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36"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37"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38"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39"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40" creationId="{00000000-0000-0000-0000-000000000000}"/>
          </ac:grpSpMkLst>
        </pc:grpChg>
        <pc:grpChg chg="add mod">
          <ac:chgData name="Arkar Than Win" userId="3c8250a4-c36e-434c-9640-1ec1d94cea55" providerId="ADAL" clId="{0ACE9946-0938-4C15-91F3-DF5E7C93A5A9}" dt="2024-05-21T07:08:47.986" v="13042"/>
          <ac:grpSpMkLst>
            <pc:docMk/>
            <pc:sldMk cId="1557527991" sldId="337"/>
            <ac:grpSpMk id="252" creationId="{00000000-0000-0000-0000-000000000000}"/>
          </ac:grpSpMkLst>
        </pc:grpChg>
        <pc:grpChg chg="add mod">
          <ac:chgData name="Arkar Than Win" userId="3c8250a4-c36e-434c-9640-1ec1d94cea55" providerId="ADAL" clId="{0ACE9946-0938-4C15-91F3-DF5E7C93A5A9}" dt="2024-05-21T07:08:47.986" v="13042"/>
          <ac:grpSpMkLst>
            <pc:docMk/>
            <pc:sldMk cId="1557527991" sldId="337"/>
            <ac:grpSpMk id="255"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56"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57"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60"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61"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62"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63"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64"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265" creationId="{00000000-0000-0000-0000-000000000000}"/>
          </ac:grpSpMkLst>
        </pc:grpChg>
        <pc:grpChg chg="add mod">
          <ac:chgData name="Arkar Than Win" userId="3c8250a4-c36e-434c-9640-1ec1d94cea55" providerId="ADAL" clId="{0ACE9946-0938-4C15-91F3-DF5E7C93A5A9}" dt="2024-05-21T07:08:47.986" v="13042"/>
          <ac:grpSpMkLst>
            <pc:docMk/>
            <pc:sldMk cId="1557527991" sldId="337"/>
            <ac:grpSpMk id="301" creationId="{00000000-0000-0000-0000-000000000000}"/>
          </ac:grpSpMkLst>
        </pc:grpChg>
        <pc:grpChg chg="add mod">
          <ac:chgData name="Arkar Than Win" userId="3c8250a4-c36e-434c-9640-1ec1d94cea55" providerId="ADAL" clId="{0ACE9946-0938-4C15-91F3-DF5E7C93A5A9}" dt="2024-05-21T07:08:47.986" v="13042"/>
          <ac:grpSpMkLst>
            <pc:docMk/>
            <pc:sldMk cId="1557527991" sldId="337"/>
            <ac:grpSpMk id="312"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314" creationId="{00000000-0000-0000-0000-000000000000}"/>
          </ac:grpSpMkLst>
        </pc:grpChg>
        <pc:grpChg chg="add mod">
          <ac:chgData name="Arkar Than Win" userId="3c8250a4-c36e-434c-9640-1ec1d94cea55" providerId="ADAL" clId="{0ACE9946-0938-4C15-91F3-DF5E7C93A5A9}" dt="2024-05-21T07:08:47.986" v="13042"/>
          <ac:grpSpMkLst>
            <pc:docMk/>
            <pc:sldMk cId="1557527991" sldId="337"/>
            <ac:grpSpMk id="329"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330" creationId="{00000000-0000-0000-0000-000000000000}"/>
          </ac:grpSpMkLst>
        </pc:grpChg>
        <pc:grpChg chg="mod">
          <ac:chgData name="Arkar Than Win" userId="3c8250a4-c36e-434c-9640-1ec1d94cea55" providerId="ADAL" clId="{0ACE9946-0938-4C15-91F3-DF5E7C93A5A9}" dt="2024-05-21T07:08:47.986" v="13042"/>
          <ac:grpSpMkLst>
            <pc:docMk/>
            <pc:sldMk cId="1557527991" sldId="337"/>
            <ac:grpSpMk id="332" creationId="{00000000-0000-0000-0000-000000000000}"/>
          </ac:grpSpMkLst>
        </pc:grpChg>
        <pc:picChg chg="add del">
          <ac:chgData name="Arkar Than Win" userId="3c8250a4-c36e-434c-9640-1ec1d94cea55" providerId="ADAL" clId="{0ACE9946-0938-4C15-91F3-DF5E7C93A5A9}" dt="2024-05-21T07:08:52.642" v="13044" actId="21"/>
          <ac:picMkLst>
            <pc:docMk/>
            <pc:sldMk cId="1557527991" sldId="337"/>
            <ac:picMk id="348" creationId="{30B613A3-56BD-5AA6-E4B4-F44873B23C00}"/>
          </ac:picMkLst>
        </pc:picChg>
        <pc:cxnChg chg="del mod">
          <ac:chgData name="Arkar Than Win" userId="3c8250a4-c36e-434c-9640-1ec1d94cea55" providerId="ADAL" clId="{0ACE9946-0938-4C15-91F3-DF5E7C93A5A9}" dt="2024-05-21T07:08:47.350" v="13041" actId="21"/>
          <ac:cxnSpMkLst>
            <pc:docMk/>
            <pc:sldMk cId="1557527991" sldId="337"/>
            <ac:cxnSpMk id="94" creationId="{00000000-0000-0000-0000-000000000000}"/>
          </ac:cxnSpMkLst>
        </pc:cxnChg>
        <pc:cxnChg chg="del mod">
          <ac:chgData name="Arkar Than Win" userId="3c8250a4-c36e-434c-9640-1ec1d94cea55" providerId="ADAL" clId="{0ACE9946-0938-4C15-91F3-DF5E7C93A5A9}" dt="2024-05-21T07:08:47.350" v="13041" actId="21"/>
          <ac:cxnSpMkLst>
            <pc:docMk/>
            <pc:sldMk cId="1557527991" sldId="337"/>
            <ac:cxnSpMk id="95" creationId="{00000000-0000-0000-0000-000000000000}"/>
          </ac:cxnSpMkLst>
        </pc:cxnChg>
        <pc:cxnChg chg="del mod">
          <ac:chgData name="Arkar Than Win" userId="3c8250a4-c36e-434c-9640-1ec1d94cea55" providerId="ADAL" clId="{0ACE9946-0938-4C15-91F3-DF5E7C93A5A9}" dt="2024-05-21T07:08:47.350" v="13041" actId="21"/>
          <ac:cxnSpMkLst>
            <pc:docMk/>
            <pc:sldMk cId="1557527991" sldId="337"/>
            <ac:cxnSpMk id="96" creationId="{00000000-0000-0000-0000-000000000000}"/>
          </ac:cxnSpMkLst>
        </pc:cxnChg>
        <pc:cxnChg chg="del mod">
          <ac:chgData name="Arkar Than Win" userId="3c8250a4-c36e-434c-9640-1ec1d94cea55" providerId="ADAL" clId="{0ACE9946-0938-4C15-91F3-DF5E7C93A5A9}" dt="2024-05-21T07:08:47.350" v="13041" actId="21"/>
          <ac:cxnSpMkLst>
            <pc:docMk/>
            <pc:sldMk cId="1557527991" sldId="337"/>
            <ac:cxnSpMk id="97"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98"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99"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00"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01"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02"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03" creationId="{00000000-0000-0000-0000-000000000000}"/>
          </ac:cxnSpMkLst>
        </pc:cxnChg>
        <pc:cxnChg chg="del mod">
          <ac:chgData name="Arkar Than Win" userId="3c8250a4-c36e-434c-9640-1ec1d94cea55" providerId="ADAL" clId="{0ACE9946-0938-4C15-91F3-DF5E7C93A5A9}" dt="2024-05-21T07:08:47.350" v="13041" actId="21"/>
          <ac:cxnSpMkLst>
            <pc:docMk/>
            <pc:sldMk cId="1557527991" sldId="337"/>
            <ac:cxnSpMk id="104" creationId="{00000000-0000-0000-0000-000000000000}"/>
          </ac:cxnSpMkLst>
        </pc:cxnChg>
        <pc:cxnChg chg="del mod">
          <ac:chgData name="Arkar Than Win" userId="3c8250a4-c36e-434c-9640-1ec1d94cea55" providerId="ADAL" clId="{0ACE9946-0938-4C15-91F3-DF5E7C93A5A9}" dt="2024-05-21T07:08:47.350" v="13041" actId="21"/>
          <ac:cxnSpMkLst>
            <pc:docMk/>
            <pc:sldMk cId="1557527991" sldId="337"/>
            <ac:cxnSpMk id="105" creationId="{00000000-0000-0000-0000-000000000000}"/>
          </ac:cxnSpMkLst>
        </pc:cxnChg>
        <pc:cxnChg chg="del mod">
          <ac:chgData name="Arkar Than Win" userId="3c8250a4-c36e-434c-9640-1ec1d94cea55" providerId="ADAL" clId="{0ACE9946-0938-4C15-91F3-DF5E7C93A5A9}" dt="2024-05-21T07:08:47.350" v="13041" actId="21"/>
          <ac:cxnSpMkLst>
            <pc:docMk/>
            <pc:sldMk cId="1557527991" sldId="337"/>
            <ac:cxnSpMk id="106"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07" creationId="{00000000-0000-0000-0000-000000000000}"/>
          </ac:cxnSpMkLst>
        </pc:cxnChg>
        <pc:cxnChg chg="del mod">
          <ac:chgData name="Arkar Than Win" userId="3c8250a4-c36e-434c-9640-1ec1d94cea55" providerId="ADAL" clId="{0ACE9946-0938-4C15-91F3-DF5E7C93A5A9}" dt="2024-05-21T07:08:47.350" v="13041" actId="21"/>
          <ac:cxnSpMkLst>
            <pc:docMk/>
            <pc:sldMk cId="1557527991" sldId="337"/>
            <ac:cxnSpMk id="108"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09"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10" creationId="{00000000-0000-0000-0000-000000000000}"/>
          </ac:cxnSpMkLst>
        </pc:cxnChg>
        <pc:cxnChg chg="del mod">
          <ac:chgData name="Arkar Than Win" userId="3c8250a4-c36e-434c-9640-1ec1d94cea55" providerId="ADAL" clId="{0ACE9946-0938-4C15-91F3-DF5E7C93A5A9}" dt="2024-05-21T07:08:47.350" v="13041" actId="21"/>
          <ac:cxnSpMkLst>
            <pc:docMk/>
            <pc:sldMk cId="1557527991" sldId="337"/>
            <ac:cxnSpMk id="111" creationId="{00000000-0000-0000-0000-000000000000}"/>
          </ac:cxnSpMkLst>
        </pc:cxnChg>
        <pc:cxnChg chg="del mod">
          <ac:chgData name="Arkar Than Win" userId="3c8250a4-c36e-434c-9640-1ec1d94cea55" providerId="ADAL" clId="{0ACE9946-0938-4C15-91F3-DF5E7C93A5A9}" dt="2024-05-21T07:08:47.350" v="13041" actId="21"/>
          <ac:cxnSpMkLst>
            <pc:docMk/>
            <pc:sldMk cId="1557527991" sldId="337"/>
            <ac:cxnSpMk id="113"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14"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15" creationId="{00000000-0000-0000-0000-000000000000}"/>
          </ac:cxnSpMkLst>
        </pc:cxnChg>
        <pc:cxnChg chg="del mod">
          <ac:chgData name="Arkar Than Win" userId="3c8250a4-c36e-434c-9640-1ec1d94cea55" providerId="ADAL" clId="{0ACE9946-0938-4C15-91F3-DF5E7C93A5A9}" dt="2024-05-21T07:08:47.350" v="13041" actId="21"/>
          <ac:cxnSpMkLst>
            <pc:docMk/>
            <pc:sldMk cId="1557527991" sldId="337"/>
            <ac:cxnSpMk id="116" creationId="{00000000-0000-0000-0000-000000000000}"/>
          </ac:cxnSpMkLst>
        </pc:cxnChg>
        <pc:cxnChg chg="mod">
          <ac:chgData name="Arkar Than Win" userId="3c8250a4-c36e-434c-9640-1ec1d94cea55" providerId="ADAL" clId="{0ACE9946-0938-4C15-91F3-DF5E7C93A5A9}" dt="2024-05-21T07:08:47.350" v="13041" actId="21"/>
          <ac:cxnSpMkLst>
            <pc:docMk/>
            <pc:sldMk cId="1557527991" sldId="337"/>
            <ac:cxnSpMk id="119"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21"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22"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23"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24" creationId="{00000000-0000-0000-0000-000000000000}"/>
          </ac:cxnSpMkLst>
        </pc:cxnChg>
        <pc:cxnChg chg="del mod">
          <ac:chgData name="Arkar Than Win" userId="3c8250a4-c36e-434c-9640-1ec1d94cea55" providerId="ADAL" clId="{0ACE9946-0938-4C15-91F3-DF5E7C93A5A9}" dt="2024-05-21T07:08:47.350" v="13041" actId="21"/>
          <ac:cxnSpMkLst>
            <pc:docMk/>
            <pc:sldMk cId="1557527991" sldId="337"/>
            <ac:cxnSpMk id="126"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27" creationId="{00000000-0000-0000-0000-000000000000}"/>
          </ac:cxnSpMkLst>
        </pc:cxnChg>
        <pc:cxnChg chg="del mod">
          <ac:chgData name="Arkar Than Win" userId="3c8250a4-c36e-434c-9640-1ec1d94cea55" providerId="ADAL" clId="{0ACE9946-0938-4C15-91F3-DF5E7C93A5A9}" dt="2024-05-21T07:08:47.350" v="13041" actId="21"/>
          <ac:cxnSpMkLst>
            <pc:docMk/>
            <pc:sldMk cId="1557527991" sldId="337"/>
            <ac:cxnSpMk id="140"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41"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42"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44"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54"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55"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56"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59"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60" creationId="{00000000-0000-0000-0000-000000000000}"/>
          </ac:cxnSpMkLst>
        </pc:cxnChg>
        <pc:cxnChg chg="del mod">
          <ac:chgData name="Arkar Than Win" userId="3c8250a4-c36e-434c-9640-1ec1d94cea55" providerId="ADAL" clId="{0ACE9946-0938-4C15-91F3-DF5E7C93A5A9}" dt="2024-05-21T07:08:47.350" v="13041" actId="21"/>
          <ac:cxnSpMkLst>
            <pc:docMk/>
            <pc:sldMk cId="1557527991" sldId="337"/>
            <ac:cxnSpMk id="161" creationId="{00000000-0000-0000-0000-000000000000}"/>
          </ac:cxnSpMkLst>
        </pc:cxnChg>
        <pc:cxnChg chg="del">
          <ac:chgData name="Arkar Than Win" userId="3c8250a4-c36e-434c-9640-1ec1d94cea55" providerId="ADAL" clId="{0ACE9946-0938-4C15-91F3-DF5E7C93A5A9}" dt="2024-05-21T07:08:47.350" v="13041" actId="21"/>
          <ac:cxnSpMkLst>
            <pc:docMk/>
            <pc:sldMk cId="1557527991" sldId="337"/>
            <ac:cxnSpMk id="162" creationId="{00000000-0000-0000-0000-000000000000}"/>
          </ac:cxnSpMkLst>
        </pc:cxnChg>
        <pc:cxnChg chg="del mod">
          <ac:chgData name="Arkar Than Win" userId="3c8250a4-c36e-434c-9640-1ec1d94cea55" providerId="ADAL" clId="{0ACE9946-0938-4C15-91F3-DF5E7C93A5A9}" dt="2024-05-21T07:08:47.350" v="13041" actId="21"/>
          <ac:cxnSpMkLst>
            <pc:docMk/>
            <pc:sldMk cId="1557527991" sldId="337"/>
            <ac:cxnSpMk id="163" creationId="{00000000-0000-0000-0000-000000000000}"/>
          </ac:cxnSpMkLst>
        </pc:cxnChg>
        <pc:cxnChg chg="del mod">
          <ac:chgData name="Arkar Than Win" userId="3c8250a4-c36e-434c-9640-1ec1d94cea55" providerId="ADAL" clId="{0ACE9946-0938-4C15-91F3-DF5E7C93A5A9}" dt="2024-05-21T07:08:41.109" v="13038" actId="478"/>
          <ac:cxnSpMkLst>
            <pc:docMk/>
            <pc:sldMk cId="1557527991" sldId="337"/>
            <ac:cxnSpMk id="185" creationId="{00000000-0000-0000-0000-000000000000}"/>
          </ac:cxnSpMkLst>
        </pc:cxnChg>
        <pc:cxnChg chg="del mod">
          <ac:chgData name="Arkar Than Win" userId="3c8250a4-c36e-434c-9640-1ec1d94cea55" providerId="ADAL" clId="{0ACE9946-0938-4C15-91F3-DF5E7C93A5A9}" dt="2024-05-21T07:08:39.316" v="13037" actId="478"/>
          <ac:cxnSpMkLst>
            <pc:docMk/>
            <pc:sldMk cId="1557527991" sldId="337"/>
            <ac:cxnSpMk id="192" creationId="{00000000-0000-0000-0000-000000000000}"/>
          </ac:cxnSpMkLst>
        </pc:cxnChg>
        <pc:cxnChg chg="del mod">
          <ac:chgData name="Arkar Than Win" userId="3c8250a4-c36e-434c-9640-1ec1d94cea55" providerId="ADAL" clId="{0ACE9946-0938-4C15-91F3-DF5E7C93A5A9}" dt="2024-05-21T07:08:41.109" v="13038" actId="478"/>
          <ac:cxnSpMkLst>
            <pc:docMk/>
            <pc:sldMk cId="1557527991" sldId="337"/>
            <ac:cxnSpMk id="196" creationId="{00000000-0000-0000-0000-000000000000}"/>
          </ac:cxnSpMkLst>
        </pc:cxnChg>
        <pc:cxnChg chg="del mod">
          <ac:chgData name="Arkar Than Win" userId="3c8250a4-c36e-434c-9640-1ec1d94cea55" providerId="ADAL" clId="{0ACE9946-0938-4C15-91F3-DF5E7C93A5A9}" dt="2024-05-21T07:08:41.109" v="13038" actId="478"/>
          <ac:cxnSpMkLst>
            <pc:docMk/>
            <pc:sldMk cId="1557527991" sldId="337"/>
            <ac:cxnSpMk id="198" creationId="{00000000-0000-0000-0000-000000000000}"/>
          </ac:cxnSpMkLst>
        </pc:cxnChg>
        <pc:cxnChg chg="del mod">
          <ac:chgData name="Arkar Than Win" userId="3c8250a4-c36e-434c-9640-1ec1d94cea55" providerId="ADAL" clId="{0ACE9946-0938-4C15-91F3-DF5E7C93A5A9}" dt="2024-05-21T07:08:41.109" v="13038" actId="478"/>
          <ac:cxnSpMkLst>
            <pc:docMk/>
            <pc:sldMk cId="1557527991" sldId="337"/>
            <ac:cxnSpMk id="207" creationId="{00000000-0000-0000-0000-000000000000}"/>
          </ac:cxnSpMkLst>
        </pc:cxnChg>
        <pc:cxnChg chg="del mod">
          <ac:chgData name="Arkar Than Win" userId="3c8250a4-c36e-434c-9640-1ec1d94cea55" providerId="ADAL" clId="{0ACE9946-0938-4C15-91F3-DF5E7C93A5A9}" dt="2024-05-21T07:08:43.540" v="13040" actId="478"/>
          <ac:cxnSpMkLst>
            <pc:docMk/>
            <pc:sldMk cId="1557527991" sldId="337"/>
            <ac:cxnSpMk id="218" creationId="{00000000-0000-0000-0000-000000000000}"/>
          </ac:cxnSpMkLst>
        </pc:cxnChg>
        <pc:cxnChg chg="del mod">
          <ac:chgData name="Arkar Than Win" userId="3c8250a4-c36e-434c-9640-1ec1d94cea55" providerId="ADAL" clId="{0ACE9946-0938-4C15-91F3-DF5E7C93A5A9}" dt="2024-05-21T07:08:41.109" v="13038" actId="478"/>
          <ac:cxnSpMkLst>
            <pc:docMk/>
            <pc:sldMk cId="1557527991" sldId="337"/>
            <ac:cxnSpMk id="220" creationId="{00000000-0000-0000-0000-000000000000}"/>
          </ac:cxnSpMkLst>
        </pc:cxnChg>
        <pc:cxnChg chg="del mod">
          <ac:chgData name="Arkar Than Win" userId="3c8250a4-c36e-434c-9640-1ec1d94cea55" providerId="ADAL" clId="{0ACE9946-0938-4C15-91F3-DF5E7C93A5A9}" dt="2024-05-21T07:08:41.109" v="13038" actId="478"/>
          <ac:cxnSpMkLst>
            <pc:docMk/>
            <pc:sldMk cId="1557527991" sldId="337"/>
            <ac:cxnSpMk id="226"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78"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79"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80"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81"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82"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83"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84"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85"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86"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87"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88"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89"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90"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91"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92"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93"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94"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95"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97"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98"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299"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00" creationId="{00000000-0000-0000-0000-000000000000}"/>
          </ac:cxnSpMkLst>
        </pc:cxnChg>
        <pc:cxnChg chg="mod">
          <ac:chgData name="Arkar Than Win" userId="3c8250a4-c36e-434c-9640-1ec1d94cea55" providerId="ADAL" clId="{0ACE9946-0938-4C15-91F3-DF5E7C93A5A9}" dt="2024-05-21T07:08:47.986" v="13042"/>
          <ac:cxnSpMkLst>
            <pc:docMk/>
            <pc:sldMk cId="1557527991" sldId="337"/>
            <ac:cxnSpMk id="302" creationId="{00000000-0000-0000-0000-000000000000}"/>
          </ac:cxnSpMkLst>
        </pc:cxnChg>
        <pc:cxnChg chg="mod">
          <ac:chgData name="Arkar Than Win" userId="3c8250a4-c36e-434c-9640-1ec1d94cea55" providerId="ADAL" clId="{0ACE9946-0938-4C15-91F3-DF5E7C93A5A9}" dt="2024-05-21T07:08:47.986" v="13042"/>
          <ac:cxnSpMkLst>
            <pc:docMk/>
            <pc:sldMk cId="1557527991" sldId="337"/>
            <ac:cxnSpMk id="303" creationId="{00000000-0000-0000-0000-000000000000}"/>
          </ac:cxnSpMkLst>
        </pc:cxnChg>
        <pc:cxnChg chg="mod">
          <ac:chgData name="Arkar Than Win" userId="3c8250a4-c36e-434c-9640-1ec1d94cea55" providerId="ADAL" clId="{0ACE9946-0938-4C15-91F3-DF5E7C93A5A9}" dt="2024-05-21T07:08:47.986" v="13042"/>
          <ac:cxnSpMkLst>
            <pc:docMk/>
            <pc:sldMk cId="1557527991" sldId="337"/>
            <ac:cxnSpMk id="304"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05"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06"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07"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08"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10"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11" creationId="{00000000-0000-0000-0000-000000000000}"/>
          </ac:cxnSpMkLst>
        </pc:cxnChg>
        <pc:cxnChg chg="mod">
          <ac:chgData name="Arkar Than Win" userId="3c8250a4-c36e-434c-9640-1ec1d94cea55" providerId="ADAL" clId="{0ACE9946-0938-4C15-91F3-DF5E7C93A5A9}" dt="2024-05-21T07:08:47.986" v="13042"/>
          <ac:cxnSpMkLst>
            <pc:docMk/>
            <pc:sldMk cId="1557527991" sldId="337"/>
            <ac:cxnSpMk id="316" creationId="{00000000-0000-0000-0000-000000000000}"/>
          </ac:cxnSpMkLst>
        </pc:cxnChg>
        <pc:cxnChg chg="mod">
          <ac:chgData name="Arkar Than Win" userId="3c8250a4-c36e-434c-9640-1ec1d94cea55" providerId="ADAL" clId="{0ACE9946-0938-4C15-91F3-DF5E7C93A5A9}" dt="2024-05-21T07:08:47.986" v="13042"/>
          <ac:cxnSpMkLst>
            <pc:docMk/>
            <pc:sldMk cId="1557527991" sldId="337"/>
            <ac:cxnSpMk id="318" creationId="{00000000-0000-0000-0000-000000000000}"/>
          </ac:cxnSpMkLst>
        </pc:cxnChg>
        <pc:cxnChg chg="mod">
          <ac:chgData name="Arkar Than Win" userId="3c8250a4-c36e-434c-9640-1ec1d94cea55" providerId="ADAL" clId="{0ACE9946-0938-4C15-91F3-DF5E7C93A5A9}" dt="2024-05-21T07:08:47.986" v="13042"/>
          <ac:cxnSpMkLst>
            <pc:docMk/>
            <pc:sldMk cId="1557527991" sldId="337"/>
            <ac:cxnSpMk id="320"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24"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25"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26"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28"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38"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39"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40"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43"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44"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45"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46" creationId="{00000000-0000-0000-0000-000000000000}"/>
          </ac:cxnSpMkLst>
        </pc:cxnChg>
        <pc:cxnChg chg="add mod">
          <ac:chgData name="Arkar Than Win" userId="3c8250a4-c36e-434c-9640-1ec1d94cea55" providerId="ADAL" clId="{0ACE9946-0938-4C15-91F3-DF5E7C93A5A9}" dt="2024-05-21T07:08:47.986" v="13042"/>
          <ac:cxnSpMkLst>
            <pc:docMk/>
            <pc:sldMk cId="1557527991" sldId="337"/>
            <ac:cxnSpMk id="347" creationId="{00000000-0000-0000-0000-000000000000}"/>
          </ac:cxnSpMkLst>
        </pc:cxnChg>
      </pc:sldChg>
      <pc:sldChg chg="add del">
        <pc:chgData name="Arkar Than Win" userId="3c8250a4-c36e-434c-9640-1ec1d94cea55" providerId="ADAL" clId="{0ACE9946-0938-4C15-91F3-DF5E7C93A5A9}" dt="2024-05-19T00:49:40.774" v="389" actId="47"/>
        <pc:sldMkLst>
          <pc:docMk/>
          <pc:sldMk cId="2729778446" sldId="613"/>
        </pc:sldMkLst>
      </pc:sldChg>
      <pc:sldMasterChg chg="del delSldLayout">
        <pc:chgData name="Arkar Than Win" userId="3c8250a4-c36e-434c-9640-1ec1d94cea55" providerId="ADAL" clId="{0ACE9946-0938-4C15-91F3-DF5E7C93A5A9}" dt="2024-05-21T07:36:39.591" v="15021" actId="47"/>
        <pc:sldMasterMkLst>
          <pc:docMk/>
          <pc:sldMasterMk cId="153201691" sldId="2147483683"/>
        </pc:sldMasterMkLst>
        <pc:sldLayoutChg chg="del">
          <pc:chgData name="Arkar Than Win" userId="3c8250a4-c36e-434c-9640-1ec1d94cea55" providerId="ADAL" clId="{0ACE9946-0938-4C15-91F3-DF5E7C93A5A9}" dt="2024-05-21T07:36:39.591" v="15021" actId="47"/>
          <pc:sldLayoutMkLst>
            <pc:docMk/>
            <pc:sldMasterMk cId="153201691" sldId="2147483683"/>
            <pc:sldLayoutMk cId="3351718625" sldId="2147483684"/>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1700070523" sldId="2147483685"/>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3158567281" sldId="2147483686"/>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1110401577" sldId="2147483687"/>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1371935121" sldId="2147483688"/>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3107335822" sldId="2147483689"/>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1235298643" sldId="2147483690"/>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593615841" sldId="2147483691"/>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1890077293" sldId="2147483692"/>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1644452795" sldId="2147483693"/>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1220876353" sldId="2147483694"/>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229672286" sldId="2147483695"/>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631515788" sldId="2147483696"/>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1772003198" sldId="2147483697"/>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437586629" sldId="2147483698"/>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1730933326" sldId="2147483699"/>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2348714676" sldId="2147483700"/>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2133155508" sldId="2147483701"/>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271083055" sldId="2147483702"/>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978126445" sldId="2147483703"/>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1217938188" sldId="2147483704"/>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3479515006" sldId="2147483705"/>
          </pc:sldLayoutMkLst>
        </pc:sldLayoutChg>
        <pc:sldLayoutChg chg="del">
          <pc:chgData name="Arkar Than Win" userId="3c8250a4-c36e-434c-9640-1ec1d94cea55" providerId="ADAL" clId="{0ACE9946-0938-4C15-91F3-DF5E7C93A5A9}" dt="2024-05-21T07:36:39.591" v="15021" actId="47"/>
          <pc:sldLayoutMkLst>
            <pc:docMk/>
            <pc:sldMasterMk cId="153201691" sldId="2147483683"/>
            <pc:sldLayoutMk cId="3562367510" sldId="2147483706"/>
          </pc:sldLayoutMkLst>
        </pc:sldLayoutChg>
      </pc:sldMasterChg>
      <pc:sldMasterChg chg="del delSldLayout">
        <pc:chgData name="Arkar Than Win" userId="3c8250a4-c36e-434c-9640-1ec1d94cea55" providerId="ADAL" clId="{0ACE9946-0938-4C15-91F3-DF5E7C93A5A9}" dt="2024-05-19T00:49:40.774" v="389" actId="47"/>
        <pc:sldMasterMkLst>
          <pc:docMk/>
          <pc:sldMasterMk cId="1130933114" sldId="2147483683"/>
        </pc:sldMasterMkLst>
        <pc:sldLayoutChg chg="del">
          <pc:chgData name="Arkar Than Win" userId="3c8250a4-c36e-434c-9640-1ec1d94cea55" providerId="ADAL" clId="{0ACE9946-0938-4C15-91F3-DF5E7C93A5A9}" dt="2024-05-19T00:49:40.774" v="389" actId="47"/>
          <pc:sldLayoutMkLst>
            <pc:docMk/>
            <pc:sldMasterMk cId="1130933114" sldId="2147483683"/>
            <pc:sldLayoutMk cId="4251981547" sldId="2147483684"/>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1471205067" sldId="2147483685"/>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2553787313" sldId="2147483686"/>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785029214" sldId="2147483687"/>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1905489863" sldId="2147483688"/>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1903427990" sldId="2147483689"/>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2767603766" sldId="2147483690"/>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1861126637" sldId="2147483691"/>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3224746674" sldId="2147483692"/>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3918515885" sldId="2147483693"/>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3718324345" sldId="2147483694"/>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1731004025" sldId="2147483695"/>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3357033896" sldId="2147483696"/>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3273057571" sldId="2147483697"/>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1718236549" sldId="2147483698"/>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713629265" sldId="2147483699"/>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439109462" sldId="2147483700"/>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1420256551" sldId="2147483701"/>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755714759" sldId="2147483702"/>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2238507902" sldId="2147483703"/>
          </pc:sldLayoutMkLst>
        </pc:sldLayoutChg>
        <pc:sldLayoutChg chg="del">
          <pc:chgData name="Arkar Than Win" userId="3c8250a4-c36e-434c-9640-1ec1d94cea55" providerId="ADAL" clId="{0ACE9946-0938-4C15-91F3-DF5E7C93A5A9}" dt="2024-05-19T00:49:40.774" v="389" actId="47"/>
          <pc:sldLayoutMkLst>
            <pc:docMk/>
            <pc:sldMasterMk cId="1130933114" sldId="2147483683"/>
            <pc:sldLayoutMk cId="2262298515" sldId="2147483704"/>
          </pc:sldLayoutMkLst>
        </pc:sldLayoutChg>
      </pc:sldMasterChg>
      <pc:sldMasterChg chg="modSldLayout">
        <pc:chgData name="Arkar Than Win" userId="3c8250a4-c36e-434c-9640-1ec1d94cea55" providerId="ADAL" clId="{0ACE9946-0938-4C15-91F3-DF5E7C93A5A9}" dt="2024-05-31T01:40:58.192" v="36907" actId="21"/>
        <pc:sldMasterMkLst>
          <pc:docMk/>
          <pc:sldMasterMk cId="3627849972" sldId="2147483684"/>
        </pc:sldMasterMkLst>
        <pc:sldLayoutChg chg="modSp">
          <pc:chgData name="Arkar Than Win" userId="3c8250a4-c36e-434c-9640-1ec1d94cea55" providerId="ADAL" clId="{0ACE9946-0938-4C15-91F3-DF5E7C93A5A9}" dt="2024-05-31T01:40:19.575" v="36899" actId="735"/>
          <pc:sldLayoutMkLst>
            <pc:docMk/>
            <pc:sldMasterMk cId="3627849972" sldId="2147483660"/>
            <pc:sldLayoutMk cId="604694873" sldId="2147483667"/>
          </pc:sldLayoutMkLst>
        </pc:sldLayoutChg>
        <pc:sldLayoutChg chg="addSp delSp modSp mod">
          <pc:chgData name="Arkar Than Win" userId="3c8250a4-c36e-434c-9640-1ec1d94cea55" providerId="ADAL" clId="{0ACE9946-0938-4C15-91F3-DF5E7C93A5A9}" dt="2024-05-31T01:40:58.192" v="36907" actId="21"/>
          <pc:sldLayoutMkLst>
            <pc:docMk/>
            <pc:sldMasterMk cId="3627849972" sldId="2147483660"/>
            <pc:sldLayoutMk cId="2753621250" sldId="2147483669"/>
          </pc:sldLayoutMkLst>
          <pc:picChg chg="add del mod">
            <ac:chgData name="Arkar Than Win" userId="3c8250a4-c36e-434c-9640-1ec1d94cea55" providerId="ADAL" clId="{0ACE9946-0938-4C15-91F3-DF5E7C93A5A9}" dt="2024-05-31T01:40:58.192" v="36907" actId="21"/>
            <ac:picMkLst>
              <pc:docMk/>
              <pc:sldMasterMk cId="3627849972" sldId="2147483660"/>
              <pc:sldLayoutMk cId="2753621250" sldId="2147483669"/>
              <ac:picMk id="6" creationId="{1B4488C3-7972-9693-180F-48206BE32B7D}"/>
            </ac:picMkLst>
          </pc:pic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0_3#1">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2">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4BC876-6D85-429C-9D4C-AB3D7F78FC16}" type="doc">
      <dgm:prSet loTypeId="urn:microsoft.com/office/officeart/2005/8/layout/radial4" loCatId="relationship" qsTypeId="urn:microsoft.com/office/officeart/2005/8/quickstyle/simple1#1" qsCatId="simple" csTypeId="urn:microsoft.com/office/officeart/2005/8/colors/accent0_3#1" csCatId="mainScheme" phldr="1"/>
      <dgm:spPr/>
      <dgm:t>
        <a:bodyPr/>
        <a:lstStyle/>
        <a:p>
          <a:endParaRPr lang="en-AU"/>
        </a:p>
      </dgm:t>
    </dgm:pt>
    <dgm:pt modelId="{B7876FB9-8F34-4200-A703-83466BFA5583}">
      <dgm:prSet phldrT="[Text]" custT="1"/>
      <dgm:spPr/>
      <dgm:t>
        <a:bodyPr/>
        <a:lstStyle/>
        <a:p>
          <a:r>
            <a:rPr lang="en-AU" sz="1500">
              <a:latin typeface="Tw Cen MT" panose="020B0602020104020603" pitchFamily="34" charset="0"/>
            </a:rPr>
            <a:t>More</a:t>
          </a:r>
          <a:r>
            <a:rPr lang="en-AU" sz="1500" baseline="0">
              <a:latin typeface="Tw Cen MT" panose="020B0602020104020603" pitchFamily="34" charset="0"/>
            </a:rPr>
            <a:t> inclusive future</a:t>
          </a:r>
          <a:endParaRPr lang="en-AU" sz="1500">
            <a:latin typeface="Tw Cen MT" panose="020B0602020104020603" pitchFamily="34" charset="0"/>
          </a:endParaRPr>
        </a:p>
      </dgm:t>
    </dgm:pt>
    <dgm:pt modelId="{A522D36A-0A53-4E21-B4BA-EAFDB97C9015}" type="parTrans" cxnId="{3B1627AA-B120-43C8-B4AD-8B5E4BB40EAC}">
      <dgm:prSet/>
      <dgm:spPr/>
      <dgm:t>
        <a:bodyPr/>
        <a:lstStyle/>
        <a:p>
          <a:endParaRPr lang="en-AU" sz="1500">
            <a:latin typeface="Tw Cen MT" panose="020B0602020104020603" pitchFamily="34" charset="0"/>
          </a:endParaRPr>
        </a:p>
      </dgm:t>
    </dgm:pt>
    <dgm:pt modelId="{9207B852-7F1B-44E7-863D-310CF29AAAA9}" type="sibTrans" cxnId="{3B1627AA-B120-43C8-B4AD-8B5E4BB40EAC}">
      <dgm:prSet/>
      <dgm:spPr/>
      <dgm:t>
        <a:bodyPr/>
        <a:lstStyle/>
        <a:p>
          <a:endParaRPr lang="en-AU" sz="1500">
            <a:latin typeface="Tw Cen MT" panose="020B0602020104020603" pitchFamily="34" charset="0"/>
          </a:endParaRPr>
        </a:p>
      </dgm:t>
    </dgm:pt>
    <dgm:pt modelId="{873D563F-B7BA-4CE0-B5AD-39844DCF43E3}">
      <dgm:prSet phldrT="[Text]" custT="1"/>
      <dgm:spPr/>
      <dgm:t>
        <a:bodyPr/>
        <a:lstStyle/>
        <a:p>
          <a:r>
            <a:rPr lang="en-AU" sz="1500">
              <a:latin typeface="Tw Cen MT" panose="020B0602020104020603" pitchFamily="34" charset="0"/>
            </a:rPr>
            <a:t>Adequate infrastructure</a:t>
          </a:r>
        </a:p>
      </dgm:t>
    </dgm:pt>
    <dgm:pt modelId="{523F0EA4-E45A-49A1-91BD-19F35CFC1B31}" type="parTrans" cxnId="{88897C86-6031-4A93-8B16-3E88EC5AD73B}">
      <dgm:prSet/>
      <dgm:spPr/>
      <dgm:t>
        <a:bodyPr/>
        <a:lstStyle/>
        <a:p>
          <a:endParaRPr lang="en-AU" sz="1500">
            <a:latin typeface="Tw Cen MT" panose="020B0602020104020603" pitchFamily="34" charset="0"/>
          </a:endParaRPr>
        </a:p>
      </dgm:t>
    </dgm:pt>
    <dgm:pt modelId="{206F9CBC-5C8D-4215-AA5E-A73F15E667A4}" type="sibTrans" cxnId="{88897C86-6031-4A93-8B16-3E88EC5AD73B}">
      <dgm:prSet/>
      <dgm:spPr/>
      <dgm:t>
        <a:bodyPr/>
        <a:lstStyle/>
        <a:p>
          <a:endParaRPr lang="en-AU" sz="1500">
            <a:latin typeface="Tw Cen MT" panose="020B0602020104020603" pitchFamily="34" charset="0"/>
          </a:endParaRPr>
        </a:p>
      </dgm:t>
    </dgm:pt>
    <dgm:pt modelId="{11140CE5-D6FB-45B1-B763-2FE1FFA4D80C}">
      <dgm:prSet phldrT="[Text]" custT="1"/>
      <dgm:spPr/>
      <dgm:t>
        <a:bodyPr/>
        <a:lstStyle/>
        <a:p>
          <a:r>
            <a:rPr lang="en-AU" sz="1500">
              <a:latin typeface="Tw Cen MT" panose="020B0602020104020603" pitchFamily="34" charset="0"/>
            </a:rPr>
            <a:t>Maximise AVs adoption among transport disadvantaged</a:t>
          </a:r>
        </a:p>
      </dgm:t>
    </dgm:pt>
    <dgm:pt modelId="{CA57BE68-76CE-4ABC-B200-509140B8D001}" type="parTrans" cxnId="{158608E9-5E7F-453E-A3D2-64A9D3998CCF}">
      <dgm:prSet/>
      <dgm:spPr/>
      <dgm:t>
        <a:bodyPr/>
        <a:lstStyle/>
        <a:p>
          <a:endParaRPr lang="en-AU" sz="1500">
            <a:latin typeface="Tw Cen MT" panose="020B0602020104020603" pitchFamily="34" charset="0"/>
          </a:endParaRPr>
        </a:p>
      </dgm:t>
    </dgm:pt>
    <dgm:pt modelId="{2B4B4785-9B15-4A2B-B972-03269D201AB5}" type="sibTrans" cxnId="{158608E9-5E7F-453E-A3D2-64A9D3998CCF}">
      <dgm:prSet/>
      <dgm:spPr/>
      <dgm:t>
        <a:bodyPr/>
        <a:lstStyle/>
        <a:p>
          <a:endParaRPr lang="en-AU" sz="1500">
            <a:latin typeface="Tw Cen MT" panose="020B0602020104020603" pitchFamily="34" charset="0"/>
          </a:endParaRPr>
        </a:p>
      </dgm:t>
    </dgm:pt>
    <dgm:pt modelId="{A715E42A-930D-4500-BC3E-AD567F413D2C}">
      <dgm:prSet phldrT="[Text]" custT="1"/>
      <dgm:spPr/>
      <dgm:t>
        <a:bodyPr/>
        <a:lstStyle/>
        <a:p>
          <a:r>
            <a:rPr lang="en-AU" sz="1500">
              <a:latin typeface="Tw Cen MT" panose="020B0602020104020603" pitchFamily="34" charset="0"/>
            </a:rPr>
            <a:t>Implication</a:t>
          </a:r>
          <a:r>
            <a:rPr lang="en-AU" sz="1500" baseline="0">
              <a:latin typeface="Tw Cen MT" panose="020B0602020104020603" pitchFamily="34" charset="0"/>
            </a:rPr>
            <a:t> of AVs on accessibility</a:t>
          </a:r>
          <a:endParaRPr lang="en-AU" sz="1500">
            <a:latin typeface="Tw Cen MT" panose="020B0602020104020603" pitchFamily="34" charset="0"/>
          </a:endParaRPr>
        </a:p>
      </dgm:t>
    </dgm:pt>
    <dgm:pt modelId="{5C9D26CF-2CF9-43F5-B534-CA211BDDF0DC}" type="parTrans" cxnId="{59B60FF6-1F44-4F96-B54E-7B52AEE75D98}">
      <dgm:prSet/>
      <dgm:spPr/>
      <dgm:t>
        <a:bodyPr/>
        <a:lstStyle/>
        <a:p>
          <a:endParaRPr lang="en-AU" sz="1500">
            <a:latin typeface="Tw Cen MT" panose="020B0602020104020603" pitchFamily="34" charset="0"/>
          </a:endParaRPr>
        </a:p>
      </dgm:t>
    </dgm:pt>
    <dgm:pt modelId="{D084D933-407A-4EAD-8285-A0206923EE74}" type="sibTrans" cxnId="{59B60FF6-1F44-4F96-B54E-7B52AEE75D98}">
      <dgm:prSet/>
      <dgm:spPr/>
      <dgm:t>
        <a:bodyPr/>
        <a:lstStyle/>
        <a:p>
          <a:endParaRPr lang="en-AU" sz="1500">
            <a:latin typeface="Tw Cen MT" panose="020B0602020104020603" pitchFamily="34" charset="0"/>
          </a:endParaRPr>
        </a:p>
      </dgm:t>
    </dgm:pt>
    <dgm:pt modelId="{72E2862B-4BD7-4E01-89CA-F5CA025B02AE}" type="pres">
      <dgm:prSet presAssocID="{EE4BC876-6D85-429C-9D4C-AB3D7F78FC16}" presName="cycle" presStyleCnt="0">
        <dgm:presLayoutVars>
          <dgm:chMax val="1"/>
          <dgm:dir/>
          <dgm:animLvl val="ctr"/>
          <dgm:resizeHandles val="exact"/>
        </dgm:presLayoutVars>
      </dgm:prSet>
      <dgm:spPr/>
    </dgm:pt>
    <dgm:pt modelId="{4848107D-17E4-476E-9E54-50C363F4E936}" type="pres">
      <dgm:prSet presAssocID="{B7876FB9-8F34-4200-A703-83466BFA5583}" presName="centerShape" presStyleLbl="node0" presStyleIdx="0" presStyleCnt="1"/>
      <dgm:spPr/>
    </dgm:pt>
    <dgm:pt modelId="{BF284BC7-F315-4C65-9F14-82BE3D5D3019}" type="pres">
      <dgm:prSet presAssocID="{523F0EA4-E45A-49A1-91BD-19F35CFC1B31}" presName="parTrans" presStyleLbl="bgSibTrans2D1" presStyleIdx="0" presStyleCnt="3"/>
      <dgm:spPr/>
    </dgm:pt>
    <dgm:pt modelId="{F1B349B0-FABB-4A0D-A609-08B9F76BB276}" type="pres">
      <dgm:prSet presAssocID="{873D563F-B7BA-4CE0-B5AD-39844DCF43E3}" presName="node" presStyleLbl="node1" presStyleIdx="0" presStyleCnt="3">
        <dgm:presLayoutVars>
          <dgm:bulletEnabled val="1"/>
        </dgm:presLayoutVars>
      </dgm:prSet>
      <dgm:spPr/>
    </dgm:pt>
    <dgm:pt modelId="{9DEC2D8F-AA6E-45CE-97FD-EC5370D7D117}" type="pres">
      <dgm:prSet presAssocID="{CA57BE68-76CE-4ABC-B200-509140B8D001}" presName="parTrans" presStyleLbl="bgSibTrans2D1" presStyleIdx="1" presStyleCnt="3"/>
      <dgm:spPr/>
    </dgm:pt>
    <dgm:pt modelId="{B7B60E9C-B04F-47B9-9147-3AF083F30710}" type="pres">
      <dgm:prSet presAssocID="{11140CE5-D6FB-45B1-B763-2FE1FFA4D80C}" presName="node" presStyleLbl="node1" presStyleIdx="1" presStyleCnt="3">
        <dgm:presLayoutVars>
          <dgm:bulletEnabled val="1"/>
        </dgm:presLayoutVars>
      </dgm:prSet>
      <dgm:spPr/>
    </dgm:pt>
    <dgm:pt modelId="{F33CF6E4-7510-49E5-823A-7839AE3A8333}" type="pres">
      <dgm:prSet presAssocID="{5C9D26CF-2CF9-43F5-B534-CA211BDDF0DC}" presName="parTrans" presStyleLbl="bgSibTrans2D1" presStyleIdx="2" presStyleCnt="3"/>
      <dgm:spPr/>
    </dgm:pt>
    <dgm:pt modelId="{62A96B52-41D2-4A53-BEC5-B6DD53FE76DC}" type="pres">
      <dgm:prSet presAssocID="{A715E42A-930D-4500-BC3E-AD567F413D2C}" presName="node" presStyleLbl="node1" presStyleIdx="2" presStyleCnt="3">
        <dgm:presLayoutVars>
          <dgm:bulletEnabled val="1"/>
        </dgm:presLayoutVars>
      </dgm:prSet>
      <dgm:spPr/>
    </dgm:pt>
  </dgm:ptLst>
  <dgm:cxnLst>
    <dgm:cxn modelId="{4F408E03-E336-470E-A8FD-60735A541F90}" type="presOf" srcId="{873D563F-B7BA-4CE0-B5AD-39844DCF43E3}" destId="{F1B349B0-FABB-4A0D-A609-08B9F76BB276}" srcOrd="0" destOrd="0" presId="urn:microsoft.com/office/officeart/2005/8/layout/radial4"/>
    <dgm:cxn modelId="{59B5A01E-C00E-4229-8EBC-6DF2330E6718}" type="presOf" srcId="{B7876FB9-8F34-4200-A703-83466BFA5583}" destId="{4848107D-17E4-476E-9E54-50C363F4E936}" srcOrd="0" destOrd="0" presId="urn:microsoft.com/office/officeart/2005/8/layout/radial4"/>
    <dgm:cxn modelId="{86582F34-8B50-4DBC-8535-997281C02C8C}" type="presOf" srcId="{11140CE5-D6FB-45B1-B763-2FE1FFA4D80C}" destId="{B7B60E9C-B04F-47B9-9147-3AF083F30710}" srcOrd="0" destOrd="0" presId="urn:microsoft.com/office/officeart/2005/8/layout/radial4"/>
    <dgm:cxn modelId="{DDDFB07D-B2BF-41BF-ACC7-9A18FBD5104B}" type="presOf" srcId="{5C9D26CF-2CF9-43F5-B534-CA211BDDF0DC}" destId="{F33CF6E4-7510-49E5-823A-7839AE3A8333}" srcOrd="0" destOrd="0" presId="urn:microsoft.com/office/officeart/2005/8/layout/radial4"/>
    <dgm:cxn modelId="{88897C86-6031-4A93-8B16-3E88EC5AD73B}" srcId="{B7876FB9-8F34-4200-A703-83466BFA5583}" destId="{873D563F-B7BA-4CE0-B5AD-39844DCF43E3}" srcOrd="0" destOrd="0" parTransId="{523F0EA4-E45A-49A1-91BD-19F35CFC1B31}" sibTransId="{206F9CBC-5C8D-4215-AA5E-A73F15E667A4}"/>
    <dgm:cxn modelId="{A6BA2096-9982-4696-B418-063E2C540E3A}" type="presOf" srcId="{EE4BC876-6D85-429C-9D4C-AB3D7F78FC16}" destId="{72E2862B-4BD7-4E01-89CA-F5CA025B02AE}" srcOrd="0" destOrd="0" presId="urn:microsoft.com/office/officeart/2005/8/layout/radial4"/>
    <dgm:cxn modelId="{3B1627AA-B120-43C8-B4AD-8B5E4BB40EAC}" srcId="{EE4BC876-6D85-429C-9D4C-AB3D7F78FC16}" destId="{B7876FB9-8F34-4200-A703-83466BFA5583}" srcOrd="0" destOrd="0" parTransId="{A522D36A-0A53-4E21-B4BA-EAFDB97C9015}" sibTransId="{9207B852-7F1B-44E7-863D-310CF29AAAA9}"/>
    <dgm:cxn modelId="{9D664DB0-EEF0-48F1-8A15-BFDD56D23A49}" type="presOf" srcId="{CA57BE68-76CE-4ABC-B200-509140B8D001}" destId="{9DEC2D8F-AA6E-45CE-97FD-EC5370D7D117}" srcOrd="0" destOrd="0" presId="urn:microsoft.com/office/officeart/2005/8/layout/radial4"/>
    <dgm:cxn modelId="{B51DFDB8-E053-4E73-9B3B-9FF3998F68F6}" type="presOf" srcId="{523F0EA4-E45A-49A1-91BD-19F35CFC1B31}" destId="{BF284BC7-F315-4C65-9F14-82BE3D5D3019}" srcOrd="0" destOrd="0" presId="urn:microsoft.com/office/officeart/2005/8/layout/radial4"/>
    <dgm:cxn modelId="{FF3EFAE0-034E-47BC-93EF-5166B8E51D4B}" type="presOf" srcId="{A715E42A-930D-4500-BC3E-AD567F413D2C}" destId="{62A96B52-41D2-4A53-BEC5-B6DD53FE76DC}" srcOrd="0" destOrd="0" presId="urn:microsoft.com/office/officeart/2005/8/layout/radial4"/>
    <dgm:cxn modelId="{158608E9-5E7F-453E-A3D2-64A9D3998CCF}" srcId="{B7876FB9-8F34-4200-A703-83466BFA5583}" destId="{11140CE5-D6FB-45B1-B763-2FE1FFA4D80C}" srcOrd="1" destOrd="0" parTransId="{CA57BE68-76CE-4ABC-B200-509140B8D001}" sibTransId="{2B4B4785-9B15-4A2B-B972-03269D201AB5}"/>
    <dgm:cxn modelId="{59B60FF6-1F44-4F96-B54E-7B52AEE75D98}" srcId="{B7876FB9-8F34-4200-A703-83466BFA5583}" destId="{A715E42A-930D-4500-BC3E-AD567F413D2C}" srcOrd="2" destOrd="0" parTransId="{5C9D26CF-2CF9-43F5-B534-CA211BDDF0DC}" sibTransId="{D084D933-407A-4EAD-8285-A0206923EE74}"/>
    <dgm:cxn modelId="{89024901-268E-4B63-8847-791A9BEC23F9}" type="presParOf" srcId="{72E2862B-4BD7-4E01-89CA-F5CA025B02AE}" destId="{4848107D-17E4-476E-9E54-50C363F4E936}" srcOrd="0" destOrd="0" presId="urn:microsoft.com/office/officeart/2005/8/layout/radial4"/>
    <dgm:cxn modelId="{6D61477D-81DE-4E9B-AF17-92214B225C17}" type="presParOf" srcId="{72E2862B-4BD7-4E01-89CA-F5CA025B02AE}" destId="{BF284BC7-F315-4C65-9F14-82BE3D5D3019}" srcOrd="1" destOrd="0" presId="urn:microsoft.com/office/officeart/2005/8/layout/radial4"/>
    <dgm:cxn modelId="{ED8F6FB7-960D-4EEC-88CA-AF2F8CEE564A}" type="presParOf" srcId="{72E2862B-4BD7-4E01-89CA-F5CA025B02AE}" destId="{F1B349B0-FABB-4A0D-A609-08B9F76BB276}" srcOrd="2" destOrd="0" presId="urn:microsoft.com/office/officeart/2005/8/layout/radial4"/>
    <dgm:cxn modelId="{DEBE3503-43EF-488E-A24B-8FA1D8E5B548}" type="presParOf" srcId="{72E2862B-4BD7-4E01-89CA-F5CA025B02AE}" destId="{9DEC2D8F-AA6E-45CE-97FD-EC5370D7D117}" srcOrd="3" destOrd="0" presId="urn:microsoft.com/office/officeart/2005/8/layout/radial4"/>
    <dgm:cxn modelId="{E6D2AB4F-A628-4B33-A6DF-533EEEAA6BBD}" type="presParOf" srcId="{72E2862B-4BD7-4E01-89CA-F5CA025B02AE}" destId="{B7B60E9C-B04F-47B9-9147-3AF083F30710}" srcOrd="4" destOrd="0" presId="urn:microsoft.com/office/officeart/2005/8/layout/radial4"/>
    <dgm:cxn modelId="{39FDC3AA-D35D-420E-944F-788B66279524}" type="presParOf" srcId="{72E2862B-4BD7-4E01-89CA-F5CA025B02AE}" destId="{F33CF6E4-7510-49E5-823A-7839AE3A8333}" srcOrd="5" destOrd="0" presId="urn:microsoft.com/office/officeart/2005/8/layout/radial4"/>
    <dgm:cxn modelId="{0A32C5DE-A51C-4F61-A3D9-91B2082FA495}" type="presParOf" srcId="{72E2862B-4BD7-4E01-89CA-F5CA025B02AE}" destId="{62A96B52-41D2-4A53-BEC5-B6DD53FE76DC}" srcOrd="6" destOrd="0" presId="urn:microsoft.com/office/officeart/2005/8/layout/radial4"/>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222F93F-0689-4F48-BD80-EDAED9319B8E}" type="doc">
      <dgm:prSet loTypeId="urn:microsoft.com/office/officeart/2005/8/layout/lProcess2" loCatId="list" qsTypeId="urn:microsoft.com/office/officeart/2005/8/quickstyle/simple1#2" qsCatId="simple" csTypeId="urn:microsoft.com/office/officeart/2005/8/colors/accent0_3#2" csCatId="mainScheme" phldr="1"/>
      <dgm:spPr/>
      <dgm:t>
        <a:bodyPr/>
        <a:lstStyle/>
        <a:p>
          <a:endParaRPr lang="en-AU"/>
        </a:p>
      </dgm:t>
    </dgm:pt>
    <dgm:pt modelId="{4C7A5DED-22CD-4700-91F9-8A99E60F9BD3}">
      <dgm:prSet phldrT="[Text]" custT="1"/>
      <dgm:spPr/>
      <dgm:t>
        <a:bodyPr/>
        <a:lstStyle/>
        <a:p>
          <a:r>
            <a:rPr lang="en-AU" sz="2200" b="1">
              <a:latin typeface="Tw Cen MT" panose="020B0602020104020603" pitchFamily="34" charset="0"/>
            </a:rPr>
            <a:t>Objective 1 </a:t>
          </a:r>
        </a:p>
      </dgm:t>
    </dgm:pt>
    <dgm:pt modelId="{F9A26348-F952-485A-9444-39D437610409}" type="parTrans" cxnId="{F22E4253-340F-4BA6-BBA0-5AE075F879AC}">
      <dgm:prSet/>
      <dgm:spPr/>
      <dgm:t>
        <a:bodyPr/>
        <a:lstStyle/>
        <a:p>
          <a:endParaRPr lang="en-AU" sz="1400"/>
        </a:p>
      </dgm:t>
    </dgm:pt>
    <dgm:pt modelId="{70BFBBB9-AAE4-40D1-AFCE-FF97ED7CA263}" type="sibTrans" cxnId="{F22E4253-340F-4BA6-BBA0-5AE075F879AC}">
      <dgm:prSet/>
      <dgm:spPr/>
      <dgm:t>
        <a:bodyPr/>
        <a:lstStyle/>
        <a:p>
          <a:endParaRPr lang="en-AU" sz="1400"/>
        </a:p>
      </dgm:t>
    </dgm:pt>
    <dgm:pt modelId="{D7F9BE6F-0443-4236-BF7F-1A318BD086C4}">
      <dgm:prSet phldrT="[Text]" custT="1"/>
      <dgm:spPr/>
      <dgm:t>
        <a:bodyPr/>
        <a:lstStyle/>
        <a:p>
          <a:r>
            <a:rPr lang="en-AU" sz="1500">
              <a:latin typeface="Tw Cen MT" panose="020B0602020104020603" pitchFamily="34" charset="0"/>
            </a:rPr>
            <a:t>To explore the extent to which AVs influence travel and activity frequency among transport-disadvantaged people</a:t>
          </a:r>
        </a:p>
      </dgm:t>
    </dgm:pt>
    <dgm:pt modelId="{07393DEC-CB0A-4BEE-A145-44A3EE7FB967}" type="parTrans" cxnId="{B93FF77A-76A7-48A8-87ED-80A490B26342}">
      <dgm:prSet/>
      <dgm:spPr/>
      <dgm:t>
        <a:bodyPr/>
        <a:lstStyle/>
        <a:p>
          <a:endParaRPr lang="en-AU" sz="1400"/>
        </a:p>
      </dgm:t>
    </dgm:pt>
    <dgm:pt modelId="{D3820A25-A60A-4D6B-BE6C-DC2CC480F214}" type="sibTrans" cxnId="{B93FF77A-76A7-48A8-87ED-80A490B26342}">
      <dgm:prSet/>
      <dgm:spPr/>
      <dgm:t>
        <a:bodyPr/>
        <a:lstStyle/>
        <a:p>
          <a:endParaRPr lang="en-AU" sz="1400"/>
        </a:p>
      </dgm:t>
    </dgm:pt>
    <dgm:pt modelId="{EAB3BED0-0F5F-4F9F-AD9F-173B61D57A52}">
      <dgm:prSet phldrT="[Text]" custT="1"/>
      <dgm:spPr/>
      <dgm:t>
        <a:bodyPr/>
        <a:lstStyle/>
        <a:p>
          <a:r>
            <a:rPr lang="en-AU" sz="2200" b="1">
              <a:latin typeface="Tw Cen MT" panose="020B0602020104020603" pitchFamily="34" charset="0"/>
            </a:rPr>
            <a:t>Objective 2</a:t>
          </a:r>
        </a:p>
      </dgm:t>
    </dgm:pt>
    <dgm:pt modelId="{7C126DB2-31DB-4D49-B217-FA5AA89E2A56}" type="parTrans" cxnId="{8D045084-B109-4181-B73E-B6F0E4C2D0BD}">
      <dgm:prSet/>
      <dgm:spPr/>
      <dgm:t>
        <a:bodyPr/>
        <a:lstStyle/>
        <a:p>
          <a:endParaRPr lang="en-AU" sz="1400"/>
        </a:p>
      </dgm:t>
    </dgm:pt>
    <dgm:pt modelId="{1014F794-56F7-4437-9D5B-1E3609AC4B9F}" type="sibTrans" cxnId="{8D045084-B109-4181-B73E-B6F0E4C2D0BD}">
      <dgm:prSet/>
      <dgm:spPr/>
      <dgm:t>
        <a:bodyPr/>
        <a:lstStyle/>
        <a:p>
          <a:endParaRPr lang="en-AU" sz="1400"/>
        </a:p>
      </dgm:t>
    </dgm:pt>
    <dgm:pt modelId="{06C60689-06F9-40D5-AD7E-DA2B0E69B67B}">
      <dgm:prSet phldrT="[Text]" custT="1"/>
      <dgm:spPr/>
      <dgm:t>
        <a:bodyPr/>
        <a:lstStyle/>
        <a:p>
          <a:r>
            <a:rPr lang="en-AU" sz="1500">
              <a:latin typeface="Tw Cen MT" panose="020B0602020104020603" pitchFamily="34" charset="0"/>
            </a:rPr>
            <a:t>To investigate the factors influencing mode choice of transport-disadvantaged people and their trade-off</a:t>
          </a:r>
        </a:p>
      </dgm:t>
    </dgm:pt>
    <dgm:pt modelId="{4F0E45F4-804B-4AE8-B06B-F4B0249DCD47}" type="parTrans" cxnId="{805213E3-7AFB-4367-A607-29AB063D9243}">
      <dgm:prSet/>
      <dgm:spPr/>
      <dgm:t>
        <a:bodyPr/>
        <a:lstStyle/>
        <a:p>
          <a:endParaRPr lang="en-AU" sz="1400"/>
        </a:p>
      </dgm:t>
    </dgm:pt>
    <dgm:pt modelId="{1E936731-B228-47CC-AC7D-422F30511620}" type="sibTrans" cxnId="{805213E3-7AFB-4367-A607-29AB063D9243}">
      <dgm:prSet/>
      <dgm:spPr/>
      <dgm:t>
        <a:bodyPr/>
        <a:lstStyle/>
        <a:p>
          <a:endParaRPr lang="en-AU" sz="1400"/>
        </a:p>
      </dgm:t>
    </dgm:pt>
    <dgm:pt modelId="{6594883E-1E4B-4136-8677-738B27FF2A06}">
      <dgm:prSet phldrT="[Text]" custT="1"/>
      <dgm:spPr/>
      <dgm:t>
        <a:bodyPr/>
        <a:lstStyle/>
        <a:p>
          <a:r>
            <a:rPr lang="en-AU" sz="2200" b="1">
              <a:latin typeface="Tw Cen MT" panose="020B0602020104020603" pitchFamily="34" charset="0"/>
            </a:rPr>
            <a:t>Objective 3</a:t>
          </a:r>
        </a:p>
      </dgm:t>
    </dgm:pt>
    <dgm:pt modelId="{548EA0C7-5064-47AD-8BD4-23159A81AFFF}" type="parTrans" cxnId="{7E12FFE3-4B77-482E-9EB2-E41051015E6E}">
      <dgm:prSet/>
      <dgm:spPr/>
      <dgm:t>
        <a:bodyPr/>
        <a:lstStyle/>
        <a:p>
          <a:endParaRPr lang="en-AU" sz="1400"/>
        </a:p>
      </dgm:t>
    </dgm:pt>
    <dgm:pt modelId="{0EDEAB96-7B65-4F50-8675-8227EF5D1E7C}" type="sibTrans" cxnId="{7E12FFE3-4B77-482E-9EB2-E41051015E6E}">
      <dgm:prSet/>
      <dgm:spPr/>
      <dgm:t>
        <a:bodyPr/>
        <a:lstStyle/>
        <a:p>
          <a:endParaRPr lang="en-AU" sz="1400"/>
        </a:p>
      </dgm:t>
    </dgm:pt>
    <dgm:pt modelId="{13F7E256-0783-4A6D-8212-6CE2E2437CF8}">
      <dgm:prSet phldrT="[Text]" custT="1"/>
      <dgm:spPr/>
      <dgm:t>
        <a:bodyPr/>
        <a:lstStyle/>
        <a:p>
          <a:r>
            <a:rPr lang="en-AU" sz="1500">
              <a:latin typeface="Tw Cen MT" panose="020B0602020104020603" pitchFamily="34" charset="0"/>
            </a:rPr>
            <a:t>To evaluate the change in accessibility for the general population under various AV deployment and policy scenarios</a:t>
          </a:r>
        </a:p>
      </dgm:t>
    </dgm:pt>
    <dgm:pt modelId="{7AE22C4C-5411-42E7-B12C-3A9E911C093C}" type="parTrans" cxnId="{1E449A6E-E823-4B5F-A081-3FF4A977C78A}">
      <dgm:prSet/>
      <dgm:spPr/>
      <dgm:t>
        <a:bodyPr/>
        <a:lstStyle/>
        <a:p>
          <a:endParaRPr lang="en-AU" sz="1400"/>
        </a:p>
      </dgm:t>
    </dgm:pt>
    <dgm:pt modelId="{D99615D9-CDC7-4BAC-8273-E68FE0C3B5B0}" type="sibTrans" cxnId="{1E449A6E-E823-4B5F-A081-3FF4A977C78A}">
      <dgm:prSet/>
      <dgm:spPr/>
      <dgm:t>
        <a:bodyPr/>
        <a:lstStyle/>
        <a:p>
          <a:endParaRPr lang="en-AU" sz="1400"/>
        </a:p>
      </dgm:t>
    </dgm:pt>
    <dgm:pt modelId="{1B5A6EC4-0D97-4C89-8956-5ED7ED2A4280}" type="pres">
      <dgm:prSet presAssocID="{9222F93F-0689-4F48-BD80-EDAED9319B8E}" presName="theList" presStyleCnt="0">
        <dgm:presLayoutVars>
          <dgm:dir/>
          <dgm:animLvl val="lvl"/>
          <dgm:resizeHandles val="exact"/>
        </dgm:presLayoutVars>
      </dgm:prSet>
      <dgm:spPr/>
    </dgm:pt>
    <dgm:pt modelId="{36FCE376-B4EB-45C9-9BB2-811D6DDC1ED3}" type="pres">
      <dgm:prSet presAssocID="{4C7A5DED-22CD-4700-91F9-8A99E60F9BD3}" presName="compNode" presStyleCnt="0"/>
      <dgm:spPr/>
    </dgm:pt>
    <dgm:pt modelId="{7BA6E61E-B22A-40AD-81F0-77E77D764DD3}" type="pres">
      <dgm:prSet presAssocID="{4C7A5DED-22CD-4700-91F9-8A99E60F9BD3}" presName="aNode" presStyleLbl="bgShp" presStyleIdx="0" presStyleCnt="3"/>
      <dgm:spPr/>
    </dgm:pt>
    <dgm:pt modelId="{D466387C-23CD-4D6C-B424-09C60F7CB49C}" type="pres">
      <dgm:prSet presAssocID="{4C7A5DED-22CD-4700-91F9-8A99E60F9BD3}" presName="textNode" presStyleLbl="bgShp" presStyleIdx="0" presStyleCnt="3"/>
      <dgm:spPr/>
    </dgm:pt>
    <dgm:pt modelId="{CF5DF613-1B4F-4530-B9BE-57BEFA2F5E18}" type="pres">
      <dgm:prSet presAssocID="{4C7A5DED-22CD-4700-91F9-8A99E60F9BD3}" presName="compChildNode" presStyleCnt="0"/>
      <dgm:spPr/>
    </dgm:pt>
    <dgm:pt modelId="{A8A509AB-BB24-4A62-BD89-BEFF92022CCB}" type="pres">
      <dgm:prSet presAssocID="{4C7A5DED-22CD-4700-91F9-8A99E60F9BD3}" presName="theInnerList" presStyleCnt="0"/>
      <dgm:spPr/>
    </dgm:pt>
    <dgm:pt modelId="{51F89AD3-641F-43E5-B41E-B4FFB9578143}" type="pres">
      <dgm:prSet presAssocID="{D7F9BE6F-0443-4236-BF7F-1A318BD086C4}" presName="childNode" presStyleLbl="node1" presStyleIdx="0" presStyleCnt="3" custScaleY="115362">
        <dgm:presLayoutVars>
          <dgm:bulletEnabled val="1"/>
        </dgm:presLayoutVars>
      </dgm:prSet>
      <dgm:spPr/>
    </dgm:pt>
    <dgm:pt modelId="{91234D5F-9D8E-4FD6-A9C0-78D1385E1305}" type="pres">
      <dgm:prSet presAssocID="{4C7A5DED-22CD-4700-91F9-8A99E60F9BD3}" presName="aSpace" presStyleCnt="0"/>
      <dgm:spPr/>
    </dgm:pt>
    <dgm:pt modelId="{6197A5FF-4AC2-4D41-A3EF-3B95AF13D015}" type="pres">
      <dgm:prSet presAssocID="{EAB3BED0-0F5F-4F9F-AD9F-173B61D57A52}" presName="compNode" presStyleCnt="0"/>
      <dgm:spPr/>
    </dgm:pt>
    <dgm:pt modelId="{A73B0DDB-B2E2-4B80-95C9-9109A86FB2CD}" type="pres">
      <dgm:prSet presAssocID="{EAB3BED0-0F5F-4F9F-AD9F-173B61D57A52}" presName="aNode" presStyleLbl="bgShp" presStyleIdx="1" presStyleCnt="3"/>
      <dgm:spPr/>
    </dgm:pt>
    <dgm:pt modelId="{893A3133-4750-4A50-B5D9-4EEB582A24B7}" type="pres">
      <dgm:prSet presAssocID="{EAB3BED0-0F5F-4F9F-AD9F-173B61D57A52}" presName="textNode" presStyleLbl="bgShp" presStyleIdx="1" presStyleCnt="3"/>
      <dgm:spPr/>
    </dgm:pt>
    <dgm:pt modelId="{8C3F4EEC-FC5E-486C-B896-5B4404E2B6E5}" type="pres">
      <dgm:prSet presAssocID="{EAB3BED0-0F5F-4F9F-AD9F-173B61D57A52}" presName="compChildNode" presStyleCnt="0"/>
      <dgm:spPr/>
    </dgm:pt>
    <dgm:pt modelId="{EF2F03D6-DDEF-4B60-8B9D-8F0E047F5617}" type="pres">
      <dgm:prSet presAssocID="{EAB3BED0-0F5F-4F9F-AD9F-173B61D57A52}" presName="theInnerList" presStyleCnt="0"/>
      <dgm:spPr/>
    </dgm:pt>
    <dgm:pt modelId="{BA5E880F-F7EC-4D56-AD6E-BBDD263761E4}" type="pres">
      <dgm:prSet presAssocID="{06C60689-06F9-40D5-AD7E-DA2B0E69B67B}" presName="childNode" presStyleLbl="node1" presStyleIdx="1" presStyleCnt="3">
        <dgm:presLayoutVars>
          <dgm:bulletEnabled val="1"/>
        </dgm:presLayoutVars>
      </dgm:prSet>
      <dgm:spPr/>
    </dgm:pt>
    <dgm:pt modelId="{5322ACBC-0A57-4BEA-9DF1-22856DA8F1DE}" type="pres">
      <dgm:prSet presAssocID="{EAB3BED0-0F5F-4F9F-AD9F-173B61D57A52}" presName="aSpace" presStyleCnt="0"/>
      <dgm:spPr/>
    </dgm:pt>
    <dgm:pt modelId="{E0C65C7A-9DAC-4738-AA69-9218648C22A8}" type="pres">
      <dgm:prSet presAssocID="{6594883E-1E4B-4136-8677-738B27FF2A06}" presName="compNode" presStyleCnt="0"/>
      <dgm:spPr/>
    </dgm:pt>
    <dgm:pt modelId="{C0A4515D-5243-4AC9-B54A-C2DC136F099B}" type="pres">
      <dgm:prSet presAssocID="{6594883E-1E4B-4136-8677-738B27FF2A06}" presName="aNode" presStyleLbl="bgShp" presStyleIdx="2" presStyleCnt="3"/>
      <dgm:spPr/>
    </dgm:pt>
    <dgm:pt modelId="{FF193E22-DEE1-4DCD-89A6-02A73F6C26F1}" type="pres">
      <dgm:prSet presAssocID="{6594883E-1E4B-4136-8677-738B27FF2A06}" presName="textNode" presStyleLbl="bgShp" presStyleIdx="2" presStyleCnt="3"/>
      <dgm:spPr/>
    </dgm:pt>
    <dgm:pt modelId="{4B139ED3-3A05-4F06-AB35-BD85E43698AF}" type="pres">
      <dgm:prSet presAssocID="{6594883E-1E4B-4136-8677-738B27FF2A06}" presName="compChildNode" presStyleCnt="0"/>
      <dgm:spPr/>
    </dgm:pt>
    <dgm:pt modelId="{EC74D170-A6DF-4A93-B692-8EF065DEF47F}" type="pres">
      <dgm:prSet presAssocID="{6594883E-1E4B-4136-8677-738B27FF2A06}" presName="theInnerList" presStyleCnt="0"/>
      <dgm:spPr/>
    </dgm:pt>
    <dgm:pt modelId="{F944F41D-85DF-403A-B32E-96BFFCB334C2}" type="pres">
      <dgm:prSet presAssocID="{13F7E256-0783-4A6D-8212-6CE2E2437CF8}" presName="childNode" presStyleLbl="node1" presStyleIdx="2" presStyleCnt="3">
        <dgm:presLayoutVars>
          <dgm:bulletEnabled val="1"/>
        </dgm:presLayoutVars>
      </dgm:prSet>
      <dgm:spPr/>
    </dgm:pt>
  </dgm:ptLst>
  <dgm:cxnLst>
    <dgm:cxn modelId="{B7349C12-A8F9-43B7-BB1E-7BF057FA1507}" type="presOf" srcId="{13F7E256-0783-4A6D-8212-6CE2E2437CF8}" destId="{F944F41D-85DF-403A-B32E-96BFFCB334C2}" srcOrd="0" destOrd="0" presId="urn:microsoft.com/office/officeart/2005/8/layout/lProcess2"/>
    <dgm:cxn modelId="{D66CF838-F2F4-4C1A-8686-16A2A82862CE}" type="presOf" srcId="{4C7A5DED-22CD-4700-91F9-8A99E60F9BD3}" destId="{7BA6E61E-B22A-40AD-81F0-77E77D764DD3}" srcOrd="0" destOrd="0" presId="urn:microsoft.com/office/officeart/2005/8/layout/lProcess2"/>
    <dgm:cxn modelId="{3AA98D4B-3E18-43C2-9470-B0416CC4DE09}" type="presOf" srcId="{6594883E-1E4B-4136-8677-738B27FF2A06}" destId="{C0A4515D-5243-4AC9-B54A-C2DC136F099B}" srcOrd="0" destOrd="0" presId="urn:microsoft.com/office/officeart/2005/8/layout/lProcess2"/>
    <dgm:cxn modelId="{1E449A6E-E823-4B5F-A081-3FF4A977C78A}" srcId="{6594883E-1E4B-4136-8677-738B27FF2A06}" destId="{13F7E256-0783-4A6D-8212-6CE2E2437CF8}" srcOrd="0" destOrd="0" parTransId="{7AE22C4C-5411-42E7-B12C-3A9E911C093C}" sibTransId="{D99615D9-CDC7-4BAC-8273-E68FE0C3B5B0}"/>
    <dgm:cxn modelId="{F22E4253-340F-4BA6-BBA0-5AE075F879AC}" srcId="{9222F93F-0689-4F48-BD80-EDAED9319B8E}" destId="{4C7A5DED-22CD-4700-91F9-8A99E60F9BD3}" srcOrd="0" destOrd="0" parTransId="{F9A26348-F952-485A-9444-39D437610409}" sibTransId="{70BFBBB9-AAE4-40D1-AFCE-FF97ED7CA263}"/>
    <dgm:cxn modelId="{B93FF77A-76A7-48A8-87ED-80A490B26342}" srcId="{4C7A5DED-22CD-4700-91F9-8A99E60F9BD3}" destId="{D7F9BE6F-0443-4236-BF7F-1A318BD086C4}" srcOrd="0" destOrd="0" parTransId="{07393DEC-CB0A-4BEE-A145-44A3EE7FB967}" sibTransId="{D3820A25-A60A-4D6B-BE6C-DC2CC480F214}"/>
    <dgm:cxn modelId="{03B3F883-F246-4DBC-B991-C656093368D2}" type="presOf" srcId="{EAB3BED0-0F5F-4F9F-AD9F-173B61D57A52}" destId="{A73B0DDB-B2E2-4B80-95C9-9109A86FB2CD}" srcOrd="0" destOrd="0" presId="urn:microsoft.com/office/officeart/2005/8/layout/lProcess2"/>
    <dgm:cxn modelId="{8D045084-B109-4181-B73E-B6F0E4C2D0BD}" srcId="{9222F93F-0689-4F48-BD80-EDAED9319B8E}" destId="{EAB3BED0-0F5F-4F9F-AD9F-173B61D57A52}" srcOrd="1" destOrd="0" parTransId="{7C126DB2-31DB-4D49-B217-FA5AA89E2A56}" sibTransId="{1014F794-56F7-4437-9D5B-1E3609AC4B9F}"/>
    <dgm:cxn modelId="{6BF3E495-876C-4A36-B5AF-B0B0B4ABAF13}" type="presOf" srcId="{06C60689-06F9-40D5-AD7E-DA2B0E69B67B}" destId="{BA5E880F-F7EC-4D56-AD6E-BBDD263761E4}" srcOrd="0" destOrd="0" presId="urn:microsoft.com/office/officeart/2005/8/layout/lProcess2"/>
    <dgm:cxn modelId="{F0456EB2-A682-4E90-A2A1-A5DD0109774B}" type="presOf" srcId="{9222F93F-0689-4F48-BD80-EDAED9319B8E}" destId="{1B5A6EC4-0D97-4C89-8956-5ED7ED2A4280}" srcOrd="0" destOrd="0" presId="urn:microsoft.com/office/officeart/2005/8/layout/lProcess2"/>
    <dgm:cxn modelId="{C1A048C2-80B8-457D-8C00-4FC04BA5174A}" type="presOf" srcId="{EAB3BED0-0F5F-4F9F-AD9F-173B61D57A52}" destId="{893A3133-4750-4A50-B5D9-4EEB582A24B7}" srcOrd="1" destOrd="0" presId="urn:microsoft.com/office/officeart/2005/8/layout/lProcess2"/>
    <dgm:cxn modelId="{E9C928D0-AFFC-4E98-916F-FBA70FD7CB4D}" type="presOf" srcId="{6594883E-1E4B-4136-8677-738B27FF2A06}" destId="{FF193E22-DEE1-4DCD-89A6-02A73F6C26F1}" srcOrd="1" destOrd="0" presId="urn:microsoft.com/office/officeart/2005/8/layout/lProcess2"/>
    <dgm:cxn modelId="{805213E3-7AFB-4367-A607-29AB063D9243}" srcId="{EAB3BED0-0F5F-4F9F-AD9F-173B61D57A52}" destId="{06C60689-06F9-40D5-AD7E-DA2B0E69B67B}" srcOrd="0" destOrd="0" parTransId="{4F0E45F4-804B-4AE8-B06B-F4B0249DCD47}" sibTransId="{1E936731-B228-47CC-AC7D-422F30511620}"/>
    <dgm:cxn modelId="{7E12FFE3-4B77-482E-9EB2-E41051015E6E}" srcId="{9222F93F-0689-4F48-BD80-EDAED9319B8E}" destId="{6594883E-1E4B-4136-8677-738B27FF2A06}" srcOrd="2" destOrd="0" parTransId="{548EA0C7-5064-47AD-8BD4-23159A81AFFF}" sibTransId="{0EDEAB96-7B65-4F50-8675-8227EF5D1E7C}"/>
    <dgm:cxn modelId="{DD633EE7-F525-4A30-8F5A-497003DEF641}" type="presOf" srcId="{4C7A5DED-22CD-4700-91F9-8A99E60F9BD3}" destId="{D466387C-23CD-4D6C-B424-09C60F7CB49C}" srcOrd="1" destOrd="0" presId="urn:microsoft.com/office/officeart/2005/8/layout/lProcess2"/>
    <dgm:cxn modelId="{6BA63AF0-4117-40CA-8314-B78E80285C04}" type="presOf" srcId="{D7F9BE6F-0443-4236-BF7F-1A318BD086C4}" destId="{51F89AD3-641F-43E5-B41E-B4FFB9578143}" srcOrd="0" destOrd="0" presId="urn:microsoft.com/office/officeart/2005/8/layout/lProcess2"/>
    <dgm:cxn modelId="{6835107F-219D-446B-B86E-588F9C99CEDB}" type="presParOf" srcId="{1B5A6EC4-0D97-4C89-8956-5ED7ED2A4280}" destId="{36FCE376-B4EB-45C9-9BB2-811D6DDC1ED3}" srcOrd="0" destOrd="0" presId="urn:microsoft.com/office/officeart/2005/8/layout/lProcess2"/>
    <dgm:cxn modelId="{1C9590EB-AEE7-47BD-B573-2A8B2E76CC60}" type="presParOf" srcId="{36FCE376-B4EB-45C9-9BB2-811D6DDC1ED3}" destId="{7BA6E61E-B22A-40AD-81F0-77E77D764DD3}" srcOrd="0" destOrd="0" presId="urn:microsoft.com/office/officeart/2005/8/layout/lProcess2"/>
    <dgm:cxn modelId="{02CB3966-9ED6-4233-B81A-6CF90B2DA076}" type="presParOf" srcId="{36FCE376-B4EB-45C9-9BB2-811D6DDC1ED3}" destId="{D466387C-23CD-4D6C-B424-09C60F7CB49C}" srcOrd="1" destOrd="0" presId="urn:microsoft.com/office/officeart/2005/8/layout/lProcess2"/>
    <dgm:cxn modelId="{06EBC031-E62D-4F08-88F2-5B8497408EFA}" type="presParOf" srcId="{36FCE376-B4EB-45C9-9BB2-811D6DDC1ED3}" destId="{CF5DF613-1B4F-4530-B9BE-57BEFA2F5E18}" srcOrd="2" destOrd="0" presId="urn:microsoft.com/office/officeart/2005/8/layout/lProcess2"/>
    <dgm:cxn modelId="{FF24B934-8839-428C-8442-631A1D88DB32}" type="presParOf" srcId="{CF5DF613-1B4F-4530-B9BE-57BEFA2F5E18}" destId="{A8A509AB-BB24-4A62-BD89-BEFF92022CCB}" srcOrd="0" destOrd="0" presId="urn:microsoft.com/office/officeart/2005/8/layout/lProcess2"/>
    <dgm:cxn modelId="{099D3B9D-B88A-4E57-94B0-289586A09F75}" type="presParOf" srcId="{A8A509AB-BB24-4A62-BD89-BEFF92022CCB}" destId="{51F89AD3-641F-43E5-B41E-B4FFB9578143}" srcOrd="0" destOrd="0" presId="urn:microsoft.com/office/officeart/2005/8/layout/lProcess2"/>
    <dgm:cxn modelId="{B7B3B2D0-9C0C-41DB-8E1D-3D6A4B3B3168}" type="presParOf" srcId="{1B5A6EC4-0D97-4C89-8956-5ED7ED2A4280}" destId="{91234D5F-9D8E-4FD6-A9C0-78D1385E1305}" srcOrd="1" destOrd="0" presId="urn:microsoft.com/office/officeart/2005/8/layout/lProcess2"/>
    <dgm:cxn modelId="{CCBA54AE-7106-4199-A561-8FF516702BC4}" type="presParOf" srcId="{1B5A6EC4-0D97-4C89-8956-5ED7ED2A4280}" destId="{6197A5FF-4AC2-4D41-A3EF-3B95AF13D015}" srcOrd="2" destOrd="0" presId="urn:microsoft.com/office/officeart/2005/8/layout/lProcess2"/>
    <dgm:cxn modelId="{FA853552-820D-49E0-AEAA-198D0E8D84FA}" type="presParOf" srcId="{6197A5FF-4AC2-4D41-A3EF-3B95AF13D015}" destId="{A73B0DDB-B2E2-4B80-95C9-9109A86FB2CD}" srcOrd="0" destOrd="0" presId="urn:microsoft.com/office/officeart/2005/8/layout/lProcess2"/>
    <dgm:cxn modelId="{2F861DA6-C7BD-4994-A9A5-049F8BDBD4F6}" type="presParOf" srcId="{6197A5FF-4AC2-4D41-A3EF-3B95AF13D015}" destId="{893A3133-4750-4A50-B5D9-4EEB582A24B7}" srcOrd="1" destOrd="0" presId="urn:microsoft.com/office/officeart/2005/8/layout/lProcess2"/>
    <dgm:cxn modelId="{1BAA4C13-E47D-4CC5-9E2C-E9872989208B}" type="presParOf" srcId="{6197A5FF-4AC2-4D41-A3EF-3B95AF13D015}" destId="{8C3F4EEC-FC5E-486C-B896-5B4404E2B6E5}" srcOrd="2" destOrd="0" presId="urn:microsoft.com/office/officeart/2005/8/layout/lProcess2"/>
    <dgm:cxn modelId="{3CE42EAB-06FC-4778-A5CE-F4E4A176270C}" type="presParOf" srcId="{8C3F4EEC-FC5E-486C-B896-5B4404E2B6E5}" destId="{EF2F03D6-DDEF-4B60-8B9D-8F0E047F5617}" srcOrd="0" destOrd="0" presId="urn:microsoft.com/office/officeart/2005/8/layout/lProcess2"/>
    <dgm:cxn modelId="{CAD441C8-823A-487A-91DA-D4AD1E4BA06D}" type="presParOf" srcId="{EF2F03D6-DDEF-4B60-8B9D-8F0E047F5617}" destId="{BA5E880F-F7EC-4D56-AD6E-BBDD263761E4}" srcOrd="0" destOrd="0" presId="urn:microsoft.com/office/officeart/2005/8/layout/lProcess2"/>
    <dgm:cxn modelId="{19270171-283C-405C-814B-60A4446712B0}" type="presParOf" srcId="{1B5A6EC4-0D97-4C89-8956-5ED7ED2A4280}" destId="{5322ACBC-0A57-4BEA-9DF1-22856DA8F1DE}" srcOrd="3" destOrd="0" presId="urn:microsoft.com/office/officeart/2005/8/layout/lProcess2"/>
    <dgm:cxn modelId="{D8F7DAC8-9C7F-4D5D-8F95-E5AAD670521D}" type="presParOf" srcId="{1B5A6EC4-0D97-4C89-8956-5ED7ED2A4280}" destId="{E0C65C7A-9DAC-4738-AA69-9218648C22A8}" srcOrd="4" destOrd="0" presId="urn:microsoft.com/office/officeart/2005/8/layout/lProcess2"/>
    <dgm:cxn modelId="{7303FDD5-5033-4BCE-8F94-50FF9138F03C}" type="presParOf" srcId="{E0C65C7A-9DAC-4738-AA69-9218648C22A8}" destId="{C0A4515D-5243-4AC9-B54A-C2DC136F099B}" srcOrd="0" destOrd="0" presId="urn:microsoft.com/office/officeart/2005/8/layout/lProcess2"/>
    <dgm:cxn modelId="{06699FD8-3D3D-4BDF-9C29-1A747D6F30C3}" type="presParOf" srcId="{E0C65C7A-9DAC-4738-AA69-9218648C22A8}" destId="{FF193E22-DEE1-4DCD-89A6-02A73F6C26F1}" srcOrd="1" destOrd="0" presId="urn:microsoft.com/office/officeart/2005/8/layout/lProcess2"/>
    <dgm:cxn modelId="{02DACB6D-9E69-40BB-A97A-451D077D79C8}" type="presParOf" srcId="{E0C65C7A-9DAC-4738-AA69-9218648C22A8}" destId="{4B139ED3-3A05-4F06-AB35-BD85E43698AF}" srcOrd="2" destOrd="0" presId="urn:microsoft.com/office/officeart/2005/8/layout/lProcess2"/>
    <dgm:cxn modelId="{5167DAD6-2380-4825-B02D-3D1448C27547}" type="presParOf" srcId="{4B139ED3-3A05-4F06-AB35-BD85E43698AF}" destId="{EC74D170-A6DF-4A93-B692-8EF065DEF47F}" srcOrd="0" destOrd="0" presId="urn:microsoft.com/office/officeart/2005/8/layout/lProcess2"/>
    <dgm:cxn modelId="{3E9D3E36-B447-46FC-8926-2DA3FA91A986}" type="presParOf" srcId="{EC74D170-A6DF-4A93-B692-8EF065DEF47F}" destId="{F944F41D-85DF-403A-B32E-96BFFCB334C2}"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222F93F-0689-4F48-BD80-EDAED9319B8E}" type="doc">
      <dgm:prSet loTypeId="urn:microsoft.com/office/officeart/2005/8/layout/lProcess2" loCatId="list" qsTypeId="urn:microsoft.com/office/officeart/2005/8/quickstyle/simple1#3" qsCatId="simple" csTypeId="urn:microsoft.com/office/officeart/2005/8/colors/accent0_3#3" csCatId="mainScheme" phldr="1"/>
      <dgm:spPr/>
      <dgm:t>
        <a:bodyPr/>
        <a:lstStyle/>
        <a:p>
          <a:endParaRPr lang="en-AU"/>
        </a:p>
      </dgm:t>
    </dgm:pt>
    <dgm:pt modelId="{4C7A5DED-22CD-4700-91F9-8A99E60F9BD3}">
      <dgm:prSet phldrT="[Text]" custT="1"/>
      <dgm:spPr/>
      <dgm:t>
        <a:bodyPr/>
        <a:lstStyle/>
        <a:p>
          <a:r>
            <a:rPr lang="en-AU" sz="2200" b="1">
              <a:latin typeface="Tw Cen MT" panose="020B0602020104020603" pitchFamily="34" charset="0"/>
            </a:rPr>
            <a:t>Study 1 </a:t>
          </a:r>
        </a:p>
      </dgm:t>
    </dgm:pt>
    <dgm:pt modelId="{F9A26348-F952-485A-9444-39D437610409}" type="parTrans" cxnId="{F22E4253-340F-4BA6-BBA0-5AE075F879AC}">
      <dgm:prSet/>
      <dgm:spPr/>
      <dgm:t>
        <a:bodyPr/>
        <a:lstStyle/>
        <a:p>
          <a:endParaRPr lang="en-AU" sz="1400"/>
        </a:p>
      </dgm:t>
    </dgm:pt>
    <dgm:pt modelId="{70BFBBB9-AAE4-40D1-AFCE-FF97ED7CA263}" type="sibTrans" cxnId="{F22E4253-340F-4BA6-BBA0-5AE075F879AC}">
      <dgm:prSet/>
      <dgm:spPr/>
      <dgm:t>
        <a:bodyPr/>
        <a:lstStyle/>
        <a:p>
          <a:endParaRPr lang="en-AU" sz="1400"/>
        </a:p>
      </dgm:t>
    </dgm:pt>
    <dgm:pt modelId="{D7F9BE6F-0443-4236-BF7F-1A318BD086C4}">
      <dgm:prSet phldrT="[Text]" custT="1"/>
      <dgm:spPr>
        <a:solidFill>
          <a:srgbClr val="22476C"/>
        </a:solidFill>
      </dgm:spPr>
      <dgm:t>
        <a:bodyPr/>
        <a:lstStyle/>
        <a:p>
          <a:r>
            <a:rPr lang="en-AU" sz="1500">
              <a:latin typeface="Tw Cen MT" panose="020B0602020104020603" pitchFamily="34" charset="0"/>
            </a:rPr>
            <a:t>Understanding of the potential changes in the travel and activity frequency of transport-disadvantaged people</a:t>
          </a:r>
        </a:p>
      </dgm:t>
    </dgm:pt>
    <dgm:pt modelId="{07393DEC-CB0A-4BEE-A145-44A3EE7FB967}" type="parTrans" cxnId="{B93FF77A-76A7-48A8-87ED-80A490B26342}">
      <dgm:prSet/>
      <dgm:spPr/>
      <dgm:t>
        <a:bodyPr/>
        <a:lstStyle/>
        <a:p>
          <a:endParaRPr lang="en-AU" sz="1400"/>
        </a:p>
      </dgm:t>
    </dgm:pt>
    <dgm:pt modelId="{D3820A25-A60A-4D6B-BE6C-DC2CC480F214}" type="sibTrans" cxnId="{B93FF77A-76A7-48A8-87ED-80A490B26342}">
      <dgm:prSet/>
      <dgm:spPr/>
      <dgm:t>
        <a:bodyPr/>
        <a:lstStyle/>
        <a:p>
          <a:endParaRPr lang="en-AU" sz="1400"/>
        </a:p>
      </dgm:t>
    </dgm:pt>
    <dgm:pt modelId="{EAB3BED0-0F5F-4F9F-AD9F-173B61D57A52}">
      <dgm:prSet phldrT="[Text]" custT="1"/>
      <dgm:spPr/>
      <dgm:t>
        <a:bodyPr/>
        <a:lstStyle/>
        <a:p>
          <a:r>
            <a:rPr lang="en-AU" sz="2200" b="1">
              <a:latin typeface="Tw Cen MT" panose="020B0602020104020603" pitchFamily="34" charset="0"/>
            </a:rPr>
            <a:t>Study 2</a:t>
          </a:r>
        </a:p>
      </dgm:t>
    </dgm:pt>
    <dgm:pt modelId="{7C126DB2-31DB-4D49-B217-FA5AA89E2A56}" type="parTrans" cxnId="{8D045084-B109-4181-B73E-B6F0E4C2D0BD}">
      <dgm:prSet/>
      <dgm:spPr/>
      <dgm:t>
        <a:bodyPr/>
        <a:lstStyle/>
        <a:p>
          <a:endParaRPr lang="en-AU" sz="1400"/>
        </a:p>
      </dgm:t>
    </dgm:pt>
    <dgm:pt modelId="{1014F794-56F7-4437-9D5B-1E3609AC4B9F}" type="sibTrans" cxnId="{8D045084-B109-4181-B73E-B6F0E4C2D0BD}">
      <dgm:prSet/>
      <dgm:spPr/>
      <dgm:t>
        <a:bodyPr/>
        <a:lstStyle/>
        <a:p>
          <a:endParaRPr lang="en-AU" sz="1400"/>
        </a:p>
      </dgm:t>
    </dgm:pt>
    <dgm:pt modelId="{06C60689-06F9-40D5-AD7E-DA2B0E69B67B}">
      <dgm:prSet phldrT="[Text]" custT="1"/>
      <dgm:spPr>
        <a:solidFill>
          <a:srgbClr val="22476C"/>
        </a:solidFill>
      </dgm:spPr>
      <dgm:t>
        <a:bodyPr/>
        <a:lstStyle/>
        <a:p>
          <a:r>
            <a:rPr lang="en-AU" sz="1500">
              <a:latin typeface="Tw Cen MT" panose="020B0602020104020603" pitchFamily="34" charset="0"/>
            </a:rPr>
            <a:t>Understanding mode choice preferences of transport-disadvantaged people for AVs</a:t>
          </a:r>
        </a:p>
      </dgm:t>
    </dgm:pt>
    <dgm:pt modelId="{4F0E45F4-804B-4AE8-B06B-F4B0249DCD47}" type="parTrans" cxnId="{805213E3-7AFB-4367-A607-29AB063D9243}">
      <dgm:prSet/>
      <dgm:spPr/>
      <dgm:t>
        <a:bodyPr/>
        <a:lstStyle/>
        <a:p>
          <a:endParaRPr lang="en-AU" sz="1400"/>
        </a:p>
      </dgm:t>
    </dgm:pt>
    <dgm:pt modelId="{1E936731-B228-47CC-AC7D-422F30511620}" type="sibTrans" cxnId="{805213E3-7AFB-4367-A607-29AB063D9243}">
      <dgm:prSet/>
      <dgm:spPr/>
      <dgm:t>
        <a:bodyPr/>
        <a:lstStyle/>
        <a:p>
          <a:endParaRPr lang="en-AU" sz="1400"/>
        </a:p>
      </dgm:t>
    </dgm:pt>
    <dgm:pt modelId="{6594883E-1E4B-4136-8677-738B27FF2A06}">
      <dgm:prSet phldrT="[Text]" custT="1"/>
      <dgm:spPr/>
      <dgm:t>
        <a:bodyPr/>
        <a:lstStyle/>
        <a:p>
          <a:r>
            <a:rPr lang="en-AU" sz="2200" b="1">
              <a:latin typeface="Tw Cen MT" panose="020B0602020104020603" pitchFamily="34" charset="0"/>
            </a:rPr>
            <a:t>Study 3</a:t>
          </a:r>
        </a:p>
      </dgm:t>
    </dgm:pt>
    <dgm:pt modelId="{548EA0C7-5064-47AD-8BD4-23159A81AFFF}" type="parTrans" cxnId="{7E12FFE3-4B77-482E-9EB2-E41051015E6E}">
      <dgm:prSet/>
      <dgm:spPr/>
      <dgm:t>
        <a:bodyPr/>
        <a:lstStyle/>
        <a:p>
          <a:endParaRPr lang="en-AU" sz="1400"/>
        </a:p>
      </dgm:t>
    </dgm:pt>
    <dgm:pt modelId="{0EDEAB96-7B65-4F50-8675-8227EF5D1E7C}" type="sibTrans" cxnId="{7E12FFE3-4B77-482E-9EB2-E41051015E6E}">
      <dgm:prSet/>
      <dgm:spPr/>
      <dgm:t>
        <a:bodyPr/>
        <a:lstStyle/>
        <a:p>
          <a:endParaRPr lang="en-AU" sz="1400"/>
        </a:p>
      </dgm:t>
    </dgm:pt>
    <dgm:pt modelId="{13F7E256-0783-4A6D-8212-6CE2E2437CF8}">
      <dgm:prSet phldrT="[Text]" custT="1"/>
      <dgm:spPr>
        <a:solidFill>
          <a:srgbClr val="22476C"/>
        </a:solidFill>
      </dgm:spPr>
      <dgm:t>
        <a:bodyPr/>
        <a:lstStyle/>
        <a:p>
          <a:r>
            <a:rPr lang="en-AU" sz="1500">
              <a:latin typeface="Tw Cen MT" panose="020B0602020104020603" pitchFamily="34" charset="0"/>
            </a:rPr>
            <a:t>Understanding of how AVs may influence accessibility</a:t>
          </a:r>
        </a:p>
      </dgm:t>
    </dgm:pt>
    <dgm:pt modelId="{7AE22C4C-5411-42E7-B12C-3A9E911C093C}" type="parTrans" cxnId="{1E449A6E-E823-4B5F-A081-3FF4A977C78A}">
      <dgm:prSet/>
      <dgm:spPr/>
      <dgm:t>
        <a:bodyPr/>
        <a:lstStyle/>
        <a:p>
          <a:endParaRPr lang="en-AU" sz="1400"/>
        </a:p>
      </dgm:t>
    </dgm:pt>
    <dgm:pt modelId="{D99615D9-CDC7-4BAC-8273-E68FE0C3B5B0}" type="sibTrans" cxnId="{1E449A6E-E823-4B5F-A081-3FF4A977C78A}">
      <dgm:prSet/>
      <dgm:spPr/>
      <dgm:t>
        <a:bodyPr/>
        <a:lstStyle/>
        <a:p>
          <a:endParaRPr lang="en-AU" sz="1400"/>
        </a:p>
      </dgm:t>
    </dgm:pt>
    <dgm:pt modelId="{1B5A6EC4-0D97-4C89-8956-5ED7ED2A4280}" type="pres">
      <dgm:prSet presAssocID="{9222F93F-0689-4F48-BD80-EDAED9319B8E}" presName="theList" presStyleCnt="0">
        <dgm:presLayoutVars>
          <dgm:dir/>
          <dgm:animLvl val="lvl"/>
          <dgm:resizeHandles val="exact"/>
        </dgm:presLayoutVars>
      </dgm:prSet>
      <dgm:spPr/>
    </dgm:pt>
    <dgm:pt modelId="{36FCE376-B4EB-45C9-9BB2-811D6DDC1ED3}" type="pres">
      <dgm:prSet presAssocID="{4C7A5DED-22CD-4700-91F9-8A99E60F9BD3}" presName="compNode" presStyleCnt="0"/>
      <dgm:spPr/>
    </dgm:pt>
    <dgm:pt modelId="{7BA6E61E-B22A-40AD-81F0-77E77D764DD3}" type="pres">
      <dgm:prSet presAssocID="{4C7A5DED-22CD-4700-91F9-8A99E60F9BD3}" presName="aNode" presStyleLbl="bgShp" presStyleIdx="0" presStyleCnt="3"/>
      <dgm:spPr/>
    </dgm:pt>
    <dgm:pt modelId="{D466387C-23CD-4D6C-B424-09C60F7CB49C}" type="pres">
      <dgm:prSet presAssocID="{4C7A5DED-22CD-4700-91F9-8A99E60F9BD3}" presName="textNode" presStyleLbl="bgShp" presStyleIdx="0" presStyleCnt="3"/>
      <dgm:spPr/>
    </dgm:pt>
    <dgm:pt modelId="{CF5DF613-1B4F-4530-B9BE-57BEFA2F5E18}" type="pres">
      <dgm:prSet presAssocID="{4C7A5DED-22CD-4700-91F9-8A99E60F9BD3}" presName="compChildNode" presStyleCnt="0"/>
      <dgm:spPr/>
    </dgm:pt>
    <dgm:pt modelId="{A8A509AB-BB24-4A62-BD89-BEFF92022CCB}" type="pres">
      <dgm:prSet presAssocID="{4C7A5DED-22CD-4700-91F9-8A99E60F9BD3}" presName="theInnerList" presStyleCnt="0"/>
      <dgm:spPr/>
    </dgm:pt>
    <dgm:pt modelId="{51F89AD3-641F-43E5-B41E-B4FFB9578143}" type="pres">
      <dgm:prSet presAssocID="{D7F9BE6F-0443-4236-BF7F-1A318BD086C4}" presName="childNode" presStyleLbl="node1" presStyleIdx="0" presStyleCnt="3" custScaleY="115362">
        <dgm:presLayoutVars>
          <dgm:bulletEnabled val="1"/>
        </dgm:presLayoutVars>
      </dgm:prSet>
      <dgm:spPr/>
    </dgm:pt>
    <dgm:pt modelId="{91234D5F-9D8E-4FD6-A9C0-78D1385E1305}" type="pres">
      <dgm:prSet presAssocID="{4C7A5DED-22CD-4700-91F9-8A99E60F9BD3}" presName="aSpace" presStyleCnt="0"/>
      <dgm:spPr/>
    </dgm:pt>
    <dgm:pt modelId="{6197A5FF-4AC2-4D41-A3EF-3B95AF13D015}" type="pres">
      <dgm:prSet presAssocID="{EAB3BED0-0F5F-4F9F-AD9F-173B61D57A52}" presName="compNode" presStyleCnt="0"/>
      <dgm:spPr/>
    </dgm:pt>
    <dgm:pt modelId="{A73B0DDB-B2E2-4B80-95C9-9109A86FB2CD}" type="pres">
      <dgm:prSet presAssocID="{EAB3BED0-0F5F-4F9F-AD9F-173B61D57A52}" presName="aNode" presStyleLbl="bgShp" presStyleIdx="1" presStyleCnt="3"/>
      <dgm:spPr/>
    </dgm:pt>
    <dgm:pt modelId="{893A3133-4750-4A50-B5D9-4EEB582A24B7}" type="pres">
      <dgm:prSet presAssocID="{EAB3BED0-0F5F-4F9F-AD9F-173B61D57A52}" presName="textNode" presStyleLbl="bgShp" presStyleIdx="1" presStyleCnt="3"/>
      <dgm:spPr/>
    </dgm:pt>
    <dgm:pt modelId="{8C3F4EEC-FC5E-486C-B896-5B4404E2B6E5}" type="pres">
      <dgm:prSet presAssocID="{EAB3BED0-0F5F-4F9F-AD9F-173B61D57A52}" presName="compChildNode" presStyleCnt="0"/>
      <dgm:spPr/>
    </dgm:pt>
    <dgm:pt modelId="{EF2F03D6-DDEF-4B60-8B9D-8F0E047F5617}" type="pres">
      <dgm:prSet presAssocID="{EAB3BED0-0F5F-4F9F-AD9F-173B61D57A52}" presName="theInnerList" presStyleCnt="0"/>
      <dgm:spPr/>
    </dgm:pt>
    <dgm:pt modelId="{BA5E880F-F7EC-4D56-AD6E-BBDD263761E4}" type="pres">
      <dgm:prSet presAssocID="{06C60689-06F9-40D5-AD7E-DA2B0E69B67B}" presName="childNode" presStyleLbl="node1" presStyleIdx="1" presStyleCnt="3">
        <dgm:presLayoutVars>
          <dgm:bulletEnabled val="1"/>
        </dgm:presLayoutVars>
      </dgm:prSet>
      <dgm:spPr/>
    </dgm:pt>
    <dgm:pt modelId="{5322ACBC-0A57-4BEA-9DF1-22856DA8F1DE}" type="pres">
      <dgm:prSet presAssocID="{EAB3BED0-0F5F-4F9F-AD9F-173B61D57A52}" presName="aSpace" presStyleCnt="0"/>
      <dgm:spPr/>
    </dgm:pt>
    <dgm:pt modelId="{E0C65C7A-9DAC-4738-AA69-9218648C22A8}" type="pres">
      <dgm:prSet presAssocID="{6594883E-1E4B-4136-8677-738B27FF2A06}" presName="compNode" presStyleCnt="0"/>
      <dgm:spPr/>
    </dgm:pt>
    <dgm:pt modelId="{C0A4515D-5243-4AC9-B54A-C2DC136F099B}" type="pres">
      <dgm:prSet presAssocID="{6594883E-1E4B-4136-8677-738B27FF2A06}" presName="aNode" presStyleLbl="bgShp" presStyleIdx="2" presStyleCnt="3"/>
      <dgm:spPr/>
    </dgm:pt>
    <dgm:pt modelId="{FF193E22-DEE1-4DCD-89A6-02A73F6C26F1}" type="pres">
      <dgm:prSet presAssocID="{6594883E-1E4B-4136-8677-738B27FF2A06}" presName="textNode" presStyleLbl="bgShp" presStyleIdx="2" presStyleCnt="3"/>
      <dgm:spPr/>
    </dgm:pt>
    <dgm:pt modelId="{4B139ED3-3A05-4F06-AB35-BD85E43698AF}" type="pres">
      <dgm:prSet presAssocID="{6594883E-1E4B-4136-8677-738B27FF2A06}" presName="compChildNode" presStyleCnt="0"/>
      <dgm:spPr/>
    </dgm:pt>
    <dgm:pt modelId="{EC74D170-A6DF-4A93-B692-8EF065DEF47F}" type="pres">
      <dgm:prSet presAssocID="{6594883E-1E4B-4136-8677-738B27FF2A06}" presName="theInnerList" presStyleCnt="0"/>
      <dgm:spPr/>
    </dgm:pt>
    <dgm:pt modelId="{F944F41D-85DF-403A-B32E-96BFFCB334C2}" type="pres">
      <dgm:prSet presAssocID="{13F7E256-0783-4A6D-8212-6CE2E2437CF8}" presName="childNode" presStyleLbl="node1" presStyleIdx="2" presStyleCnt="3">
        <dgm:presLayoutVars>
          <dgm:bulletEnabled val="1"/>
        </dgm:presLayoutVars>
      </dgm:prSet>
      <dgm:spPr/>
    </dgm:pt>
  </dgm:ptLst>
  <dgm:cxnLst>
    <dgm:cxn modelId="{B7349C12-A8F9-43B7-BB1E-7BF057FA1507}" type="presOf" srcId="{13F7E256-0783-4A6D-8212-6CE2E2437CF8}" destId="{F944F41D-85DF-403A-B32E-96BFFCB334C2}" srcOrd="0" destOrd="0" presId="urn:microsoft.com/office/officeart/2005/8/layout/lProcess2"/>
    <dgm:cxn modelId="{D66CF838-F2F4-4C1A-8686-16A2A82862CE}" type="presOf" srcId="{4C7A5DED-22CD-4700-91F9-8A99E60F9BD3}" destId="{7BA6E61E-B22A-40AD-81F0-77E77D764DD3}" srcOrd="0" destOrd="0" presId="urn:microsoft.com/office/officeart/2005/8/layout/lProcess2"/>
    <dgm:cxn modelId="{3AA98D4B-3E18-43C2-9470-B0416CC4DE09}" type="presOf" srcId="{6594883E-1E4B-4136-8677-738B27FF2A06}" destId="{C0A4515D-5243-4AC9-B54A-C2DC136F099B}" srcOrd="0" destOrd="0" presId="urn:microsoft.com/office/officeart/2005/8/layout/lProcess2"/>
    <dgm:cxn modelId="{1E449A6E-E823-4B5F-A081-3FF4A977C78A}" srcId="{6594883E-1E4B-4136-8677-738B27FF2A06}" destId="{13F7E256-0783-4A6D-8212-6CE2E2437CF8}" srcOrd="0" destOrd="0" parTransId="{7AE22C4C-5411-42E7-B12C-3A9E911C093C}" sibTransId="{D99615D9-CDC7-4BAC-8273-E68FE0C3B5B0}"/>
    <dgm:cxn modelId="{F22E4253-340F-4BA6-BBA0-5AE075F879AC}" srcId="{9222F93F-0689-4F48-BD80-EDAED9319B8E}" destId="{4C7A5DED-22CD-4700-91F9-8A99E60F9BD3}" srcOrd="0" destOrd="0" parTransId="{F9A26348-F952-485A-9444-39D437610409}" sibTransId="{70BFBBB9-AAE4-40D1-AFCE-FF97ED7CA263}"/>
    <dgm:cxn modelId="{B93FF77A-76A7-48A8-87ED-80A490B26342}" srcId="{4C7A5DED-22CD-4700-91F9-8A99E60F9BD3}" destId="{D7F9BE6F-0443-4236-BF7F-1A318BD086C4}" srcOrd="0" destOrd="0" parTransId="{07393DEC-CB0A-4BEE-A145-44A3EE7FB967}" sibTransId="{D3820A25-A60A-4D6B-BE6C-DC2CC480F214}"/>
    <dgm:cxn modelId="{03B3F883-F246-4DBC-B991-C656093368D2}" type="presOf" srcId="{EAB3BED0-0F5F-4F9F-AD9F-173B61D57A52}" destId="{A73B0DDB-B2E2-4B80-95C9-9109A86FB2CD}" srcOrd="0" destOrd="0" presId="urn:microsoft.com/office/officeart/2005/8/layout/lProcess2"/>
    <dgm:cxn modelId="{8D045084-B109-4181-B73E-B6F0E4C2D0BD}" srcId="{9222F93F-0689-4F48-BD80-EDAED9319B8E}" destId="{EAB3BED0-0F5F-4F9F-AD9F-173B61D57A52}" srcOrd="1" destOrd="0" parTransId="{7C126DB2-31DB-4D49-B217-FA5AA89E2A56}" sibTransId="{1014F794-56F7-4437-9D5B-1E3609AC4B9F}"/>
    <dgm:cxn modelId="{6BF3E495-876C-4A36-B5AF-B0B0B4ABAF13}" type="presOf" srcId="{06C60689-06F9-40D5-AD7E-DA2B0E69B67B}" destId="{BA5E880F-F7EC-4D56-AD6E-BBDD263761E4}" srcOrd="0" destOrd="0" presId="urn:microsoft.com/office/officeart/2005/8/layout/lProcess2"/>
    <dgm:cxn modelId="{F0456EB2-A682-4E90-A2A1-A5DD0109774B}" type="presOf" srcId="{9222F93F-0689-4F48-BD80-EDAED9319B8E}" destId="{1B5A6EC4-0D97-4C89-8956-5ED7ED2A4280}" srcOrd="0" destOrd="0" presId="urn:microsoft.com/office/officeart/2005/8/layout/lProcess2"/>
    <dgm:cxn modelId="{C1A048C2-80B8-457D-8C00-4FC04BA5174A}" type="presOf" srcId="{EAB3BED0-0F5F-4F9F-AD9F-173B61D57A52}" destId="{893A3133-4750-4A50-B5D9-4EEB582A24B7}" srcOrd="1" destOrd="0" presId="urn:microsoft.com/office/officeart/2005/8/layout/lProcess2"/>
    <dgm:cxn modelId="{E9C928D0-AFFC-4E98-916F-FBA70FD7CB4D}" type="presOf" srcId="{6594883E-1E4B-4136-8677-738B27FF2A06}" destId="{FF193E22-DEE1-4DCD-89A6-02A73F6C26F1}" srcOrd="1" destOrd="0" presId="urn:microsoft.com/office/officeart/2005/8/layout/lProcess2"/>
    <dgm:cxn modelId="{805213E3-7AFB-4367-A607-29AB063D9243}" srcId="{EAB3BED0-0F5F-4F9F-AD9F-173B61D57A52}" destId="{06C60689-06F9-40D5-AD7E-DA2B0E69B67B}" srcOrd="0" destOrd="0" parTransId="{4F0E45F4-804B-4AE8-B06B-F4B0249DCD47}" sibTransId="{1E936731-B228-47CC-AC7D-422F30511620}"/>
    <dgm:cxn modelId="{7E12FFE3-4B77-482E-9EB2-E41051015E6E}" srcId="{9222F93F-0689-4F48-BD80-EDAED9319B8E}" destId="{6594883E-1E4B-4136-8677-738B27FF2A06}" srcOrd="2" destOrd="0" parTransId="{548EA0C7-5064-47AD-8BD4-23159A81AFFF}" sibTransId="{0EDEAB96-7B65-4F50-8675-8227EF5D1E7C}"/>
    <dgm:cxn modelId="{DD633EE7-F525-4A30-8F5A-497003DEF641}" type="presOf" srcId="{4C7A5DED-22CD-4700-91F9-8A99E60F9BD3}" destId="{D466387C-23CD-4D6C-B424-09C60F7CB49C}" srcOrd="1" destOrd="0" presId="urn:microsoft.com/office/officeart/2005/8/layout/lProcess2"/>
    <dgm:cxn modelId="{6BA63AF0-4117-40CA-8314-B78E80285C04}" type="presOf" srcId="{D7F9BE6F-0443-4236-BF7F-1A318BD086C4}" destId="{51F89AD3-641F-43E5-B41E-B4FFB9578143}" srcOrd="0" destOrd="0" presId="urn:microsoft.com/office/officeart/2005/8/layout/lProcess2"/>
    <dgm:cxn modelId="{6835107F-219D-446B-B86E-588F9C99CEDB}" type="presParOf" srcId="{1B5A6EC4-0D97-4C89-8956-5ED7ED2A4280}" destId="{36FCE376-B4EB-45C9-9BB2-811D6DDC1ED3}" srcOrd="0" destOrd="0" presId="urn:microsoft.com/office/officeart/2005/8/layout/lProcess2"/>
    <dgm:cxn modelId="{1C9590EB-AEE7-47BD-B573-2A8B2E76CC60}" type="presParOf" srcId="{36FCE376-B4EB-45C9-9BB2-811D6DDC1ED3}" destId="{7BA6E61E-B22A-40AD-81F0-77E77D764DD3}" srcOrd="0" destOrd="0" presId="urn:microsoft.com/office/officeart/2005/8/layout/lProcess2"/>
    <dgm:cxn modelId="{02CB3966-9ED6-4233-B81A-6CF90B2DA076}" type="presParOf" srcId="{36FCE376-B4EB-45C9-9BB2-811D6DDC1ED3}" destId="{D466387C-23CD-4D6C-B424-09C60F7CB49C}" srcOrd="1" destOrd="0" presId="urn:microsoft.com/office/officeart/2005/8/layout/lProcess2"/>
    <dgm:cxn modelId="{06EBC031-E62D-4F08-88F2-5B8497408EFA}" type="presParOf" srcId="{36FCE376-B4EB-45C9-9BB2-811D6DDC1ED3}" destId="{CF5DF613-1B4F-4530-B9BE-57BEFA2F5E18}" srcOrd="2" destOrd="0" presId="urn:microsoft.com/office/officeart/2005/8/layout/lProcess2"/>
    <dgm:cxn modelId="{FF24B934-8839-428C-8442-631A1D88DB32}" type="presParOf" srcId="{CF5DF613-1B4F-4530-B9BE-57BEFA2F5E18}" destId="{A8A509AB-BB24-4A62-BD89-BEFF92022CCB}" srcOrd="0" destOrd="0" presId="urn:microsoft.com/office/officeart/2005/8/layout/lProcess2"/>
    <dgm:cxn modelId="{099D3B9D-B88A-4E57-94B0-289586A09F75}" type="presParOf" srcId="{A8A509AB-BB24-4A62-BD89-BEFF92022CCB}" destId="{51F89AD3-641F-43E5-B41E-B4FFB9578143}" srcOrd="0" destOrd="0" presId="urn:microsoft.com/office/officeart/2005/8/layout/lProcess2"/>
    <dgm:cxn modelId="{B7B3B2D0-9C0C-41DB-8E1D-3D6A4B3B3168}" type="presParOf" srcId="{1B5A6EC4-0D97-4C89-8956-5ED7ED2A4280}" destId="{91234D5F-9D8E-4FD6-A9C0-78D1385E1305}" srcOrd="1" destOrd="0" presId="urn:microsoft.com/office/officeart/2005/8/layout/lProcess2"/>
    <dgm:cxn modelId="{CCBA54AE-7106-4199-A561-8FF516702BC4}" type="presParOf" srcId="{1B5A6EC4-0D97-4C89-8956-5ED7ED2A4280}" destId="{6197A5FF-4AC2-4D41-A3EF-3B95AF13D015}" srcOrd="2" destOrd="0" presId="urn:microsoft.com/office/officeart/2005/8/layout/lProcess2"/>
    <dgm:cxn modelId="{FA853552-820D-49E0-AEAA-198D0E8D84FA}" type="presParOf" srcId="{6197A5FF-4AC2-4D41-A3EF-3B95AF13D015}" destId="{A73B0DDB-B2E2-4B80-95C9-9109A86FB2CD}" srcOrd="0" destOrd="0" presId="urn:microsoft.com/office/officeart/2005/8/layout/lProcess2"/>
    <dgm:cxn modelId="{2F861DA6-C7BD-4994-A9A5-049F8BDBD4F6}" type="presParOf" srcId="{6197A5FF-4AC2-4D41-A3EF-3B95AF13D015}" destId="{893A3133-4750-4A50-B5D9-4EEB582A24B7}" srcOrd="1" destOrd="0" presId="urn:microsoft.com/office/officeart/2005/8/layout/lProcess2"/>
    <dgm:cxn modelId="{1BAA4C13-E47D-4CC5-9E2C-E9872989208B}" type="presParOf" srcId="{6197A5FF-4AC2-4D41-A3EF-3B95AF13D015}" destId="{8C3F4EEC-FC5E-486C-B896-5B4404E2B6E5}" srcOrd="2" destOrd="0" presId="urn:microsoft.com/office/officeart/2005/8/layout/lProcess2"/>
    <dgm:cxn modelId="{3CE42EAB-06FC-4778-A5CE-F4E4A176270C}" type="presParOf" srcId="{8C3F4EEC-FC5E-486C-B896-5B4404E2B6E5}" destId="{EF2F03D6-DDEF-4B60-8B9D-8F0E047F5617}" srcOrd="0" destOrd="0" presId="urn:microsoft.com/office/officeart/2005/8/layout/lProcess2"/>
    <dgm:cxn modelId="{CAD441C8-823A-487A-91DA-D4AD1E4BA06D}" type="presParOf" srcId="{EF2F03D6-DDEF-4B60-8B9D-8F0E047F5617}" destId="{BA5E880F-F7EC-4D56-AD6E-BBDD263761E4}" srcOrd="0" destOrd="0" presId="urn:microsoft.com/office/officeart/2005/8/layout/lProcess2"/>
    <dgm:cxn modelId="{19270171-283C-405C-814B-60A4446712B0}" type="presParOf" srcId="{1B5A6EC4-0D97-4C89-8956-5ED7ED2A4280}" destId="{5322ACBC-0A57-4BEA-9DF1-22856DA8F1DE}" srcOrd="3" destOrd="0" presId="urn:microsoft.com/office/officeart/2005/8/layout/lProcess2"/>
    <dgm:cxn modelId="{D8F7DAC8-9C7F-4D5D-8F95-E5AAD670521D}" type="presParOf" srcId="{1B5A6EC4-0D97-4C89-8956-5ED7ED2A4280}" destId="{E0C65C7A-9DAC-4738-AA69-9218648C22A8}" srcOrd="4" destOrd="0" presId="urn:microsoft.com/office/officeart/2005/8/layout/lProcess2"/>
    <dgm:cxn modelId="{7303FDD5-5033-4BCE-8F94-50FF9138F03C}" type="presParOf" srcId="{E0C65C7A-9DAC-4738-AA69-9218648C22A8}" destId="{C0A4515D-5243-4AC9-B54A-C2DC136F099B}" srcOrd="0" destOrd="0" presId="urn:microsoft.com/office/officeart/2005/8/layout/lProcess2"/>
    <dgm:cxn modelId="{06699FD8-3D3D-4BDF-9C29-1A747D6F30C3}" type="presParOf" srcId="{E0C65C7A-9DAC-4738-AA69-9218648C22A8}" destId="{FF193E22-DEE1-4DCD-89A6-02A73F6C26F1}" srcOrd="1" destOrd="0" presId="urn:microsoft.com/office/officeart/2005/8/layout/lProcess2"/>
    <dgm:cxn modelId="{02DACB6D-9E69-40BB-A97A-451D077D79C8}" type="presParOf" srcId="{E0C65C7A-9DAC-4738-AA69-9218648C22A8}" destId="{4B139ED3-3A05-4F06-AB35-BD85E43698AF}" srcOrd="2" destOrd="0" presId="urn:microsoft.com/office/officeart/2005/8/layout/lProcess2"/>
    <dgm:cxn modelId="{5167DAD6-2380-4825-B02D-3D1448C27547}" type="presParOf" srcId="{4B139ED3-3A05-4F06-AB35-BD85E43698AF}" destId="{EC74D170-A6DF-4A93-B692-8EF065DEF47F}" srcOrd="0" destOrd="0" presId="urn:microsoft.com/office/officeart/2005/8/layout/lProcess2"/>
    <dgm:cxn modelId="{3E9D3E36-B447-46FC-8926-2DA3FA91A986}" type="presParOf" srcId="{EC74D170-A6DF-4A93-B692-8EF065DEF47F}" destId="{F944F41D-85DF-403A-B32E-96BFFCB334C2}"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48107D-17E4-476E-9E54-50C363F4E936}">
      <dsp:nvSpPr>
        <dsp:cNvPr id="0" name=""/>
        <dsp:cNvSpPr/>
      </dsp:nvSpPr>
      <dsp:spPr>
        <a:xfrm>
          <a:off x="1953010" y="2063636"/>
          <a:ext cx="1617296" cy="1617296"/>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AU" sz="1500" kern="1200">
              <a:latin typeface="Tw Cen MT" panose="020B0602020104020603" pitchFamily="34" charset="0"/>
            </a:rPr>
            <a:t>More</a:t>
          </a:r>
          <a:r>
            <a:rPr lang="en-AU" sz="1500" kern="1200" baseline="0">
              <a:latin typeface="Tw Cen MT" panose="020B0602020104020603" pitchFamily="34" charset="0"/>
            </a:rPr>
            <a:t> inclusive future</a:t>
          </a:r>
          <a:endParaRPr lang="en-AU" sz="1500" kern="1200">
            <a:latin typeface="Tw Cen MT" panose="020B0602020104020603" pitchFamily="34" charset="0"/>
          </a:endParaRPr>
        </a:p>
      </dsp:txBody>
      <dsp:txXfrm>
        <a:off x="2189858" y="2300484"/>
        <a:ext cx="1143600" cy="1143600"/>
      </dsp:txXfrm>
    </dsp:sp>
    <dsp:sp modelId="{BF284BC7-F315-4C65-9F14-82BE3D5D3019}">
      <dsp:nvSpPr>
        <dsp:cNvPr id="0" name=""/>
        <dsp:cNvSpPr/>
      </dsp:nvSpPr>
      <dsp:spPr>
        <a:xfrm rot="12900000">
          <a:off x="789582" y="1739954"/>
          <a:ext cx="1368157" cy="46092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1B349B0-FABB-4A0D-A609-08B9F76BB276}">
      <dsp:nvSpPr>
        <dsp:cNvPr id="0" name=""/>
        <dsp:cNvSpPr/>
      </dsp:nvSpPr>
      <dsp:spPr>
        <a:xfrm>
          <a:off x="145080" y="963475"/>
          <a:ext cx="1536431" cy="1229145"/>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AU" sz="1500" kern="1200">
              <a:latin typeface="Tw Cen MT" panose="020B0602020104020603" pitchFamily="34" charset="0"/>
            </a:rPr>
            <a:t>Adequate infrastructure</a:t>
          </a:r>
        </a:p>
      </dsp:txBody>
      <dsp:txXfrm>
        <a:off x="181080" y="999475"/>
        <a:ext cx="1464431" cy="1157145"/>
      </dsp:txXfrm>
    </dsp:sp>
    <dsp:sp modelId="{9DEC2D8F-AA6E-45CE-97FD-EC5370D7D117}">
      <dsp:nvSpPr>
        <dsp:cNvPr id="0" name=""/>
        <dsp:cNvSpPr/>
      </dsp:nvSpPr>
      <dsp:spPr>
        <a:xfrm rot="16200000">
          <a:off x="2077580" y="1069465"/>
          <a:ext cx="1368157" cy="46092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7B60E9C-B04F-47B9-9147-3AF083F30710}">
      <dsp:nvSpPr>
        <dsp:cNvPr id="0" name=""/>
        <dsp:cNvSpPr/>
      </dsp:nvSpPr>
      <dsp:spPr>
        <a:xfrm>
          <a:off x="1993443" y="1278"/>
          <a:ext cx="1536431" cy="1229145"/>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AU" sz="1500" kern="1200">
              <a:latin typeface="Tw Cen MT" panose="020B0602020104020603" pitchFamily="34" charset="0"/>
            </a:rPr>
            <a:t>Maximise AVs adoption among transport disadvantaged</a:t>
          </a:r>
        </a:p>
      </dsp:txBody>
      <dsp:txXfrm>
        <a:off x="2029443" y="37278"/>
        <a:ext cx="1464431" cy="1157145"/>
      </dsp:txXfrm>
    </dsp:sp>
    <dsp:sp modelId="{F33CF6E4-7510-49E5-823A-7839AE3A8333}">
      <dsp:nvSpPr>
        <dsp:cNvPr id="0" name=""/>
        <dsp:cNvSpPr/>
      </dsp:nvSpPr>
      <dsp:spPr>
        <a:xfrm rot="19500000">
          <a:off x="3365578" y="1739954"/>
          <a:ext cx="1368157" cy="46092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2A96B52-41D2-4A53-BEC5-B6DD53FE76DC}">
      <dsp:nvSpPr>
        <dsp:cNvPr id="0" name=""/>
        <dsp:cNvSpPr/>
      </dsp:nvSpPr>
      <dsp:spPr>
        <a:xfrm>
          <a:off x="3841805" y="963475"/>
          <a:ext cx="1536431" cy="1229145"/>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AU" sz="1500" kern="1200">
              <a:latin typeface="Tw Cen MT" panose="020B0602020104020603" pitchFamily="34" charset="0"/>
            </a:rPr>
            <a:t>Implication</a:t>
          </a:r>
          <a:r>
            <a:rPr lang="en-AU" sz="1500" kern="1200" baseline="0">
              <a:latin typeface="Tw Cen MT" panose="020B0602020104020603" pitchFamily="34" charset="0"/>
            </a:rPr>
            <a:t> of AVs on accessibility</a:t>
          </a:r>
          <a:endParaRPr lang="en-AU" sz="1500" kern="1200">
            <a:latin typeface="Tw Cen MT" panose="020B0602020104020603" pitchFamily="34" charset="0"/>
          </a:endParaRPr>
        </a:p>
      </dsp:txBody>
      <dsp:txXfrm>
        <a:off x="3877805" y="999475"/>
        <a:ext cx="1464431" cy="11571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A6E61E-B22A-40AD-81F0-77E77D764DD3}">
      <dsp:nvSpPr>
        <dsp:cNvPr id="0" name=""/>
        <dsp:cNvSpPr/>
      </dsp:nvSpPr>
      <dsp:spPr>
        <a:xfrm>
          <a:off x="1339" y="0"/>
          <a:ext cx="3482578" cy="2016125"/>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AU" sz="2200" b="1" kern="1200">
              <a:latin typeface="Tw Cen MT" panose="020B0602020104020603" pitchFamily="34" charset="0"/>
            </a:rPr>
            <a:t>Objective 1 </a:t>
          </a:r>
        </a:p>
      </dsp:txBody>
      <dsp:txXfrm>
        <a:off x="1339" y="0"/>
        <a:ext cx="3482578" cy="604837"/>
      </dsp:txXfrm>
    </dsp:sp>
    <dsp:sp modelId="{51F89AD3-641F-43E5-B41E-B4FFB9578143}">
      <dsp:nvSpPr>
        <dsp:cNvPr id="0" name=""/>
        <dsp:cNvSpPr/>
      </dsp:nvSpPr>
      <dsp:spPr>
        <a:xfrm>
          <a:off x="349597" y="605310"/>
          <a:ext cx="2786062" cy="1309535"/>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AU" sz="1500" kern="1200">
              <a:latin typeface="Tw Cen MT" panose="020B0602020104020603" pitchFamily="34" charset="0"/>
            </a:rPr>
            <a:t>To explore the extent to which AVs influence travel and activity frequency among transport-disadvantaged people</a:t>
          </a:r>
        </a:p>
      </dsp:txBody>
      <dsp:txXfrm>
        <a:off x="387952" y="643665"/>
        <a:ext cx="2709352" cy="1232825"/>
      </dsp:txXfrm>
    </dsp:sp>
    <dsp:sp modelId="{A73B0DDB-B2E2-4B80-95C9-9109A86FB2CD}">
      <dsp:nvSpPr>
        <dsp:cNvPr id="0" name=""/>
        <dsp:cNvSpPr/>
      </dsp:nvSpPr>
      <dsp:spPr>
        <a:xfrm>
          <a:off x="3745110" y="0"/>
          <a:ext cx="3482578" cy="2016125"/>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AU" sz="2200" b="1" kern="1200">
              <a:latin typeface="Tw Cen MT" panose="020B0602020104020603" pitchFamily="34" charset="0"/>
            </a:rPr>
            <a:t>Objective 2</a:t>
          </a:r>
        </a:p>
      </dsp:txBody>
      <dsp:txXfrm>
        <a:off x="3745110" y="0"/>
        <a:ext cx="3482578" cy="604837"/>
      </dsp:txXfrm>
    </dsp:sp>
    <dsp:sp modelId="{BA5E880F-F7EC-4D56-AD6E-BBDD263761E4}">
      <dsp:nvSpPr>
        <dsp:cNvPr id="0" name=""/>
        <dsp:cNvSpPr/>
      </dsp:nvSpPr>
      <dsp:spPr>
        <a:xfrm>
          <a:off x="4093368" y="604837"/>
          <a:ext cx="2786062" cy="1310481"/>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AU" sz="1500" kern="1200">
              <a:latin typeface="Tw Cen MT" panose="020B0602020104020603" pitchFamily="34" charset="0"/>
            </a:rPr>
            <a:t>To investigate the factors influencing mode choice of transport-disadvantaged people and their trade-off</a:t>
          </a:r>
        </a:p>
      </dsp:txBody>
      <dsp:txXfrm>
        <a:off x="4131751" y="643220"/>
        <a:ext cx="2709296" cy="1233715"/>
      </dsp:txXfrm>
    </dsp:sp>
    <dsp:sp modelId="{C0A4515D-5243-4AC9-B54A-C2DC136F099B}">
      <dsp:nvSpPr>
        <dsp:cNvPr id="0" name=""/>
        <dsp:cNvSpPr/>
      </dsp:nvSpPr>
      <dsp:spPr>
        <a:xfrm>
          <a:off x="7488882" y="0"/>
          <a:ext cx="3482578" cy="2016125"/>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AU" sz="2200" b="1" kern="1200">
              <a:latin typeface="Tw Cen MT" panose="020B0602020104020603" pitchFamily="34" charset="0"/>
            </a:rPr>
            <a:t>Objective 3</a:t>
          </a:r>
        </a:p>
      </dsp:txBody>
      <dsp:txXfrm>
        <a:off x="7488882" y="0"/>
        <a:ext cx="3482578" cy="604837"/>
      </dsp:txXfrm>
    </dsp:sp>
    <dsp:sp modelId="{F944F41D-85DF-403A-B32E-96BFFCB334C2}">
      <dsp:nvSpPr>
        <dsp:cNvPr id="0" name=""/>
        <dsp:cNvSpPr/>
      </dsp:nvSpPr>
      <dsp:spPr>
        <a:xfrm>
          <a:off x="7837140" y="604837"/>
          <a:ext cx="2786062" cy="1310481"/>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AU" sz="1500" kern="1200">
              <a:latin typeface="Tw Cen MT" panose="020B0602020104020603" pitchFamily="34" charset="0"/>
            </a:rPr>
            <a:t>To evaluate the change in accessibility for the general population under various AV deployment and policy scenarios</a:t>
          </a:r>
        </a:p>
      </dsp:txBody>
      <dsp:txXfrm>
        <a:off x="7875523" y="643220"/>
        <a:ext cx="2709296" cy="12337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A6E61E-B22A-40AD-81F0-77E77D764DD3}">
      <dsp:nvSpPr>
        <dsp:cNvPr id="0" name=""/>
        <dsp:cNvSpPr/>
      </dsp:nvSpPr>
      <dsp:spPr>
        <a:xfrm>
          <a:off x="1339" y="0"/>
          <a:ext cx="3482578" cy="2016125"/>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AU" sz="2200" b="1" kern="1200">
              <a:latin typeface="Tw Cen MT" panose="020B0602020104020603" pitchFamily="34" charset="0"/>
            </a:rPr>
            <a:t>Study 1 </a:t>
          </a:r>
        </a:p>
      </dsp:txBody>
      <dsp:txXfrm>
        <a:off x="1339" y="0"/>
        <a:ext cx="3482578" cy="604837"/>
      </dsp:txXfrm>
    </dsp:sp>
    <dsp:sp modelId="{51F89AD3-641F-43E5-B41E-B4FFB9578143}">
      <dsp:nvSpPr>
        <dsp:cNvPr id="0" name=""/>
        <dsp:cNvSpPr/>
      </dsp:nvSpPr>
      <dsp:spPr>
        <a:xfrm>
          <a:off x="349597" y="605310"/>
          <a:ext cx="2786062" cy="1309535"/>
        </a:xfrm>
        <a:prstGeom prst="roundRect">
          <a:avLst>
            <a:gd name="adj" fmla="val 10000"/>
          </a:avLst>
        </a:prstGeom>
        <a:solidFill>
          <a:srgbClr val="22476C"/>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AU" sz="1500" kern="1200">
              <a:latin typeface="Tw Cen MT" panose="020B0602020104020603" pitchFamily="34" charset="0"/>
            </a:rPr>
            <a:t>Understanding of the potential changes in the travel and activity frequency of transport-disadvantaged people</a:t>
          </a:r>
        </a:p>
      </dsp:txBody>
      <dsp:txXfrm>
        <a:off x="387952" y="643665"/>
        <a:ext cx="2709352" cy="1232825"/>
      </dsp:txXfrm>
    </dsp:sp>
    <dsp:sp modelId="{A73B0DDB-B2E2-4B80-95C9-9109A86FB2CD}">
      <dsp:nvSpPr>
        <dsp:cNvPr id="0" name=""/>
        <dsp:cNvSpPr/>
      </dsp:nvSpPr>
      <dsp:spPr>
        <a:xfrm>
          <a:off x="3745110" y="0"/>
          <a:ext cx="3482578" cy="2016125"/>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AU" sz="2200" b="1" kern="1200">
              <a:latin typeface="Tw Cen MT" panose="020B0602020104020603" pitchFamily="34" charset="0"/>
            </a:rPr>
            <a:t>Study 2</a:t>
          </a:r>
        </a:p>
      </dsp:txBody>
      <dsp:txXfrm>
        <a:off x="3745110" y="0"/>
        <a:ext cx="3482578" cy="604837"/>
      </dsp:txXfrm>
    </dsp:sp>
    <dsp:sp modelId="{BA5E880F-F7EC-4D56-AD6E-BBDD263761E4}">
      <dsp:nvSpPr>
        <dsp:cNvPr id="0" name=""/>
        <dsp:cNvSpPr/>
      </dsp:nvSpPr>
      <dsp:spPr>
        <a:xfrm>
          <a:off x="4093368" y="604837"/>
          <a:ext cx="2786062" cy="1310481"/>
        </a:xfrm>
        <a:prstGeom prst="roundRect">
          <a:avLst>
            <a:gd name="adj" fmla="val 10000"/>
          </a:avLst>
        </a:prstGeom>
        <a:solidFill>
          <a:srgbClr val="22476C"/>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AU" sz="1500" kern="1200">
              <a:latin typeface="Tw Cen MT" panose="020B0602020104020603" pitchFamily="34" charset="0"/>
            </a:rPr>
            <a:t>Understanding mode choice preferences of transport-disadvantaged people for AVs</a:t>
          </a:r>
        </a:p>
      </dsp:txBody>
      <dsp:txXfrm>
        <a:off x="4131751" y="643220"/>
        <a:ext cx="2709296" cy="1233715"/>
      </dsp:txXfrm>
    </dsp:sp>
    <dsp:sp modelId="{C0A4515D-5243-4AC9-B54A-C2DC136F099B}">
      <dsp:nvSpPr>
        <dsp:cNvPr id="0" name=""/>
        <dsp:cNvSpPr/>
      </dsp:nvSpPr>
      <dsp:spPr>
        <a:xfrm>
          <a:off x="7488882" y="0"/>
          <a:ext cx="3482578" cy="2016125"/>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AU" sz="2200" b="1" kern="1200">
              <a:latin typeface="Tw Cen MT" panose="020B0602020104020603" pitchFamily="34" charset="0"/>
            </a:rPr>
            <a:t>Study 3</a:t>
          </a:r>
        </a:p>
      </dsp:txBody>
      <dsp:txXfrm>
        <a:off x="7488882" y="0"/>
        <a:ext cx="3482578" cy="604837"/>
      </dsp:txXfrm>
    </dsp:sp>
    <dsp:sp modelId="{F944F41D-85DF-403A-B32E-96BFFCB334C2}">
      <dsp:nvSpPr>
        <dsp:cNvPr id="0" name=""/>
        <dsp:cNvSpPr/>
      </dsp:nvSpPr>
      <dsp:spPr>
        <a:xfrm>
          <a:off x="7837140" y="604837"/>
          <a:ext cx="2786062" cy="1310481"/>
        </a:xfrm>
        <a:prstGeom prst="roundRect">
          <a:avLst>
            <a:gd name="adj" fmla="val 10000"/>
          </a:avLst>
        </a:prstGeom>
        <a:solidFill>
          <a:srgbClr val="22476C"/>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AU" sz="1500" kern="1200">
              <a:latin typeface="Tw Cen MT" panose="020B0602020104020603" pitchFamily="34" charset="0"/>
            </a:rPr>
            <a:t>Understanding of how AVs may influence accessibility</a:t>
          </a:r>
        </a:p>
      </dsp:txBody>
      <dsp:txXfrm>
        <a:off x="7875523" y="643220"/>
        <a:ext cx="2709296" cy="1233715"/>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68A581-8154-4CD6-92A5-2E4F220E796F}" type="datetimeFigureOut">
              <a:rPr lang="en-AU" smtClean="0"/>
              <a:t>28/09/2026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04D8B4-02B2-4E44-A702-C1FA625A917E}" type="slidenum">
              <a:rPr lang="en-AU" smtClean="0"/>
              <a:t>‹#›</a:t>
            </a:fld>
            <a:endParaRPr lang="en-AU"/>
          </a:p>
        </p:txBody>
      </p:sp>
    </p:spTree>
    <p:extLst>
      <p:ext uri="{BB962C8B-B14F-4D97-AF65-F5344CB8AC3E}">
        <p14:creationId xmlns:p14="http://schemas.microsoft.com/office/powerpoint/2010/main" val="2396353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a:p>
            <a:endParaRPr lang="en-AU"/>
          </a:p>
        </p:txBody>
      </p:sp>
      <p:sp>
        <p:nvSpPr>
          <p:cNvPr id="4" name="Slide Number Placeholder 3"/>
          <p:cNvSpPr>
            <a:spLocks noGrp="1"/>
          </p:cNvSpPr>
          <p:nvPr>
            <p:ph type="sldNum" sz="quarter" idx="5"/>
          </p:nvPr>
        </p:nvSpPr>
        <p:spPr/>
        <p:txBody>
          <a:bodyPr/>
          <a:lstStyle/>
          <a:p>
            <a:fld id="{BA04D8B4-02B2-4E44-A702-C1FA625A917E}" type="slidenum">
              <a:rPr lang="en-AU" smtClean="0"/>
              <a:t>1</a:t>
            </a:fld>
            <a:endParaRPr lang="en-AU"/>
          </a:p>
        </p:txBody>
      </p:sp>
    </p:spTree>
    <p:extLst>
      <p:ext uri="{BB962C8B-B14F-4D97-AF65-F5344CB8AC3E}">
        <p14:creationId xmlns:p14="http://schemas.microsoft.com/office/powerpoint/2010/main" val="1631711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2</a:t>
            </a:fld>
            <a:endParaRPr lang="en-AU"/>
          </a:p>
        </p:txBody>
      </p:sp>
    </p:spTree>
    <p:extLst>
      <p:ext uri="{BB962C8B-B14F-4D97-AF65-F5344CB8AC3E}">
        <p14:creationId xmlns:p14="http://schemas.microsoft.com/office/powerpoint/2010/main" val="960295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4</a:t>
            </a:fld>
            <a:endParaRPr lang="en-AU"/>
          </a:p>
        </p:txBody>
      </p:sp>
    </p:spTree>
    <p:extLst>
      <p:ext uri="{BB962C8B-B14F-4D97-AF65-F5344CB8AC3E}">
        <p14:creationId xmlns:p14="http://schemas.microsoft.com/office/powerpoint/2010/main" val="1846755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04D8B4-02B2-4E44-A702-C1FA625A917E}" type="slidenum">
              <a:rPr lang="en-AU" smtClean="0"/>
              <a:t>5</a:t>
            </a:fld>
            <a:endParaRPr lang="en-AU"/>
          </a:p>
        </p:txBody>
      </p:sp>
    </p:spTree>
    <p:extLst>
      <p:ext uri="{BB962C8B-B14F-4D97-AF65-F5344CB8AC3E}">
        <p14:creationId xmlns:p14="http://schemas.microsoft.com/office/powerpoint/2010/main" val="4134974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6</a:t>
            </a:fld>
            <a:endParaRPr lang="en-AU"/>
          </a:p>
        </p:txBody>
      </p:sp>
    </p:spTree>
    <p:extLst>
      <p:ext uri="{BB962C8B-B14F-4D97-AF65-F5344CB8AC3E}">
        <p14:creationId xmlns:p14="http://schemas.microsoft.com/office/powerpoint/2010/main" val="421157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7</a:t>
            </a:fld>
            <a:endParaRPr lang="en-AU"/>
          </a:p>
        </p:txBody>
      </p:sp>
    </p:spTree>
    <p:extLst>
      <p:ext uri="{BB962C8B-B14F-4D97-AF65-F5344CB8AC3E}">
        <p14:creationId xmlns:p14="http://schemas.microsoft.com/office/powerpoint/2010/main" val="2674948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8</a:t>
            </a:fld>
            <a:endParaRPr lang="en-AU"/>
          </a:p>
        </p:txBody>
      </p:sp>
    </p:spTree>
    <p:extLst>
      <p:ext uri="{BB962C8B-B14F-4D97-AF65-F5344CB8AC3E}">
        <p14:creationId xmlns:p14="http://schemas.microsoft.com/office/powerpoint/2010/main" val="1445666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9</a:t>
            </a:fld>
            <a:endParaRPr lang="en-AU"/>
          </a:p>
        </p:txBody>
      </p:sp>
    </p:spTree>
    <p:extLst>
      <p:ext uri="{BB962C8B-B14F-4D97-AF65-F5344CB8AC3E}">
        <p14:creationId xmlns:p14="http://schemas.microsoft.com/office/powerpoint/2010/main" val="4211405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10</a:t>
            </a:fld>
            <a:endParaRPr lang="en-AU"/>
          </a:p>
        </p:txBody>
      </p:sp>
    </p:spTree>
    <p:extLst>
      <p:ext uri="{BB962C8B-B14F-4D97-AF65-F5344CB8AC3E}">
        <p14:creationId xmlns:p14="http://schemas.microsoft.com/office/powerpoint/2010/main" val="30207935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11</a:t>
            </a:fld>
            <a:endParaRPr lang="en-AU"/>
          </a:p>
        </p:txBody>
      </p:sp>
    </p:spTree>
    <p:extLst>
      <p:ext uri="{BB962C8B-B14F-4D97-AF65-F5344CB8AC3E}">
        <p14:creationId xmlns:p14="http://schemas.microsoft.com/office/powerpoint/2010/main" val="27753098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12</a:t>
            </a:fld>
            <a:endParaRPr lang="en-AU"/>
          </a:p>
        </p:txBody>
      </p:sp>
    </p:spTree>
    <p:extLst>
      <p:ext uri="{BB962C8B-B14F-4D97-AF65-F5344CB8AC3E}">
        <p14:creationId xmlns:p14="http://schemas.microsoft.com/office/powerpoint/2010/main" val="1951227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13</a:t>
            </a:fld>
            <a:endParaRPr lang="en-AU"/>
          </a:p>
        </p:txBody>
      </p:sp>
    </p:spTree>
    <p:extLst>
      <p:ext uri="{BB962C8B-B14F-4D97-AF65-F5344CB8AC3E}">
        <p14:creationId xmlns:p14="http://schemas.microsoft.com/office/powerpoint/2010/main" val="40718221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14</a:t>
            </a:fld>
            <a:endParaRPr lang="en-AU"/>
          </a:p>
        </p:txBody>
      </p:sp>
    </p:spTree>
    <p:extLst>
      <p:ext uri="{BB962C8B-B14F-4D97-AF65-F5344CB8AC3E}">
        <p14:creationId xmlns:p14="http://schemas.microsoft.com/office/powerpoint/2010/main" val="1102559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15</a:t>
            </a:fld>
            <a:endParaRPr lang="en-AU"/>
          </a:p>
        </p:txBody>
      </p:sp>
    </p:spTree>
    <p:extLst>
      <p:ext uri="{BB962C8B-B14F-4D97-AF65-F5344CB8AC3E}">
        <p14:creationId xmlns:p14="http://schemas.microsoft.com/office/powerpoint/2010/main" val="1528850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16</a:t>
            </a:fld>
            <a:endParaRPr lang="en-AU"/>
          </a:p>
        </p:txBody>
      </p:sp>
    </p:spTree>
    <p:extLst>
      <p:ext uri="{BB962C8B-B14F-4D97-AF65-F5344CB8AC3E}">
        <p14:creationId xmlns:p14="http://schemas.microsoft.com/office/powerpoint/2010/main" val="3062479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17</a:t>
            </a:fld>
            <a:endParaRPr lang="en-AU"/>
          </a:p>
        </p:txBody>
      </p:sp>
    </p:spTree>
    <p:extLst>
      <p:ext uri="{BB962C8B-B14F-4D97-AF65-F5344CB8AC3E}">
        <p14:creationId xmlns:p14="http://schemas.microsoft.com/office/powerpoint/2010/main" val="29897771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18</a:t>
            </a:fld>
            <a:endParaRPr lang="en-AU"/>
          </a:p>
        </p:txBody>
      </p:sp>
    </p:spTree>
    <p:extLst>
      <p:ext uri="{BB962C8B-B14F-4D97-AF65-F5344CB8AC3E}">
        <p14:creationId xmlns:p14="http://schemas.microsoft.com/office/powerpoint/2010/main" val="2551255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19</a:t>
            </a:fld>
            <a:endParaRPr lang="en-AU"/>
          </a:p>
        </p:txBody>
      </p:sp>
    </p:spTree>
    <p:extLst>
      <p:ext uri="{BB962C8B-B14F-4D97-AF65-F5344CB8AC3E}">
        <p14:creationId xmlns:p14="http://schemas.microsoft.com/office/powerpoint/2010/main" val="17145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20</a:t>
            </a:fld>
            <a:endParaRPr lang="en-AU"/>
          </a:p>
        </p:txBody>
      </p:sp>
    </p:spTree>
    <p:extLst>
      <p:ext uri="{BB962C8B-B14F-4D97-AF65-F5344CB8AC3E}">
        <p14:creationId xmlns:p14="http://schemas.microsoft.com/office/powerpoint/2010/main" val="27475821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21</a:t>
            </a:fld>
            <a:endParaRPr lang="en-AU"/>
          </a:p>
        </p:txBody>
      </p:sp>
    </p:spTree>
    <p:extLst>
      <p:ext uri="{BB962C8B-B14F-4D97-AF65-F5344CB8AC3E}">
        <p14:creationId xmlns:p14="http://schemas.microsoft.com/office/powerpoint/2010/main" val="29579289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04D8B4-02B2-4E44-A702-C1FA625A917E}" type="slidenum">
              <a:rPr lang="en-AU" smtClean="0"/>
              <a:t>22</a:t>
            </a:fld>
            <a:endParaRPr lang="en-AU"/>
          </a:p>
        </p:txBody>
      </p:sp>
    </p:spTree>
    <p:extLst>
      <p:ext uri="{BB962C8B-B14F-4D97-AF65-F5344CB8AC3E}">
        <p14:creationId xmlns:p14="http://schemas.microsoft.com/office/powerpoint/2010/main" val="25999299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23</a:t>
            </a:fld>
            <a:endParaRPr lang="en-AU"/>
          </a:p>
        </p:txBody>
      </p:sp>
    </p:spTree>
    <p:extLst>
      <p:ext uri="{BB962C8B-B14F-4D97-AF65-F5344CB8AC3E}">
        <p14:creationId xmlns:p14="http://schemas.microsoft.com/office/powerpoint/2010/main" val="20577975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04D8B4-02B2-4E44-A702-C1FA625A917E}" type="slidenum">
              <a:rPr lang="en-AU" smtClean="0"/>
              <a:t>24</a:t>
            </a:fld>
            <a:endParaRPr lang="en-AU"/>
          </a:p>
        </p:txBody>
      </p:sp>
    </p:spTree>
    <p:extLst>
      <p:ext uri="{BB962C8B-B14F-4D97-AF65-F5344CB8AC3E}">
        <p14:creationId xmlns:p14="http://schemas.microsoft.com/office/powerpoint/2010/main" val="2160019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04D8B4-02B2-4E44-A702-C1FA625A917E}" type="slidenum">
              <a:rPr lang="en-AU" smtClean="0"/>
              <a:t>25</a:t>
            </a:fld>
            <a:endParaRPr lang="en-AU"/>
          </a:p>
        </p:txBody>
      </p:sp>
    </p:spTree>
    <p:extLst>
      <p:ext uri="{BB962C8B-B14F-4D97-AF65-F5344CB8AC3E}">
        <p14:creationId xmlns:p14="http://schemas.microsoft.com/office/powerpoint/2010/main" val="54576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04D8B4-02B2-4E44-A702-C1FA625A917E}" type="slidenum">
              <a:rPr lang="en-AU" smtClean="0"/>
              <a:t>26</a:t>
            </a:fld>
            <a:endParaRPr lang="en-AU"/>
          </a:p>
        </p:txBody>
      </p:sp>
    </p:spTree>
    <p:extLst>
      <p:ext uri="{BB962C8B-B14F-4D97-AF65-F5344CB8AC3E}">
        <p14:creationId xmlns:p14="http://schemas.microsoft.com/office/powerpoint/2010/main" val="38513297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04D8B4-02B2-4E44-A702-C1FA625A917E}" type="slidenum">
              <a:rPr lang="en-AU" smtClean="0"/>
              <a:t>27</a:t>
            </a:fld>
            <a:endParaRPr lang="en-AU"/>
          </a:p>
        </p:txBody>
      </p:sp>
    </p:spTree>
    <p:extLst>
      <p:ext uri="{BB962C8B-B14F-4D97-AF65-F5344CB8AC3E}">
        <p14:creationId xmlns:p14="http://schemas.microsoft.com/office/powerpoint/2010/main" val="4994009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04D8B4-02B2-4E44-A702-C1FA625A917E}" type="slidenum">
              <a:rPr lang="en-AU" smtClean="0"/>
              <a:t>28</a:t>
            </a:fld>
            <a:endParaRPr lang="en-AU"/>
          </a:p>
        </p:txBody>
      </p:sp>
    </p:spTree>
    <p:extLst>
      <p:ext uri="{BB962C8B-B14F-4D97-AF65-F5344CB8AC3E}">
        <p14:creationId xmlns:p14="http://schemas.microsoft.com/office/powerpoint/2010/main" val="19020986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Red option 1 (add own image)">
    <p:spTree>
      <p:nvGrpSpPr>
        <p:cNvPr id="1" name=""/>
        <p:cNvGrpSpPr/>
        <p:nvPr/>
      </p:nvGrpSpPr>
      <p:grpSpPr>
        <a:xfrm>
          <a:off x="0" y="0"/>
          <a:ext cx="0" cy="0"/>
          <a:chOff x="0" y="0"/>
          <a:chExt cx="0" cy="0"/>
        </a:xfrm>
      </p:grpSpPr>
      <p:sp>
        <p:nvSpPr>
          <p:cNvPr id="6" name="Rectangle 5"/>
          <p:cNvSpPr/>
          <p:nvPr/>
        </p:nvSpPr>
        <p:spPr>
          <a:xfrm>
            <a:off x="1" y="0"/>
            <a:ext cx="6117167"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9" name="Title 8"/>
          <p:cNvSpPr>
            <a:spLocks noGrp="1"/>
          </p:cNvSpPr>
          <p:nvPr>
            <p:ph type="title"/>
          </p:nvPr>
        </p:nvSpPr>
        <p:spPr>
          <a:xfrm>
            <a:off x="509179" y="1797600"/>
            <a:ext cx="5265165" cy="443577"/>
          </a:xfrm>
        </p:spPr>
        <p:txBody>
          <a:bodyPr anchor="t"/>
          <a:lstStyle>
            <a:lvl1pPr>
              <a:defRPr sz="2200">
                <a:solidFill>
                  <a:schemeClr val="bg1"/>
                </a:solidFill>
              </a:defRPr>
            </a:lvl1pPr>
          </a:lstStyle>
          <a:p>
            <a:r>
              <a:rPr lang="en-US"/>
              <a:t>Click to edit Master title style</a:t>
            </a:r>
          </a:p>
        </p:txBody>
      </p:sp>
      <p:sp>
        <p:nvSpPr>
          <p:cNvPr id="5"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4" name="Picture Placeholder 13"/>
          <p:cNvSpPr>
            <a:spLocks noGrp="1"/>
          </p:cNvSpPr>
          <p:nvPr>
            <p:ph type="pic" sz="quarter" idx="12"/>
          </p:nvPr>
        </p:nvSpPr>
        <p:spPr>
          <a:xfrm>
            <a:off x="6117168" y="0"/>
            <a:ext cx="6074833" cy="6858000"/>
          </a:xfrm>
          <a:solidFill>
            <a:schemeClr val="accent4"/>
          </a:solidFill>
        </p:spPr>
        <p:txBody>
          <a:bodyPr anchor="ctr" anchorCtr="0"/>
          <a:lstStyle>
            <a:lvl1pPr marL="0" indent="0" algn="ctr">
              <a:buNone/>
              <a:defRPr/>
            </a:lvl1pPr>
          </a:lstStyle>
          <a:p>
            <a:pPr lvl="0"/>
            <a:r>
              <a:rPr lang="en-US" noProof="0"/>
              <a:t>Click icon to add picture</a:t>
            </a:r>
          </a:p>
        </p:txBody>
      </p:sp>
      <p:sp>
        <p:nvSpPr>
          <p:cNvPr id="16"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05367" y="5778161"/>
            <a:ext cx="2048933" cy="657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5951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Red option 2">
    <p:spTree>
      <p:nvGrpSpPr>
        <p:cNvPr id="1" name=""/>
        <p:cNvGrpSpPr/>
        <p:nvPr/>
      </p:nvGrpSpPr>
      <p:grpSpPr>
        <a:xfrm>
          <a:off x="0" y="0"/>
          <a:ext cx="0" cy="0"/>
          <a:chOff x="0" y="0"/>
          <a:chExt cx="0" cy="0"/>
        </a:xfrm>
      </p:grpSpPr>
      <p:pic>
        <p:nvPicPr>
          <p:cNvPr id="5" name="Picture 6"/>
          <p:cNvPicPr>
            <a:picLocks noChangeAspect="1"/>
          </p:cNvPicPr>
          <p:nvPr userDrawn="1"/>
        </p:nvPicPr>
        <p:blipFill rotWithShape="1">
          <a:blip r:embed="rId2">
            <a:extLst>
              <a:ext uri="{28A0092B-C50C-407E-A947-70E740481C1C}">
                <a14:useLocalDpi xmlns:a14="http://schemas.microsoft.com/office/drawing/2010/main" val="0"/>
              </a:ext>
            </a:extLst>
          </a:blip>
          <a:srcRect t="4981" b="4"/>
          <a:stretch/>
        </p:blipFill>
        <p:spPr bwMode="auto">
          <a:xfrm>
            <a:off x="5774345" y="0"/>
            <a:ext cx="6427727" cy="6872400"/>
          </a:xfrm>
          <a:prstGeom prst="rect">
            <a:avLst/>
          </a:prstGeom>
          <a:blipFill rotWithShape="1">
            <a:blip r:embed="rId3"/>
            <a:stretch>
              <a:fillRect/>
            </a:stretch>
          </a:blipFill>
          <a:ln>
            <a:noFill/>
          </a:ln>
        </p:spPr>
      </p:pic>
      <p:sp>
        <p:nvSpPr>
          <p:cNvPr id="8" name="Rectangle 7"/>
          <p:cNvSpPr/>
          <p:nvPr userDrawn="1"/>
        </p:nvSpPr>
        <p:spPr>
          <a:xfrm>
            <a:off x="0" y="0"/>
            <a:ext cx="6117167"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12" name="Title 8"/>
          <p:cNvSpPr>
            <a:spLocks noGrp="1"/>
          </p:cNvSpPr>
          <p:nvPr>
            <p:ph type="title"/>
          </p:nvPr>
        </p:nvSpPr>
        <p:spPr>
          <a:xfrm>
            <a:off x="509179" y="1797600"/>
            <a:ext cx="5265165" cy="443577"/>
          </a:xfrm>
        </p:spPr>
        <p:txBody>
          <a:bodyPr anchor="t"/>
          <a:lstStyle>
            <a:lvl1pPr>
              <a:defRPr sz="2200">
                <a:solidFill>
                  <a:schemeClr val="bg1"/>
                </a:solidFill>
              </a:defRPr>
            </a:lvl1pPr>
          </a:lstStyle>
          <a:p>
            <a:r>
              <a:rPr lang="en-US"/>
              <a:t>Click to edit Master title style</a:t>
            </a:r>
          </a:p>
        </p:txBody>
      </p:sp>
      <p:sp>
        <p:nvSpPr>
          <p:cNvPr id="13"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5"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10" name="Picture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118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Red option 4">
    <p:spTree>
      <p:nvGrpSpPr>
        <p:cNvPr id="1" name=""/>
        <p:cNvGrpSpPr/>
        <p:nvPr/>
      </p:nvGrpSpPr>
      <p:grpSpPr>
        <a:xfrm>
          <a:off x="0" y="0"/>
          <a:ext cx="0" cy="0"/>
          <a:chOff x="0" y="0"/>
          <a:chExt cx="0" cy="0"/>
        </a:xfrm>
      </p:grpSpPr>
      <p:pic>
        <p:nvPicPr>
          <p:cNvPr id="5"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60018" y="0"/>
            <a:ext cx="61319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userDrawn="1"/>
        </p:nvSpPr>
        <p:spPr>
          <a:xfrm>
            <a:off x="1" y="0"/>
            <a:ext cx="6117167"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7" name="Title 8"/>
          <p:cNvSpPr>
            <a:spLocks noGrp="1"/>
          </p:cNvSpPr>
          <p:nvPr>
            <p:ph type="title"/>
          </p:nvPr>
        </p:nvSpPr>
        <p:spPr>
          <a:xfrm>
            <a:off x="509179" y="1797600"/>
            <a:ext cx="5265165" cy="443577"/>
          </a:xfrm>
        </p:spPr>
        <p:txBody>
          <a:bodyPr anchor="t"/>
          <a:lstStyle>
            <a:lvl1pPr>
              <a:defRPr sz="2200">
                <a:solidFill>
                  <a:schemeClr val="bg1"/>
                </a:solidFill>
              </a:defRPr>
            </a:lvl1pPr>
          </a:lstStyle>
          <a:p>
            <a:r>
              <a:rPr lang="en-US"/>
              <a:t>Click to edit Master title style</a:t>
            </a:r>
          </a:p>
        </p:txBody>
      </p:sp>
      <p:sp>
        <p:nvSpPr>
          <p:cNvPr id="8"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1"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856C82CC-9EF2-B117-2DA6-6C2C7FF8418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4102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Red option 5 (no image)">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7" name="Title 8"/>
          <p:cNvSpPr>
            <a:spLocks noGrp="1"/>
          </p:cNvSpPr>
          <p:nvPr>
            <p:ph type="title"/>
          </p:nvPr>
        </p:nvSpPr>
        <p:spPr>
          <a:xfrm>
            <a:off x="509179" y="1797600"/>
            <a:ext cx="5265165" cy="443577"/>
          </a:xfrm>
        </p:spPr>
        <p:txBody>
          <a:bodyPr anchor="t"/>
          <a:lstStyle>
            <a:lvl1pPr>
              <a:defRPr sz="2200">
                <a:solidFill>
                  <a:schemeClr val="bg1"/>
                </a:solidFill>
              </a:defRPr>
            </a:lvl1pPr>
          </a:lstStyle>
          <a:p>
            <a:r>
              <a:rPr lang="en-US"/>
              <a:t>Click to edit Master title style</a:t>
            </a:r>
          </a:p>
        </p:txBody>
      </p:sp>
      <p:sp>
        <p:nvSpPr>
          <p:cNvPr id="8"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1"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3AC1E576-286A-ED69-C305-598AE76460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4907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White option 1 (add own imag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14" name="Picture Placeholder 13"/>
          <p:cNvSpPr>
            <a:spLocks noGrp="1"/>
          </p:cNvSpPr>
          <p:nvPr>
            <p:ph type="pic" sz="quarter" idx="12"/>
          </p:nvPr>
        </p:nvSpPr>
        <p:spPr>
          <a:xfrm>
            <a:off x="6117168" y="418355"/>
            <a:ext cx="5533811" cy="6017555"/>
          </a:xfrm>
          <a:solidFill>
            <a:schemeClr val="accent4"/>
          </a:solidFill>
          <a:ln>
            <a:noFill/>
          </a:ln>
        </p:spPr>
        <p:txBody>
          <a:bodyPr anchor="ctr" anchorCtr="0"/>
          <a:lstStyle>
            <a:lvl1pPr marL="0" indent="0" algn="ctr">
              <a:buNone/>
              <a:defRPr/>
            </a:lvl1pPr>
          </a:lstStyle>
          <a:p>
            <a:pPr lvl="0"/>
            <a:r>
              <a:rPr lang="en-US" noProof="0"/>
              <a:t>Click icon to add picture</a:t>
            </a:r>
          </a:p>
        </p:txBody>
      </p:sp>
      <p:sp>
        <p:nvSpPr>
          <p:cNvPr id="11" name="Title 8"/>
          <p:cNvSpPr>
            <a:spLocks noGrp="1"/>
          </p:cNvSpPr>
          <p:nvPr>
            <p:ph type="title"/>
          </p:nvPr>
        </p:nvSpPr>
        <p:spPr>
          <a:xfrm>
            <a:off x="509179" y="1797600"/>
            <a:ext cx="5265165" cy="443577"/>
          </a:xfrm>
        </p:spPr>
        <p:txBody>
          <a:bodyPr anchor="t"/>
          <a:lstStyle>
            <a:lvl1pPr>
              <a:defRPr sz="2200">
                <a:solidFill>
                  <a:srgbClr val="E64626"/>
                </a:solidFill>
              </a:defRPr>
            </a:lvl1pPr>
          </a:lstStyle>
          <a:p>
            <a:r>
              <a:rPr lang="en-US"/>
              <a:t>Click to edit Master title style</a:t>
            </a:r>
          </a:p>
        </p:txBody>
      </p:sp>
      <p:sp>
        <p:nvSpPr>
          <p:cNvPr id="12"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50F13042-ABE4-0BCC-3357-19E8FE2B70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4316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White option 2">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pic>
        <p:nvPicPr>
          <p:cNvPr id="6" name="Picture Placeholder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93367" y="419101"/>
            <a:ext cx="5380567" cy="60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509179" y="1797600"/>
            <a:ext cx="5265165" cy="443577"/>
          </a:xfrm>
        </p:spPr>
        <p:txBody>
          <a:bodyPr anchor="t"/>
          <a:lstStyle>
            <a:lvl1pPr>
              <a:defRPr sz="220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F32520DF-35D2-1C27-3F75-55FF633620C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7092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 White option 3">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10" name="Title 8"/>
          <p:cNvSpPr>
            <a:spLocks noGrp="1"/>
          </p:cNvSpPr>
          <p:nvPr>
            <p:ph type="title"/>
          </p:nvPr>
        </p:nvSpPr>
        <p:spPr>
          <a:xfrm>
            <a:off x="509179" y="419101"/>
            <a:ext cx="5265165" cy="443577"/>
          </a:xfrm>
        </p:spPr>
        <p:txBody>
          <a:bodyPr anchor="t"/>
          <a:lstStyle>
            <a:lvl1pPr>
              <a:defRPr sz="220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489255" y="4069941"/>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510355" y="1923901"/>
            <a:ext cx="5263989" cy="83291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1FBC76E0-F4F8-33E0-D6D0-D05EF8B072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5953" y="5751781"/>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46948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 White option 4">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pic>
        <p:nvPicPr>
          <p:cNvPr id="6" name="Picture Placeholder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93367" y="419101"/>
            <a:ext cx="5380567" cy="60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509179" y="1797600"/>
            <a:ext cx="5265165" cy="443577"/>
          </a:xfrm>
        </p:spPr>
        <p:txBody>
          <a:bodyPr anchor="t"/>
          <a:lstStyle>
            <a:lvl1pPr>
              <a:defRPr sz="220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746EF06C-3FCE-1A23-D0CE-95485DBC95A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9126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 White option 5 (no image)">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10" name="Title 8"/>
          <p:cNvSpPr>
            <a:spLocks noGrp="1"/>
          </p:cNvSpPr>
          <p:nvPr>
            <p:ph type="title"/>
          </p:nvPr>
        </p:nvSpPr>
        <p:spPr>
          <a:xfrm>
            <a:off x="509179" y="1797600"/>
            <a:ext cx="5265165" cy="443577"/>
          </a:xfrm>
        </p:spPr>
        <p:txBody>
          <a:bodyPr anchor="t"/>
          <a:lstStyle>
            <a:lvl1pPr>
              <a:defRPr sz="220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31A09EB5-C95D-7B01-BB0F-D489C2D7B5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36212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3" name="Content Placeholder 2"/>
          <p:cNvSpPr>
            <a:spLocks noGrp="1"/>
          </p:cNvSpPr>
          <p:nvPr>
            <p:ph idx="1"/>
          </p:nvPr>
        </p:nvSpPr>
        <p:spPr/>
        <p:txBody>
          <a:bodyPr/>
          <a:lstStyle>
            <a:lvl1pPr>
              <a:lnSpc>
                <a:spcPct val="90000"/>
              </a:lnSpc>
              <a:defRPr/>
            </a:lvl1pPr>
            <a:lvl2pPr marL="742950" indent="-285750">
              <a:lnSpc>
                <a:spcPct val="90000"/>
              </a:lnSpc>
              <a:buFont typeface="Lucida Grande"/>
              <a:buChar char="–"/>
              <a:defRPr sz="1800"/>
            </a:lvl2pPr>
            <a:lvl3pPr>
              <a:lnSpc>
                <a:spcPct val="90000"/>
              </a:lnSpc>
              <a:defRPr sz="16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4868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itle and Two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3" name="Content Placeholder 2"/>
          <p:cNvSpPr>
            <a:spLocks noGrp="1"/>
          </p:cNvSpPr>
          <p:nvPr>
            <p:ph sz="half" idx="1"/>
          </p:nvPr>
        </p:nvSpPr>
        <p:spPr>
          <a:xfrm>
            <a:off x="609600" y="1359926"/>
            <a:ext cx="53848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359926"/>
            <a:ext cx="53848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3021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9" name="Text Placeholder 7"/>
          <p:cNvSpPr>
            <a:spLocks noGrp="1"/>
          </p:cNvSpPr>
          <p:nvPr>
            <p:ph type="body" sz="quarter" idx="12"/>
          </p:nvPr>
        </p:nvSpPr>
        <p:spPr>
          <a:xfrm>
            <a:off x="609600" y="5491163"/>
            <a:ext cx="53848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p:txBody>
      </p:sp>
      <p:sp>
        <p:nvSpPr>
          <p:cNvPr id="6" name="Picture Placeholder 5"/>
          <p:cNvSpPr>
            <a:spLocks noGrp="1"/>
          </p:cNvSpPr>
          <p:nvPr>
            <p:ph type="pic" sz="quarter" idx="10"/>
          </p:nvPr>
        </p:nvSpPr>
        <p:spPr>
          <a:xfrm>
            <a:off x="609600" y="1360488"/>
            <a:ext cx="5384800" cy="4130394"/>
          </a:xfrm>
        </p:spPr>
        <p:txBody>
          <a:bodyPr/>
          <a:lstStyle>
            <a:lvl1pPr marL="0" indent="0">
              <a:buNone/>
              <a:defRPr/>
            </a:lvl1pPr>
          </a:lstStyle>
          <a:p>
            <a:pPr lvl="0"/>
            <a:r>
              <a:rPr lang="en-US" noProof="0"/>
              <a:t>Click icon to add picture</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4" name="Content Placeholder 3"/>
          <p:cNvSpPr>
            <a:spLocks noGrp="1"/>
          </p:cNvSpPr>
          <p:nvPr>
            <p:ph sz="half" idx="2"/>
          </p:nvPr>
        </p:nvSpPr>
        <p:spPr>
          <a:xfrm>
            <a:off x="6197600" y="1359926"/>
            <a:ext cx="53848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963926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5" name="Table Placeholder 4"/>
          <p:cNvSpPr>
            <a:spLocks noGrp="1"/>
          </p:cNvSpPr>
          <p:nvPr>
            <p:ph type="tbl" sz="quarter" idx="12"/>
          </p:nvPr>
        </p:nvSpPr>
        <p:spPr>
          <a:xfrm>
            <a:off x="609600" y="1360489"/>
            <a:ext cx="5384800" cy="4130675"/>
          </a:xfrm>
        </p:spPr>
        <p:txBody>
          <a:bodyPr/>
          <a:lstStyle>
            <a:lvl1pPr marL="0" indent="0">
              <a:buNone/>
              <a:defRPr/>
            </a:lvl1pPr>
          </a:lstStyle>
          <a:p>
            <a:pPr lvl="0"/>
            <a:r>
              <a:rPr lang="en-US" noProof="0"/>
              <a:t>Click icon to add table</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4" name="Content Placeholder 3"/>
          <p:cNvSpPr>
            <a:spLocks noGrp="1"/>
          </p:cNvSpPr>
          <p:nvPr>
            <p:ph sz="half" idx="2"/>
          </p:nvPr>
        </p:nvSpPr>
        <p:spPr>
          <a:xfrm>
            <a:off x="6197600" y="1359926"/>
            <a:ext cx="53848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Text Placeholder 7"/>
          <p:cNvSpPr>
            <a:spLocks noGrp="1"/>
          </p:cNvSpPr>
          <p:nvPr>
            <p:ph type="body" sz="quarter" idx="11"/>
          </p:nvPr>
        </p:nvSpPr>
        <p:spPr>
          <a:xfrm>
            <a:off x="609600" y="5491163"/>
            <a:ext cx="53848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980350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and Chart">
    <p:spTree>
      <p:nvGrpSpPr>
        <p:cNvPr id="1" name=""/>
        <p:cNvGrpSpPr/>
        <p:nvPr/>
      </p:nvGrpSpPr>
      <p:grpSpPr>
        <a:xfrm>
          <a:off x="0" y="0"/>
          <a:ext cx="0" cy="0"/>
          <a:chOff x="0" y="0"/>
          <a:chExt cx="0" cy="0"/>
        </a:xfrm>
      </p:grpSpPr>
      <p:sp>
        <p:nvSpPr>
          <p:cNvPr id="6" name="Chart Placeholder 5"/>
          <p:cNvSpPr>
            <a:spLocks noGrp="1"/>
          </p:cNvSpPr>
          <p:nvPr>
            <p:ph type="chart" sz="quarter" idx="13"/>
          </p:nvPr>
        </p:nvSpPr>
        <p:spPr>
          <a:xfrm>
            <a:off x="609600" y="1360489"/>
            <a:ext cx="5384800" cy="4130675"/>
          </a:xfrm>
        </p:spPr>
        <p:txBody>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a:lvl1pPr>
          </a:lstStyle>
          <a:p>
            <a:pPr lvl="0"/>
            <a:r>
              <a:rPr lang="en-US" noProof="0"/>
              <a:t>Click icon to add chart</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4" name="Content Placeholder 3"/>
          <p:cNvSpPr>
            <a:spLocks noGrp="1"/>
          </p:cNvSpPr>
          <p:nvPr>
            <p:ph sz="half" idx="2"/>
          </p:nvPr>
        </p:nvSpPr>
        <p:spPr>
          <a:xfrm>
            <a:off x="6197600" y="1359926"/>
            <a:ext cx="53848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Text Placeholder 7"/>
          <p:cNvSpPr>
            <a:spLocks noGrp="1"/>
          </p:cNvSpPr>
          <p:nvPr>
            <p:ph type="body" sz="quarter" idx="11"/>
          </p:nvPr>
        </p:nvSpPr>
        <p:spPr>
          <a:xfrm>
            <a:off x="609600" y="5491163"/>
            <a:ext cx="53848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902183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p:txBody>
          <a:bodyPr anchor="ctr" anchorCtr="1"/>
          <a:lstStyle>
            <a:lvl1pPr marL="0" indent="0" algn="ctr">
              <a:buNone/>
              <a:defRPr baseline="0"/>
            </a:lvl1pPr>
          </a:lstStyle>
          <a:p>
            <a:pPr lvl="0"/>
            <a:r>
              <a:rPr lang="en-US" noProof="0"/>
              <a:t>Click icon to add picture</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Tree>
    <p:extLst>
      <p:ext uri="{BB962C8B-B14F-4D97-AF65-F5344CB8AC3E}">
        <p14:creationId xmlns:p14="http://schemas.microsoft.com/office/powerpoint/2010/main" val="23530409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Tree>
    <p:extLst>
      <p:ext uri="{BB962C8B-B14F-4D97-AF65-F5344CB8AC3E}">
        <p14:creationId xmlns:p14="http://schemas.microsoft.com/office/powerpoint/2010/main" val="14111859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8345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65C48A-7357-4A4E-7E63-8D8E4B750FDE}"/>
              </a:ext>
            </a:extLst>
          </p:cNvPr>
          <p:cNvPicPr>
            <a:picLocks noChangeAspect="1"/>
          </p:cNvPicPr>
          <p:nvPr userDrawn="1"/>
        </p:nvPicPr>
        <p:blipFill>
          <a:blip r:embed="rId2">
            <a:duotone>
              <a:srgbClr val="4C4C4C">
                <a:shade val="45000"/>
                <a:satMod val="135000"/>
              </a:srgbClr>
              <a:prstClr val="white"/>
            </a:duotone>
            <a:alphaModFix amt="20000"/>
          </a:blip>
          <a:stretch>
            <a:fillRect/>
          </a:stretch>
        </p:blipFill>
        <p:spPr>
          <a:xfrm>
            <a:off x="0" y="4670172"/>
            <a:ext cx="12192000" cy="2187828"/>
          </a:xfrm>
          <a:prstGeom prst="rect">
            <a:avLst/>
          </a:prstGeom>
        </p:spPr>
      </p:pic>
    </p:spTree>
    <p:extLst>
      <p:ext uri="{BB962C8B-B14F-4D97-AF65-F5344CB8AC3E}">
        <p14:creationId xmlns:p14="http://schemas.microsoft.com/office/powerpoint/2010/main" val="11893694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Divider - Option 1">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solidFill>
                <a:schemeClr val="bg1"/>
              </a:solidFill>
            </a:endParaRPr>
          </a:p>
        </p:txBody>
      </p:sp>
      <p:pic>
        <p:nvPicPr>
          <p:cNvPr id="8" name="Picture 7" descr="USY_MB1_PMS_1_Colour_Reversed_Log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5367" y="5905501"/>
            <a:ext cx="204893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8"/>
          <p:cNvSpPr>
            <a:spLocks noGrp="1"/>
          </p:cNvSpPr>
          <p:nvPr>
            <p:ph type="title"/>
          </p:nvPr>
        </p:nvSpPr>
        <p:spPr>
          <a:xfrm>
            <a:off x="509179" y="348303"/>
            <a:ext cx="11184781" cy="443577"/>
          </a:xfrm>
        </p:spPr>
        <p:txBody>
          <a:bodyPr anchor="t"/>
          <a:lstStyle>
            <a:lvl1pPr>
              <a:defRPr baseline="0">
                <a:solidFill>
                  <a:srgbClr val="E64626"/>
                </a:solidFill>
              </a:defRPr>
            </a:lvl1pPr>
          </a:lstStyle>
          <a:p>
            <a:r>
              <a:rPr lang="en-US"/>
              <a:t>Click to edit Master title style</a:t>
            </a:r>
          </a:p>
        </p:txBody>
      </p:sp>
      <p:sp>
        <p:nvSpPr>
          <p:cNvPr id="5" name="Text Placeholder 4"/>
          <p:cNvSpPr>
            <a:spLocks noGrp="1"/>
          </p:cNvSpPr>
          <p:nvPr>
            <p:ph type="body" sz="quarter" idx="11"/>
          </p:nvPr>
        </p:nvSpPr>
        <p:spPr>
          <a:xfrm>
            <a:off x="510354" y="799353"/>
            <a:ext cx="11183607" cy="852488"/>
          </a:xfrm>
        </p:spPr>
        <p:txBody>
          <a:bodyPr/>
          <a:lstStyle>
            <a:lvl1pPr marL="0" indent="0">
              <a:lnSpc>
                <a:spcPct val="9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Picture Placeholder 13"/>
          <p:cNvSpPr>
            <a:spLocks noGrp="1"/>
          </p:cNvSpPr>
          <p:nvPr>
            <p:ph type="pic" sz="quarter" idx="12"/>
          </p:nvPr>
        </p:nvSpPr>
        <p:spPr>
          <a:xfrm>
            <a:off x="605940" y="1800412"/>
            <a:ext cx="10968648" cy="4635496"/>
          </a:xfrm>
          <a:solidFill>
            <a:schemeClr val="accent4"/>
          </a:solidFill>
        </p:spPr>
        <p:txBody>
          <a:bodyPr anchor="ctr" anchorCtr="0"/>
          <a:lstStyle>
            <a:lvl1pPr marL="0" indent="0" algn="ctr">
              <a:buNone/>
              <a:defRPr/>
            </a:lvl1pPr>
          </a:lstStyle>
          <a:p>
            <a:pPr lvl="0"/>
            <a:r>
              <a:rPr lang="en-US" noProof="0"/>
              <a:t>Click icon to add picture</a:t>
            </a:r>
          </a:p>
        </p:txBody>
      </p:sp>
    </p:spTree>
    <p:extLst>
      <p:ext uri="{BB962C8B-B14F-4D97-AF65-F5344CB8AC3E}">
        <p14:creationId xmlns:p14="http://schemas.microsoft.com/office/powerpoint/2010/main" val="1673544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ection Divider - Option 2">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9" name="Title 8"/>
          <p:cNvSpPr>
            <a:spLocks noGrp="1"/>
          </p:cNvSpPr>
          <p:nvPr>
            <p:ph type="title"/>
          </p:nvPr>
        </p:nvSpPr>
        <p:spPr>
          <a:xfrm>
            <a:off x="509179" y="1797600"/>
            <a:ext cx="5265165" cy="443577"/>
          </a:xfrm>
        </p:spPr>
        <p:txBody>
          <a:bodyPr anchor="t"/>
          <a:lstStyle>
            <a:lvl1pPr>
              <a:defRPr baseline="0">
                <a:solidFill>
                  <a:schemeClr val="bg1"/>
                </a:solidFill>
              </a:defRPr>
            </a:lvl1pPr>
          </a:lstStyle>
          <a:p>
            <a:r>
              <a:rPr lang="en-US"/>
              <a:t>Click to edit Master title style</a:t>
            </a:r>
          </a:p>
        </p:txBody>
      </p:sp>
      <p:sp>
        <p:nvSpPr>
          <p:cNvPr id="5" name="Text Placeholder 4"/>
          <p:cNvSpPr>
            <a:spLocks noGrp="1"/>
          </p:cNvSpPr>
          <p:nvPr>
            <p:ph type="body" sz="quarter" idx="11"/>
          </p:nvPr>
        </p:nvSpPr>
        <p:spPr>
          <a:xfrm>
            <a:off x="510355" y="2248650"/>
            <a:ext cx="5263989" cy="852488"/>
          </a:xfrm>
        </p:spPr>
        <p:txBody>
          <a:bodyPr/>
          <a:lstStyle>
            <a:lvl1pPr marL="0" indent="0">
              <a:lnSpc>
                <a:spcPct val="90000"/>
              </a:lnSpc>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DC6FDC5E-239A-7DA8-C450-BA7A3F0580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54356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Divider - Option 3">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9" name="Title 8"/>
          <p:cNvSpPr>
            <a:spLocks noGrp="1"/>
          </p:cNvSpPr>
          <p:nvPr>
            <p:ph type="title"/>
          </p:nvPr>
        </p:nvSpPr>
        <p:spPr>
          <a:xfrm>
            <a:off x="509179" y="1797600"/>
            <a:ext cx="5265165" cy="443577"/>
          </a:xfrm>
        </p:spPr>
        <p:txBody>
          <a:bodyPr anchor="t"/>
          <a:lstStyle>
            <a:lvl1pPr>
              <a:defRPr baseline="0">
                <a:solidFill>
                  <a:schemeClr val="tx1"/>
                </a:solidFill>
              </a:defRPr>
            </a:lvl1pPr>
          </a:lstStyle>
          <a:p>
            <a:r>
              <a:rPr lang="en-US"/>
              <a:t>Click to edit Master title style</a:t>
            </a:r>
          </a:p>
        </p:txBody>
      </p:sp>
      <p:sp>
        <p:nvSpPr>
          <p:cNvPr id="5" name="Text Placeholder 4"/>
          <p:cNvSpPr>
            <a:spLocks noGrp="1"/>
          </p:cNvSpPr>
          <p:nvPr>
            <p:ph type="body" sz="quarter" idx="11"/>
          </p:nvPr>
        </p:nvSpPr>
        <p:spPr>
          <a:xfrm>
            <a:off x="510355" y="2248650"/>
            <a:ext cx="5263989" cy="852488"/>
          </a:xfrm>
        </p:spPr>
        <p:txBody>
          <a:bodyPr/>
          <a:lstStyle>
            <a:lvl1pPr marL="0" indent="0">
              <a:lnSpc>
                <a:spcPct val="9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6965C7FA-AD29-C62E-FF35-E25745E7CF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13207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Divider - Option 4">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9" name="Title 8"/>
          <p:cNvSpPr>
            <a:spLocks noGrp="1"/>
          </p:cNvSpPr>
          <p:nvPr>
            <p:ph type="title"/>
          </p:nvPr>
        </p:nvSpPr>
        <p:spPr>
          <a:xfrm>
            <a:off x="509179" y="1797600"/>
            <a:ext cx="5265165" cy="443577"/>
          </a:xfrm>
        </p:spPr>
        <p:txBody>
          <a:bodyPr anchor="t"/>
          <a:lstStyle>
            <a:lvl1pPr>
              <a:defRPr baseline="0">
                <a:solidFill>
                  <a:schemeClr val="bg1"/>
                </a:solidFill>
              </a:defRPr>
            </a:lvl1pPr>
          </a:lstStyle>
          <a:p>
            <a:r>
              <a:rPr lang="en-US"/>
              <a:t>Click to edit Master title style</a:t>
            </a:r>
          </a:p>
        </p:txBody>
      </p:sp>
      <p:sp>
        <p:nvSpPr>
          <p:cNvPr id="5" name="Text Placeholder 4"/>
          <p:cNvSpPr>
            <a:spLocks noGrp="1"/>
          </p:cNvSpPr>
          <p:nvPr>
            <p:ph type="body" sz="quarter" idx="11"/>
          </p:nvPr>
        </p:nvSpPr>
        <p:spPr>
          <a:xfrm>
            <a:off x="510355" y="2248650"/>
            <a:ext cx="5263989" cy="852488"/>
          </a:xfrm>
        </p:spPr>
        <p:txBody>
          <a:bodyPr/>
          <a:lstStyle>
            <a:lvl1pPr marL="0" indent="0">
              <a:lnSpc>
                <a:spcPct val="90000"/>
              </a:lnSpc>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5A6DF647-DF09-C0D6-4B30-AD0EEC01EF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93246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2AA86-9120-EFD3-4283-B8AEC355F78D}"/>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2097848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117475"/>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Insert slide title here… 24pt</a:t>
            </a:r>
          </a:p>
        </p:txBody>
      </p:sp>
      <p:sp>
        <p:nvSpPr>
          <p:cNvPr id="3" name="Text Placeholder 2"/>
          <p:cNvSpPr>
            <a:spLocks noGrp="1"/>
          </p:cNvSpPr>
          <p:nvPr>
            <p:ph type="body" idx="1"/>
          </p:nvPr>
        </p:nvSpPr>
        <p:spPr>
          <a:xfrm>
            <a:off x="609600" y="1358901"/>
            <a:ext cx="10972800" cy="4767263"/>
          </a:xfrm>
          <a:prstGeom prst="rect">
            <a:avLst/>
          </a:prstGeom>
        </p:spPr>
        <p:txBody>
          <a:bodyPr vert="horz" lIns="91440" tIns="45720" rIns="91440" bIns="45720" rtlCol="0">
            <a:normAutofit/>
          </a:bodyPr>
          <a:lstStyle/>
          <a:p>
            <a:r>
              <a:rPr lang="en-US"/>
              <a:t>Sub-heading Bold… 20pt</a:t>
            </a:r>
          </a:p>
          <a:p>
            <a:pPr lvl="0"/>
            <a:r>
              <a:rPr lang="en-US"/>
              <a:t>Add body copy </a:t>
            </a:r>
          </a:p>
          <a:p>
            <a:r>
              <a:rPr lang="en-US"/>
              <a:t>Add bullet point</a:t>
            </a:r>
          </a:p>
          <a:p>
            <a:r>
              <a:rPr lang="en-US"/>
              <a:t>Add bullet point</a:t>
            </a:r>
          </a:p>
        </p:txBody>
      </p:sp>
      <p:sp>
        <p:nvSpPr>
          <p:cNvPr id="11" name="Date Placeholder 3"/>
          <p:cNvSpPr txBox="1">
            <a:spLocks/>
          </p:cNvSpPr>
          <p:nvPr/>
        </p:nvSpPr>
        <p:spPr>
          <a:xfrm>
            <a:off x="508000" y="6356351"/>
            <a:ext cx="2844800" cy="365125"/>
          </a:xfrm>
          <a:prstGeom prst="rect">
            <a:avLst/>
          </a:prstGeom>
        </p:spPr>
        <p:txBody>
          <a:bodyPr anchor="ctr"/>
          <a:lstStyle>
            <a:defPPr>
              <a:defRPr lang="en-US"/>
            </a:defPPr>
            <a:lvl1pPr marL="0" algn="l" defTabSz="457200" rtl="0" eaLnBrk="1" latinLnBrk="0" hangingPunct="1">
              <a:defRPr lang="en-US" sz="900" b="0" i="0" u="none" strike="noStrike" kern="1200" baseline="0" smtClean="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sz="900"/>
              <a:t>The University of Sydney</a:t>
            </a:r>
          </a:p>
        </p:txBody>
      </p:sp>
      <p:sp>
        <p:nvSpPr>
          <p:cNvPr id="12" name="Slide Number Placeholder 5"/>
          <p:cNvSpPr txBox="1">
            <a:spLocks/>
          </p:cNvSpPr>
          <p:nvPr/>
        </p:nvSpPr>
        <p:spPr>
          <a:xfrm>
            <a:off x="8839200" y="6356351"/>
            <a:ext cx="2844800" cy="365125"/>
          </a:xfrm>
          <a:prstGeom prst="rect">
            <a:avLst/>
          </a:prstGeom>
        </p:spPr>
        <p:txBody>
          <a:bodyPr anchor="ctr"/>
          <a:lstStyle>
            <a:defPPr>
              <a:defRPr lang="en-US"/>
            </a:defPPr>
            <a:lvl1pPr marL="0" algn="r" defTabSz="457200" rtl="0" eaLnBrk="1" latinLnBrk="0" hangingPunct="1">
              <a:defRPr sz="900" kern="120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900"/>
              <a:t>Page </a:t>
            </a:r>
            <a:fld id="{3B11C02F-2186-5E4E-90C0-5210A150EF90}" type="slidenum">
              <a:rPr lang="en-US" sz="900" smtClean="0"/>
              <a:pPr fontAlgn="auto">
                <a:spcBef>
                  <a:spcPts val="0"/>
                </a:spcBef>
                <a:spcAft>
                  <a:spcPts val="0"/>
                </a:spcAft>
                <a:defRPr/>
              </a:pPr>
              <a:t>‹#›</a:t>
            </a:fld>
            <a:endParaRPr lang="en-US" sz="900"/>
          </a:p>
        </p:txBody>
      </p:sp>
    </p:spTree>
    <p:extLst>
      <p:ext uri="{BB962C8B-B14F-4D97-AF65-F5344CB8AC3E}">
        <p14:creationId xmlns:p14="http://schemas.microsoft.com/office/powerpoint/2010/main" val="36278499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83" r:id="rId18"/>
    <p:sldLayoutId id="2147483678" r:id="rId19"/>
    <p:sldLayoutId id="2147483679" r:id="rId20"/>
    <p:sldLayoutId id="2147483680" r:id="rId21"/>
    <p:sldLayoutId id="2147483681" r:id="rId22"/>
    <p:sldLayoutId id="2147483682" r:id="rId23"/>
  </p:sldLayoutIdLst>
  <p:txStyles>
    <p:title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p:titleStyle>
    <p:bodyStyle>
      <a:lvl1pPr marL="342900" indent="-342900" algn="l" defTabSz="457200" rtl="0" eaLnBrk="1" fontAlgn="base" hangingPunct="1">
        <a:spcBef>
          <a:spcPct val="20000"/>
        </a:spcBef>
        <a:spcAft>
          <a:spcPct val="0"/>
        </a:spcAft>
        <a:buFont typeface="Lucida Grande" charset="0"/>
        <a:buChar char="–"/>
        <a:defRPr sz="2000" kern="1200">
          <a:solidFill>
            <a:schemeClr val="tx1"/>
          </a:solidFill>
          <a:latin typeface="Tw Cen MT"/>
          <a:ea typeface="ＭＳ Ｐゴシック" charset="0"/>
          <a:cs typeface="Tw Cen MT"/>
        </a:defRPr>
      </a:lvl1pPr>
      <a:lvl2pPr marL="742950" indent="-28575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2pPr>
      <a:lvl3pPr marL="11430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svg"/><Relationship Id="rId18" Type="http://schemas.openxmlformats.org/officeDocument/2006/relationships/image" Target="../media/image23.svg"/><Relationship Id="rId26" Type="http://schemas.openxmlformats.org/officeDocument/2006/relationships/image" Target="../media/image31.svg"/><Relationship Id="rId3" Type="http://schemas.openxmlformats.org/officeDocument/2006/relationships/image" Target="../media/image9.svg"/><Relationship Id="rId21" Type="http://schemas.openxmlformats.org/officeDocument/2006/relationships/image" Target="../media/image26.svg"/><Relationship Id="rId7" Type="http://schemas.openxmlformats.org/officeDocument/2006/relationships/image" Target="../media/image12.svg"/><Relationship Id="rId12" Type="http://schemas.openxmlformats.org/officeDocument/2006/relationships/image" Target="../media/image17.svg"/><Relationship Id="rId17" Type="http://schemas.openxmlformats.org/officeDocument/2006/relationships/image" Target="../media/image22.svg"/><Relationship Id="rId25" Type="http://schemas.openxmlformats.org/officeDocument/2006/relationships/image" Target="../media/image30.svg"/><Relationship Id="rId2" Type="http://schemas.openxmlformats.org/officeDocument/2006/relationships/notesSlide" Target="../notesSlides/notesSlide1.xml"/><Relationship Id="rId16" Type="http://schemas.openxmlformats.org/officeDocument/2006/relationships/image" Target="../media/image21.svg"/><Relationship Id="rId20" Type="http://schemas.openxmlformats.org/officeDocument/2006/relationships/image" Target="../media/image25.svg"/><Relationship Id="rId29" Type="http://schemas.openxmlformats.org/officeDocument/2006/relationships/image" Target="../media/image34.png"/><Relationship Id="rId1" Type="http://schemas.openxmlformats.org/officeDocument/2006/relationships/slideLayout" Target="../slideLayouts/slideLayout7.xml"/><Relationship Id="rId6" Type="http://schemas.microsoft.com/office/2007/relationships/hdphoto" Target="../media/hdphoto1.wdp"/><Relationship Id="rId11" Type="http://schemas.openxmlformats.org/officeDocument/2006/relationships/image" Target="../media/image16.svg"/><Relationship Id="rId24" Type="http://schemas.openxmlformats.org/officeDocument/2006/relationships/image" Target="../media/image29.svg"/><Relationship Id="rId5" Type="http://schemas.openxmlformats.org/officeDocument/2006/relationships/image" Target="../media/image11.png"/><Relationship Id="rId15" Type="http://schemas.openxmlformats.org/officeDocument/2006/relationships/image" Target="../media/image20.svg"/><Relationship Id="rId23" Type="http://schemas.openxmlformats.org/officeDocument/2006/relationships/image" Target="../media/image28.svg"/><Relationship Id="rId28" Type="http://schemas.openxmlformats.org/officeDocument/2006/relationships/image" Target="../media/image33.svg"/><Relationship Id="rId10" Type="http://schemas.openxmlformats.org/officeDocument/2006/relationships/image" Target="../media/image15.svg"/><Relationship Id="rId19" Type="http://schemas.openxmlformats.org/officeDocument/2006/relationships/image" Target="../media/image24.svg"/><Relationship Id="rId4" Type="http://schemas.openxmlformats.org/officeDocument/2006/relationships/image" Target="../media/image10.svg"/><Relationship Id="rId9" Type="http://schemas.openxmlformats.org/officeDocument/2006/relationships/image" Target="../media/image14.svg"/><Relationship Id="rId14" Type="http://schemas.openxmlformats.org/officeDocument/2006/relationships/image" Target="../media/image19.svg"/><Relationship Id="rId22" Type="http://schemas.openxmlformats.org/officeDocument/2006/relationships/image" Target="../media/image27.svg"/><Relationship Id="rId27" Type="http://schemas.openxmlformats.org/officeDocument/2006/relationships/image" Target="../media/image32.svg"/></Relationships>
</file>

<file path=ppt/slides/_rels/slide2.xml.rels><?xml version="1.0" encoding="UTF-8" standalone="yes"?>
<Relationships xmlns="http://schemas.openxmlformats.org/package/2006/relationships"><Relationship Id="rId3" Type="http://schemas.openxmlformats.org/officeDocument/2006/relationships/image" Target="../media/image35.svg"/><Relationship Id="rId7" Type="http://schemas.openxmlformats.org/officeDocument/2006/relationships/image" Target="../media/image39.sv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8" Type="http://schemas.openxmlformats.org/officeDocument/2006/relationships/image" Target="../media/image45.svg"/><Relationship Id="rId13" Type="http://schemas.openxmlformats.org/officeDocument/2006/relationships/image" Target="../media/image50.svg"/><Relationship Id="rId3" Type="http://schemas.openxmlformats.org/officeDocument/2006/relationships/image" Target="../media/image40.jpeg"/><Relationship Id="rId7" Type="http://schemas.openxmlformats.org/officeDocument/2006/relationships/image" Target="../media/image44.svg"/><Relationship Id="rId12" Type="http://schemas.openxmlformats.org/officeDocument/2006/relationships/image" Target="../media/image49.svg"/><Relationship Id="rId2" Type="http://schemas.openxmlformats.org/officeDocument/2006/relationships/notesSlide" Target="../notesSlides/notesSlide3.xml"/><Relationship Id="rId16" Type="http://schemas.openxmlformats.org/officeDocument/2006/relationships/image" Target="../media/image53.svg"/><Relationship Id="rId1" Type="http://schemas.openxmlformats.org/officeDocument/2006/relationships/slideLayout" Target="../slideLayouts/slideLayout10.xml"/><Relationship Id="rId6" Type="http://schemas.openxmlformats.org/officeDocument/2006/relationships/image" Target="../media/image43.jpeg"/><Relationship Id="rId11" Type="http://schemas.openxmlformats.org/officeDocument/2006/relationships/image" Target="../media/image48.svg"/><Relationship Id="rId5" Type="http://schemas.openxmlformats.org/officeDocument/2006/relationships/image" Target="../media/image42.jpeg"/><Relationship Id="rId15" Type="http://schemas.openxmlformats.org/officeDocument/2006/relationships/image" Target="../media/image52.svg"/><Relationship Id="rId10" Type="http://schemas.openxmlformats.org/officeDocument/2006/relationships/image" Target="../media/image47.svg"/><Relationship Id="rId4" Type="http://schemas.openxmlformats.org/officeDocument/2006/relationships/image" Target="../media/image41.jpeg"/><Relationship Id="rId9" Type="http://schemas.openxmlformats.org/officeDocument/2006/relationships/image" Target="../media/image46.svg"/><Relationship Id="rId14" Type="http://schemas.openxmlformats.org/officeDocument/2006/relationships/image" Target="../media/image51.svg"/></Relationships>
</file>

<file path=ppt/slides/_rels/slide5.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microsoft.com/office/2007/relationships/hdphoto" Target="../media/hdphoto2.wdp"/><Relationship Id="rId5" Type="http://schemas.openxmlformats.org/officeDocument/2006/relationships/image" Target="../media/image56.png"/><Relationship Id="rId4" Type="http://schemas.openxmlformats.org/officeDocument/2006/relationships/image" Target="../media/image55.svg"/></Relationships>
</file>

<file path=ppt/slides/_rels/slide6.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6.jpeg"/><Relationship Id="rId3" Type="http://schemas.openxmlformats.org/officeDocument/2006/relationships/image" Target="../media/image43.jpeg"/><Relationship Id="rId7" Type="http://schemas.openxmlformats.org/officeDocument/2006/relationships/image" Target="../media/image61.svg"/><Relationship Id="rId12" Type="http://schemas.openxmlformats.org/officeDocument/2006/relationships/image" Target="../media/image65.svg"/><Relationship Id="rId2" Type="http://schemas.openxmlformats.org/officeDocument/2006/relationships/notesSlide" Target="../notesSlides/notesSlide6.xml"/><Relationship Id="rId16" Type="http://schemas.openxmlformats.org/officeDocument/2006/relationships/image" Target="../media/image68.jpeg"/><Relationship Id="rId1" Type="http://schemas.openxmlformats.org/officeDocument/2006/relationships/slideLayout" Target="../slideLayouts/slideLayout10.xml"/><Relationship Id="rId6" Type="http://schemas.openxmlformats.org/officeDocument/2006/relationships/image" Target="../media/image60.svg"/><Relationship Id="rId11" Type="http://schemas.microsoft.com/office/2007/relationships/hdphoto" Target="../media/hdphoto3.wdp"/><Relationship Id="rId5" Type="http://schemas.openxmlformats.org/officeDocument/2006/relationships/image" Target="../media/image59.svg"/><Relationship Id="rId15" Type="http://schemas.microsoft.com/office/2007/relationships/hdphoto" Target="../media/hdphoto4.wdp"/><Relationship Id="rId10" Type="http://schemas.openxmlformats.org/officeDocument/2006/relationships/image" Target="../media/image64.png"/><Relationship Id="rId4" Type="http://schemas.openxmlformats.org/officeDocument/2006/relationships/image" Target="../media/image58.svg"/><Relationship Id="rId9" Type="http://schemas.openxmlformats.org/officeDocument/2006/relationships/image" Target="../media/image63.svg"/><Relationship Id="rId14" Type="http://schemas.openxmlformats.org/officeDocument/2006/relationships/image" Target="../media/image67.png"/></Relationships>
</file>

<file path=ppt/slides/_rels/slide8.xml.rels><?xml version="1.0" encoding="UTF-8" standalone="yes"?>
<Relationships xmlns="http://schemas.openxmlformats.org/package/2006/relationships"><Relationship Id="rId8" Type="http://schemas.openxmlformats.org/officeDocument/2006/relationships/image" Target="../media/image74.svg"/><Relationship Id="rId13" Type="http://schemas.openxmlformats.org/officeDocument/2006/relationships/diagramColors" Target="../diagrams/colors1.xml"/><Relationship Id="rId3" Type="http://schemas.openxmlformats.org/officeDocument/2006/relationships/image" Target="../media/image69.svg"/><Relationship Id="rId7" Type="http://schemas.openxmlformats.org/officeDocument/2006/relationships/image" Target="../media/image73.svg"/><Relationship Id="rId12" Type="http://schemas.openxmlformats.org/officeDocument/2006/relationships/diagramQuickStyle" Target="../diagrams/quickStyle1.xml"/><Relationship Id="rId2" Type="http://schemas.openxmlformats.org/officeDocument/2006/relationships/notesSlide" Target="../notesSlides/notesSlide7.xml"/><Relationship Id="rId16" Type="http://schemas.microsoft.com/office/2007/relationships/hdphoto" Target="../media/hdphoto5.wdp"/><Relationship Id="rId1" Type="http://schemas.openxmlformats.org/officeDocument/2006/relationships/slideLayout" Target="../slideLayouts/slideLayout10.xml"/><Relationship Id="rId6" Type="http://schemas.openxmlformats.org/officeDocument/2006/relationships/image" Target="../media/image72.svg"/><Relationship Id="rId11" Type="http://schemas.openxmlformats.org/officeDocument/2006/relationships/diagramLayout" Target="../diagrams/layout1.xml"/><Relationship Id="rId5" Type="http://schemas.openxmlformats.org/officeDocument/2006/relationships/image" Target="../media/image71.svg"/><Relationship Id="rId15" Type="http://schemas.openxmlformats.org/officeDocument/2006/relationships/image" Target="../media/image76.png"/><Relationship Id="rId10" Type="http://schemas.openxmlformats.org/officeDocument/2006/relationships/diagramData" Target="../diagrams/data1.xml"/><Relationship Id="rId4" Type="http://schemas.openxmlformats.org/officeDocument/2006/relationships/image" Target="../media/image70.svg"/><Relationship Id="rId9" Type="http://schemas.openxmlformats.org/officeDocument/2006/relationships/image" Target="../media/image75.svg"/><Relationship Id="rId14" Type="http://schemas.microsoft.com/office/2007/relationships/diagramDrawing" Target="../diagrams/drawing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78.svg"/></Relationships>
</file>

<file path=ppt/slides/_rels/slide1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image" Target="../media/image81.png"/><Relationship Id="rId4" Type="http://schemas.openxmlformats.org/officeDocument/2006/relationships/image" Target="../media/image80.png"/></Relationships>
</file>

<file path=ppt/slides/_rels/slide12.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83.svg"/></Relationships>
</file>

<file path=ppt/slides/_rels/slide13.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notesSlide" Target="../notesSlides/notesSlide12.xml"/><Relationship Id="rId1" Type="http://schemas.openxmlformats.org/officeDocument/2006/relationships/slideLayout" Target="../slideLayouts/slideLayout20.xml"/><Relationship Id="rId4" Type="http://schemas.openxmlformats.org/officeDocument/2006/relationships/image" Target="../media/image85.svg"/></Relationships>
</file>

<file path=ppt/slides/_rels/slide1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87.svg"/><Relationship Id="rId2" Type="http://schemas.openxmlformats.org/officeDocument/2006/relationships/notesSlide" Target="../notesSlides/notesSlide15.xml"/><Relationship Id="rId1" Type="http://schemas.openxmlformats.org/officeDocument/2006/relationships/slideLayout" Target="../slideLayouts/slideLayout20.xml"/><Relationship Id="rId4" Type="http://schemas.openxmlformats.org/officeDocument/2006/relationships/image" Target="../media/image88.svg"/></Relationships>
</file>

<file path=ppt/slides/_rels/slide1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17.xml"/><Relationship Id="rId1" Type="http://schemas.openxmlformats.org/officeDocument/2006/relationships/slideLayout" Target="../slideLayouts/slideLayout10.xml"/><Relationship Id="rId5" Type="http://schemas.openxmlformats.org/officeDocument/2006/relationships/image" Target="../media/image91.emf"/><Relationship Id="rId4" Type="http://schemas.openxmlformats.org/officeDocument/2006/relationships/image" Target="../media/image90.emf"/></Relationships>
</file>

<file path=ppt/slides/_rels/slide1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1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image" Target="../media/image93.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image" Target="../media/image94.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openxmlformats.org/officeDocument/2006/relationships/image" Target="../media/image95.png"/></Relationships>
</file>

<file path=ppt/slides/_rels/slide24.xml.rels><?xml version="1.0" encoding="UTF-8" standalone="yes"?>
<Relationships xmlns="http://schemas.openxmlformats.org/package/2006/relationships"><Relationship Id="rId3" Type="http://schemas.openxmlformats.org/officeDocument/2006/relationships/image" Target="../media/image96.svg"/><Relationship Id="rId2" Type="http://schemas.openxmlformats.org/officeDocument/2006/relationships/notesSlide" Target="../notesSlides/notesSlide23.xml"/><Relationship Id="rId1" Type="http://schemas.openxmlformats.org/officeDocument/2006/relationships/slideLayout" Target="../slideLayouts/slideLayout22.xml"/><Relationship Id="rId6" Type="http://schemas.openxmlformats.org/officeDocument/2006/relationships/hyperlink" Target="mailto:arkar.thanwin@sydney.edu.au" TargetMode="External"/><Relationship Id="rId5" Type="http://schemas.openxmlformats.org/officeDocument/2006/relationships/image" Target="../media/image98.svg"/><Relationship Id="rId4" Type="http://schemas.openxmlformats.org/officeDocument/2006/relationships/image" Target="../media/image97.svg"/></Relationships>
</file>

<file path=ppt/slides/_rels/slide25.xml.rels><?xml version="1.0" encoding="UTF-8" standalone="yes"?>
<Relationships xmlns="http://schemas.openxmlformats.org/package/2006/relationships"><Relationship Id="rId8" Type="http://schemas.openxmlformats.org/officeDocument/2006/relationships/hyperlink" Target="https://doi.org/10.1016/j.tra.2018.11.016" TargetMode="External"/><Relationship Id="rId13" Type="http://schemas.openxmlformats.org/officeDocument/2006/relationships/hyperlink" Target="https://doi.org/10.1080/15568318.2020.1833115" TargetMode="External"/><Relationship Id="rId3" Type="http://schemas.openxmlformats.org/officeDocument/2006/relationships/image" Target="../media/image7.png"/><Relationship Id="rId7" Type="http://schemas.openxmlformats.org/officeDocument/2006/relationships/hyperlink" Target="https://doi.org/10.1080/12265934.2023.2165531" TargetMode="External"/><Relationship Id="rId12" Type="http://schemas.openxmlformats.org/officeDocument/2006/relationships/hyperlink" Target="https://doi.org/10.1016/j.trc.2016.09.003" TargetMode="External"/><Relationship Id="rId2" Type="http://schemas.openxmlformats.org/officeDocument/2006/relationships/notesSlide" Target="../notesSlides/notesSlide24.xml"/><Relationship Id="rId1" Type="http://schemas.openxmlformats.org/officeDocument/2006/relationships/slideLayout" Target="../slideLayouts/slideLayout10.xml"/><Relationship Id="rId6" Type="http://schemas.openxmlformats.org/officeDocument/2006/relationships/hyperlink" Target="https://doi.org/https:/doi.org/10.1016/j.retrec.2019.02.005" TargetMode="External"/><Relationship Id="rId11" Type="http://schemas.openxmlformats.org/officeDocument/2006/relationships/hyperlink" Target="https://doi.org/10.1061/JTEPBS.TEENG-7961" TargetMode="External"/><Relationship Id="rId5" Type="http://schemas.openxmlformats.org/officeDocument/2006/relationships/hyperlink" Target="https://doi.org/10.1177/0361198118758630" TargetMode="External"/><Relationship Id="rId10" Type="http://schemas.openxmlformats.org/officeDocument/2006/relationships/hyperlink" Target="https://doi.org/10.1016/j.techfore.2019.119792" TargetMode="External"/><Relationship Id="rId4" Type="http://schemas.openxmlformats.org/officeDocument/2006/relationships/hyperlink" Target="https://doi.org/10.1177/0361198118790124" TargetMode="External"/><Relationship Id="rId9" Type="http://schemas.openxmlformats.org/officeDocument/2006/relationships/hyperlink" Target="https://doi.org/10.1016/j.jtrangeo.2003.10.005" TargetMode="External"/><Relationship Id="rId14" Type="http://schemas.openxmlformats.org/officeDocument/2006/relationships/hyperlink" Target="https://doi.org/10.1017/S0047279403007037" TargetMode="External"/></Relationships>
</file>

<file path=ppt/slides/_rels/slide26.xml.rels><?xml version="1.0" encoding="UTF-8" standalone="yes"?>
<Relationships xmlns="http://schemas.openxmlformats.org/package/2006/relationships"><Relationship Id="rId8" Type="http://schemas.openxmlformats.org/officeDocument/2006/relationships/hyperlink" Target="https://doi.org/10.1177/03611981221094305" TargetMode="External"/><Relationship Id="rId13" Type="http://schemas.openxmlformats.org/officeDocument/2006/relationships/hyperlink" Target="https://doi.org/https:/doi.org/10.1016/j.techfore.2020.120130" TargetMode="External"/><Relationship Id="rId3" Type="http://schemas.openxmlformats.org/officeDocument/2006/relationships/image" Target="../media/image7.png"/><Relationship Id="rId7" Type="http://schemas.openxmlformats.org/officeDocument/2006/relationships/hyperlink" Target="https://doi.org/10.1016/j.trc.2016.06.015" TargetMode="External"/><Relationship Id="rId12" Type="http://schemas.openxmlformats.org/officeDocument/2006/relationships/hyperlink" Target="https://doi.org/https:/doi.org/10.1016/j.tra.2020.06.004" TargetMode="External"/><Relationship Id="rId2" Type="http://schemas.openxmlformats.org/officeDocument/2006/relationships/notesSlide" Target="../notesSlides/notesSlide25.xml"/><Relationship Id="rId1" Type="http://schemas.openxmlformats.org/officeDocument/2006/relationships/slideLayout" Target="../slideLayouts/slideLayout10.xml"/><Relationship Id="rId6" Type="http://schemas.openxmlformats.org/officeDocument/2006/relationships/hyperlink" Target="https://doi.org/https:/doi.org/10.1016/j.tra.2019.08.011" TargetMode="External"/><Relationship Id="rId11" Type="http://schemas.openxmlformats.org/officeDocument/2006/relationships/hyperlink" Target="https://doi.org/10.1007/s11116-020-10106-y" TargetMode="External"/><Relationship Id="rId5" Type="http://schemas.openxmlformats.org/officeDocument/2006/relationships/hyperlink" Target="https://doi.org/https:/doi.org/10.1016/j.trc.2021.103354" TargetMode="External"/><Relationship Id="rId10" Type="http://schemas.openxmlformats.org/officeDocument/2006/relationships/hyperlink" Target="https://doi.org/10.1016/j.tra.2021.09.013" TargetMode="External"/><Relationship Id="rId4" Type="http://schemas.openxmlformats.org/officeDocument/2006/relationships/hyperlink" Target="https://doi.org/10.1177/03611981231175900" TargetMode="External"/><Relationship Id="rId9" Type="http://schemas.openxmlformats.org/officeDocument/2006/relationships/hyperlink" Target="https://doi.org/https:/doi.org/10.1016/j.cities.2022.103692" TargetMode="External"/></Relationships>
</file>

<file path=ppt/slides/_rels/slide27.xml.rels><?xml version="1.0" encoding="UTF-8" standalone="yes"?>
<Relationships xmlns="http://schemas.openxmlformats.org/package/2006/relationships"><Relationship Id="rId8" Type="http://schemas.openxmlformats.org/officeDocument/2006/relationships/hyperlink" Target="https://doi.org/10.5198/jtlu.2020.1717" TargetMode="External"/><Relationship Id="rId13" Type="http://schemas.openxmlformats.org/officeDocument/2006/relationships/hyperlink" Target="https://doi.org/https:/doi.org/10.1016/j.trd.2020.102303" TargetMode="External"/><Relationship Id="rId3" Type="http://schemas.openxmlformats.org/officeDocument/2006/relationships/image" Target="../media/image7.png"/><Relationship Id="rId7" Type="http://schemas.openxmlformats.org/officeDocument/2006/relationships/hyperlink" Target="https://doi.org/https:/doi.org/10.1016/j.tra.2015.12.001" TargetMode="External"/><Relationship Id="rId12" Type="http://schemas.openxmlformats.org/officeDocument/2006/relationships/hyperlink" Target="https://doi.org/10.1177/0739456X18776062" TargetMode="External"/><Relationship Id="rId2" Type="http://schemas.openxmlformats.org/officeDocument/2006/relationships/notesSlide" Target="../notesSlides/notesSlide26.xml"/><Relationship Id="rId1" Type="http://schemas.openxmlformats.org/officeDocument/2006/relationships/slideLayout" Target="../slideLayouts/slideLayout10.xml"/><Relationship Id="rId6" Type="http://schemas.openxmlformats.org/officeDocument/2006/relationships/hyperlink" Target="https://doi.org/10.1007/s11116-017-9802-2" TargetMode="External"/><Relationship Id="rId11" Type="http://schemas.openxmlformats.org/officeDocument/2006/relationships/hyperlink" Target="https://doi.org/10.1016/j.trd.2022.103329" TargetMode="External"/><Relationship Id="rId5" Type="http://schemas.openxmlformats.org/officeDocument/2006/relationships/hyperlink" Target="https://doi.org/https:/doi.org/10.1016/j.trd.2018.12.019" TargetMode="External"/><Relationship Id="rId10" Type="http://schemas.openxmlformats.org/officeDocument/2006/relationships/hyperlink" Target="https://doi.org/https:/doi.org/10.1016/j.tra.2016.09.003" TargetMode="External"/><Relationship Id="rId4" Type="http://schemas.openxmlformats.org/officeDocument/2006/relationships/hyperlink" Target="https://doi.org/10.1177/0361198118757980" TargetMode="External"/><Relationship Id="rId9" Type="http://schemas.openxmlformats.org/officeDocument/2006/relationships/hyperlink" Target="https://doi.org/10.1016/j.trc.2023.104471"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0.xml"/><Relationship Id="rId5" Type="http://schemas.openxmlformats.org/officeDocument/2006/relationships/hyperlink" Target="https://doi.org/10.1016/j.cities.2021.103345" TargetMode="External"/><Relationship Id="rId4" Type="http://schemas.openxmlformats.org/officeDocument/2006/relationships/hyperlink" Target="https://doi.org/10.1016/j.tra.2019.12.00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EFBAD-A447-5113-D534-C4274248667A}"/>
              </a:ext>
            </a:extLst>
          </p:cNvPr>
          <p:cNvSpPr>
            <a:spLocks noGrp="1"/>
          </p:cNvSpPr>
          <p:nvPr>
            <p:ph type="title"/>
          </p:nvPr>
        </p:nvSpPr>
        <p:spPr>
          <a:xfrm>
            <a:off x="509179" y="395772"/>
            <a:ext cx="5265165" cy="1384995"/>
          </a:xfrm>
        </p:spPr>
        <p:txBody>
          <a:bodyPr anchor="b" anchorCtr="0">
            <a:spAutoFit/>
          </a:bodyPr>
          <a:lstStyle/>
          <a:p>
            <a:r>
              <a:rPr lang="en-AU" sz="2800">
                <a:solidFill>
                  <a:srgbClr val="1F487C"/>
                </a:solidFill>
              </a:rPr>
              <a:t>Implications of Autonomous Vehicles for Accessibility and Transport-related Social Exclusion</a:t>
            </a:r>
          </a:p>
        </p:txBody>
      </p:sp>
      <p:sp>
        <p:nvSpPr>
          <p:cNvPr id="3" name="Text Placeholder 2">
            <a:extLst>
              <a:ext uri="{FF2B5EF4-FFF2-40B4-BE49-F238E27FC236}">
                <a16:creationId xmlns:a16="http://schemas.microsoft.com/office/drawing/2014/main" id="{29AE6B4F-F5BF-0EDA-D80A-0F6A0290BAF5}"/>
              </a:ext>
            </a:extLst>
          </p:cNvPr>
          <p:cNvSpPr>
            <a:spLocks noGrp="1"/>
          </p:cNvSpPr>
          <p:nvPr>
            <p:ph type="body" sz="quarter" idx="11"/>
          </p:nvPr>
        </p:nvSpPr>
        <p:spPr>
          <a:xfrm>
            <a:off x="489255" y="4022750"/>
            <a:ext cx="5285089" cy="867930"/>
          </a:xfrm>
        </p:spPr>
        <p:txBody>
          <a:bodyPr anchor="b" anchorCtr="0">
            <a:spAutoFit/>
          </a:bodyPr>
          <a:lstStyle/>
          <a:p>
            <a:pPr algn="r"/>
            <a:r>
              <a:rPr lang="en-AU"/>
              <a:t>Candidate: Arkar Than Win						</a:t>
            </a:r>
          </a:p>
          <a:p>
            <a:pPr algn="r"/>
            <a:r>
              <a:rPr lang="en-AU"/>
              <a:t>Supervisors: Professor John Nelson and Associate Professor Chinh Ho</a:t>
            </a:r>
          </a:p>
          <a:p>
            <a:pPr algn="r"/>
            <a:r>
              <a:rPr lang="en-AU"/>
              <a:t>Discipline: Institute of Transport and Logistics Studies			</a:t>
            </a:r>
          </a:p>
          <a:p>
            <a:pPr algn="r"/>
            <a:r>
              <a:rPr lang="en-AU"/>
              <a:t>Date: 4</a:t>
            </a:r>
            <a:r>
              <a:rPr lang="en-AU" baseline="30000"/>
              <a:t>th</a:t>
            </a:r>
            <a:r>
              <a:rPr lang="en-AU"/>
              <a:t> of June 2024						 </a:t>
            </a:r>
          </a:p>
        </p:txBody>
      </p:sp>
      <p:sp>
        <p:nvSpPr>
          <p:cNvPr id="4" name="Text Placeholder 3">
            <a:extLst>
              <a:ext uri="{FF2B5EF4-FFF2-40B4-BE49-F238E27FC236}">
                <a16:creationId xmlns:a16="http://schemas.microsoft.com/office/drawing/2014/main" id="{15132EF0-A032-879C-FCBC-DFDA78FB8457}"/>
              </a:ext>
            </a:extLst>
          </p:cNvPr>
          <p:cNvSpPr>
            <a:spLocks noGrp="1"/>
          </p:cNvSpPr>
          <p:nvPr>
            <p:ph type="body" sz="quarter" idx="13"/>
          </p:nvPr>
        </p:nvSpPr>
        <p:spPr>
          <a:xfrm>
            <a:off x="510355" y="1780767"/>
            <a:ext cx="5263989" cy="397032"/>
          </a:xfrm>
        </p:spPr>
        <p:txBody>
          <a:bodyPr>
            <a:spAutoFit/>
          </a:bodyPr>
          <a:lstStyle/>
          <a:p>
            <a:r>
              <a:rPr lang="en-AU" b="1"/>
              <a:t>Thesis Proposal Defence</a:t>
            </a:r>
          </a:p>
        </p:txBody>
      </p:sp>
      <p:sp>
        <p:nvSpPr>
          <p:cNvPr id="46" name="Rectangle 45">
            <a:extLst>
              <a:ext uri="{FF2B5EF4-FFF2-40B4-BE49-F238E27FC236}">
                <a16:creationId xmlns:a16="http://schemas.microsoft.com/office/drawing/2014/main" id="{B2AC975A-5BFB-DC60-6AED-0006DC3FB0F6}"/>
              </a:ext>
            </a:extLst>
          </p:cNvPr>
          <p:cNvSpPr>
            <a:spLocks noGrp="1" noRot="1" noMove="1" noResize="1" noEditPoints="1" noAdjustHandles="1" noChangeArrowheads="1" noChangeShapeType="1"/>
          </p:cNvSpPr>
          <p:nvPr/>
        </p:nvSpPr>
        <p:spPr>
          <a:xfrm>
            <a:off x="6303963" y="0"/>
            <a:ext cx="5917386" cy="6858000"/>
          </a:xfrm>
          <a:prstGeom prst="rect">
            <a:avLst/>
          </a:prstGeom>
          <a:solidFill>
            <a:srgbClr val="224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nvGrpSpPr>
          <p:cNvPr id="93" name="Group 92">
            <a:extLst>
              <a:ext uri="{FF2B5EF4-FFF2-40B4-BE49-F238E27FC236}">
                <a16:creationId xmlns:a16="http://schemas.microsoft.com/office/drawing/2014/main" id="{54FC21C3-6DF5-C703-37A7-5891FE83285F}"/>
              </a:ext>
            </a:extLst>
          </p:cNvPr>
          <p:cNvGrpSpPr>
            <a:grpSpLocks noGrp="1" noUngrp="1" noRot="1" noMove="1" noResize="1"/>
          </p:cNvGrpSpPr>
          <p:nvPr/>
        </p:nvGrpSpPr>
        <p:grpSpPr>
          <a:xfrm>
            <a:off x="6303963" y="0"/>
            <a:ext cx="5917386" cy="6858000"/>
            <a:chOff x="6303963" y="0"/>
            <a:chExt cx="5917386" cy="6858000"/>
          </a:xfrm>
        </p:grpSpPr>
        <p:pic>
          <p:nvPicPr>
            <p:cNvPr id="89" name="Graphic 88" descr="Bamboo and grasses">
              <a:extLst>
                <a:ext uri="{FF2B5EF4-FFF2-40B4-BE49-F238E27FC236}">
                  <a16:creationId xmlns:a16="http://schemas.microsoft.com/office/drawing/2014/main" id="{4A2F6FE3-497F-74BF-718E-C4B2F70EF264}"/>
                </a:ext>
              </a:extLst>
            </p:cNvPr>
            <p:cNvPicPr>
              <a:picLocks noGrp="1" noRot="1" noChangeAspec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53909"/>
            <a:stretch/>
          </p:blipFill>
          <p:spPr>
            <a:xfrm>
              <a:off x="6303963" y="5204810"/>
              <a:ext cx="1354626" cy="1653190"/>
            </a:xfrm>
            <a:prstGeom prst="rect">
              <a:avLst/>
            </a:prstGeom>
          </p:spPr>
        </p:pic>
        <p:pic>
          <p:nvPicPr>
            <p:cNvPr id="90" name="Graphic 89" descr="Bamboo and grasses">
              <a:extLst>
                <a:ext uri="{FF2B5EF4-FFF2-40B4-BE49-F238E27FC236}">
                  <a16:creationId xmlns:a16="http://schemas.microsoft.com/office/drawing/2014/main" id="{96FFE8F2-C920-C56B-2717-51702FF0171E}"/>
                </a:ext>
              </a:extLst>
            </p:cNvPr>
            <p:cNvPicPr>
              <a:picLocks noGrp="1" noRot="1" noChangeAspec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r="50000"/>
            <a:stretch/>
          </p:blipFill>
          <p:spPr>
            <a:xfrm>
              <a:off x="10751847" y="5204810"/>
              <a:ext cx="1469502" cy="1653190"/>
            </a:xfrm>
            <a:prstGeom prst="rect">
              <a:avLst/>
            </a:prstGeom>
          </p:spPr>
        </p:pic>
        <p:pic>
          <p:nvPicPr>
            <p:cNvPr id="92" name="Graphic 91" descr="An organic corner shape">
              <a:extLst>
                <a:ext uri="{FF2B5EF4-FFF2-40B4-BE49-F238E27FC236}">
                  <a16:creationId xmlns:a16="http://schemas.microsoft.com/office/drawing/2014/main" id="{523DE0FC-0B7C-79FB-7B51-27B0FF8EA9BC}"/>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03963" y="0"/>
              <a:ext cx="1891742" cy="1891742"/>
            </a:xfrm>
            <a:prstGeom prst="rect">
              <a:avLst/>
            </a:prstGeom>
          </p:spPr>
        </p:pic>
      </p:grpSp>
      <p:pic>
        <p:nvPicPr>
          <p:cNvPr id="54" name="Picture 53">
            <a:extLst>
              <a:ext uri="{FF2B5EF4-FFF2-40B4-BE49-F238E27FC236}">
                <a16:creationId xmlns:a16="http://schemas.microsoft.com/office/drawing/2014/main" id="{661B9AD3-901B-BEE2-67A2-8A79FF57E23C}"/>
              </a:ext>
            </a:extLst>
          </p:cNvPr>
          <p:cNvPicPr>
            <a:picLocks noGrp="1" noRot="1" noChangeAspect="1" noMove="1" noResize="1" noEditPoints="1" noAdjustHandles="1" noChangeArrowheads="1" noChangeShapeType="1" noCrop="1"/>
          </p:cNvPicPr>
          <p:nvPr/>
        </p:nvPicPr>
        <p:blipFill>
          <a:blip r:embed="rId5">
            <a:alphaModFix/>
            <a:extLst>
              <a:ext uri="{BEBA8EAE-BF5A-486C-A8C5-ECC9F3942E4B}">
                <a14:imgProps xmlns:a14="http://schemas.microsoft.com/office/drawing/2010/main">
                  <a14:imgLayer r:embed="rId6">
                    <a14:imgEffect>
                      <a14:colorTemperature colorTemp="8800"/>
                    </a14:imgEffect>
                  </a14:imgLayer>
                </a14:imgProps>
              </a:ext>
            </a:extLst>
          </a:blip>
          <a:stretch>
            <a:fillRect/>
          </a:stretch>
        </p:blipFill>
        <p:spPr>
          <a:xfrm>
            <a:off x="7891546" y="2046019"/>
            <a:ext cx="2742220" cy="2765963"/>
          </a:xfrm>
          <a:prstGeom prst="rect">
            <a:avLst/>
          </a:prstGeom>
        </p:spPr>
      </p:pic>
      <p:grpSp>
        <p:nvGrpSpPr>
          <p:cNvPr id="57" name="Group 56">
            <a:extLst>
              <a:ext uri="{FF2B5EF4-FFF2-40B4-BE49-F238E27FC236}">
                <a16:creationId xmlns:a16="http://schemas.microsoft.com/office/drawing/2014/main" id="{99DE121D-42C3-4017-7E4F-676A41039030}"/>
              </a:ext>
            </a:extLst>
          </p:cNvPr>
          <p:cNvGrpSpPr>
            <a:grpSpLocks noGrp="1" noUngrp="1" noRot="1" noMove="1" noResize="1"/>
          </p:cNvGrpSpPr>
          <p:nvPr/>
        </p:nvGrpSpPr>
        <p:grpSpPr>
          <a:xfrm>
            <a:off x="7570468" y="552569"/>
            <a:ext cx="3384376" cy="940882"/>
            <a:chOff x="855637" y="5445352"/>
            <a:chExt cx="3994240" cy="1152000"/>
          </a:xfrm>
        </p:grpSpPr>
        <p:pic>
          <p:nvPicPr>
            <p:cNvPr id="58" name="Graphic 57" descr="Boy in a wheelchair">
              <a:extLst>
                <a:ext uri="{FF2B5EF4-FFF2-40B4-BE49-F238E27FC236}">
                  <a16:creationId xmlns:a16="http://schemas.microsoft.com/office/drawing/2014/main" id="{D3059A4B-5890-0FEF-9215-657B2705C8E5}"/>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2894563" y="5697986"/>
              <a:ext cx="712520" cy="827358"/>
            </a:xfrm>
            <a:prstGeom prst="rect">
              <a:avLst/>
            </a:prstGeom>
          </p:spPr>
        </p:pic>
        <p:pic>
          <p:nvPicPr>
            <p:cNvPr id="59" name="Graphic 58" descr="Blind man wearing sunglasses">
              <a:extLst>
                <a:ext uri="{FF2B5EF4-FFF2-40B4-BE49-F238E27FC236}">
                  <a16:creationId xmlns:a16="http://schemas.microsoft.com/office/drawing/2014/main" id="{C1D569EB-549F-19C1-F0F4-041BB0917C86}"/>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344819" y="5445352"/>
              <a:ext cx="582829" cy="1152000"/>
            </a:xfrm>
            <a:prstGeom prst="rect">
              <a:avLst/>
            </a:prstGeom>
          </p:spPr>
        </p:pic>
        <p:pic>
          <p:nvPicPr>
            <p:cNvPr id="60" name="Graphic 59" descr="Blind woman using stick">
              <a:extLst>
                <a:ext uri="{FF2B5EF4-FFF2-40B4-BE49-F238E27FC236}">
                  <a16:creationId xmlns:a16="http://schemas.microsoft.com/office/drawing/2014/main" id="{243EC706-F013-5EF8-6839-3053AA07EC54}"/>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14641" y="5445352"/>
              <a:ext cx="380959" cy="1152000"/>
            </a:xfrm>
            <a:prstGeom prst="rect">
              <a:avLst/>
            </a:prstGeom>
          </p:spPr>
        </p:pic>
        <p:pic>
          <p:nvPicPr>
            <p:cNvPr id="61" name="Graphic 60" descr="Old man wearing jacket">
              <a:extLst>
                <a:ext uri="{FF2B5EF4-FFF2-40B4-BE49-F238E27FC236}">
                  <a16:creationId xmlns:a16="http://schemas.microsoft.com/office/drawing/2014/main" id="{827879B4-0073-FDC1-C8A3-48C756AECFA9}"/>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flipH="1">
              <a:off x="2726310" y="5486435"/>
              <a:ext cx="333697" cy="1038909"/>
            </a:xfrm>
            <a:prstGeom prst="rect">
              <a:avLst/>
            </a:prstGeom>
          </p:spPr>
        </p:pic>
        <p:pic>
          <p:nvPicPr>
            <p:cNvPr id="62" name="Graphic 61" descr="Old man using cane">
              <a:extLst>
                <a:ext uri="{FF2B5EF4-FFF2-40B4-BE49-F238E27FC236}">
                  <a16:creationId xmlns:a16="http://schemas.microsoft.com/office/drawing/2014/main" id="{48D915D5-93C1-F333-A35F-FF3295230BC5}"/>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3356533" y="5522848"/>
              <a:ext cx="507219" cy="1074504"/>
            </a:xfrm>
            <a:prstGeom prst="rect">
              <a:avLst/>
            </a:prstGeom>
          </p:spPr>
        </p:pic>
        <p:pic>
          <p:nvPicPr>
            <p:cNvPr id="63" name="Graphic 62" descr="Woman in a wheelchair">
              <a:extLst>
                <a:ext uri="{FF2B5EF4-FFF2-40B4-BE49-F238E27FC236}">
                  <a16:creationId xmlns:a16="http://schemas.microsoft.com/office/drawing/2014/main" id="{97BCF067-2145-4FF3-AF1B-2E5DA2F583A7}"/>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631504" y="5697776"/>
              <a:ext cx="627350" cy="827568"/>
            </a:xfrm>
            <a:prstGeom prst="rect">
              <a:avLst/>
            </a:prstGeom>
          </p:spPr>
        </p:pic>
        <p:pic>
          <p:nvPicPr>
            <p:cNvPr id="64" name="Graphic 63" descr="Boy wearing cape">
              <a:extLst>
                <a:ext uri="{FF2B5EF4-FFF2-40B4-BE49-F238E27FC236}">
                  <a16:creationId xmlns:a16="http://schemas.microsoft.com/office/drawing/2014/main" id="{8DC119E9-DF69-23ED-A8C6-3082BD6F66AF}"/>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404654" y="5808944"/>
              <a:ext cx="345253" cy="716400"/>
            </a:xfrm>
            <a:prstGeom prst="rect">
              <a:avLst/>
            </a:prstGeom>
          </p:spPr>
        </p:pic>
        <p:pic>
          <p:nvPicPr>
            <p:cNvPr id="65" name="Graphic 64" descr="Girl wearing backpack">
              <a:extLst>
                <a:ext uri="{FF2B5EF4-FFF2-40B4-BE49-F238E27FC236}">
                  <a16:creationId xmlns:a16="http://schemas.microsoft.com/office/drawing/2014/main" id="{29CAB09A-4E6C-31F2-76AE-47EEC668F0D1}"/>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flipH="1">
              <a:off x="3791305" y="5808944"/>
              <a:ext cx="288471" cy="716400"/>
            </a:xfrm>
            <a:prstGeom prst="rect">
              <a:avLst/>
            </a:prstGeom>
          </p:spPr>
        </p:pic>
        <p:pic>
          <p:nvPicPr>
            <p:cNvPr id="66" name="Graphic 65" descr="Man with beard">
              <a:extLst>
                <a:ext uri="{FF2B5EF4-FFF2-40B4-BE49-F238E27FC236}">
                  <a16:creationId xmlns:a16="http://schemas.microsoft.com/office/drawing/2014/main" id="{195E7944-503A-ADA8-BC94-CFF0ABDF3164}"/>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37086" y="5448944"/>
              <a:ext cx="346155" cy="1076400"/>
            </a:xfrm>
            <a:prstGeom prst="rect">
              <a:avLst/>
            </a:prstGeom>
          </p:spPr>
        </p:pic>
        <p:pic>
          <p:nvPicPr>
            <p:cNvPr id="67" name="Graphic 66" descr="Man holding cup">
              <a:extLst>
                <a:ext uri="{FF2B5EF4-FFF2-40B4-BE49-F238E27FC236}">
                  <a16:creationId xmlns:a16="http://schemas.microsoft.com/office/drawing/2014/main" id="{7E7F1ED0-9557-A69B-A1C1-CDC618CF3DF5}"/>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4044437" y="5465759"/>
              <a:ext cx="476283" cy="1076400"/>
            </a:xfrm>
            <a:prstGeom prst="rect">
              <a:avLst/>
            </a:prstGeom>
          </p:spPr>
        </p:pic>
        <p:pic>
          <p:nvPicPr>
            <p:cNvPr id="69" name="Graphic 68" descr="Man wearing shirt with pattern">
              <a:extLst>
                <a:ext uri="{FF2B5EF4-FFF2-40B4-BE49-F238E27FC236}">
                  <a16:creationId xmlns:a16="http://schemas.microsoft.com/office/drawing/2014/main" id="{2AA01B16-BA2B-B76D-2CD7-ED8790A88906}"/>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55637" y="5448944"/>
              <a:ext cx="442294" cy="1076400"/>
            </a:xfrm>
            <a:prstGeom prst="rect">
              <a:avLst/>
            </a:prstGeom>
          </p:spPr>
        </p:pic>
        <p:pic>
          <p:nvPicPr>
            <p:cNvPr id="70" name="Graphic 69" descr="Woman wearing shirt with pattern">
              <a:extLst>
                <a:ext uri="{FF2B5EF4-FFF2-40B4-BE49-F238E27FC236}">
                  <a16:creationId xmlns:a16="http://schemas.microsoft.com/office/drawing/2014/main" id="{8574867C-40ED-085F-DDA1-0EB5A72887A2}"/>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flipH="1">
              <a:off x="4368635" y="5465759"/>
              <a:ext cx="481242" cy="1076400"/>
            </a:xfrm>
            <a:prstGeom prst="rect">
              <a:avLst/>
            </a:prstGeom>
          </p:spPr>
        </p:pic>
      </p:grpSp>
      <p:grpSp>
        <p:nvGrpSpPr>
          <p:cNvPr id="71" name="Group 70">
            <a:extLst>
              <a:ext uri="{FF2B5EF4-FFF2-40B4-BE49-F238E27FC236}">
                <a16:creationId xmlns:a16="http://schemas.microsoft.com/office/drawing/2014/main" id="{D74469B7-838E-EDBE-FAC1-CFFC79EAC57C}"/>
              </a:ext>
            </a:extLst>
          </p:cNvPr>
          <p:cNvGrpSpPr>
            <a:grpSpLocks noGrp="1" noUngrp="1" noRot="1" noMove="1" noResize="1"/>
          </p:cNvGrpSpPr>
          <p:nvPr/>
        </p:nvGrpSpPr>
        <p:grpSpPr>
          <a:xfrm>
            <a:off x="7570468" y="5375081"/>
            <a:ext cx="3384376" cy="896796"/>
            <a:chOff x="6960096" y="4293096"/>
            <a:chExt cx="3384376" cy="896796"/>
          </a:xfrm>
        </p:grpSpPr>
        <p:pic>
          <p:nvPicPr>
            <p:cNvPr id="72" name="Graphic 71" descr="Woman with ponytail hair">
              <a:extLst>
                <a:ext uri="{FF2B5EF4-FFF2-40B4-BE49-F238E27FC236}">
                  <a16:creationId xmlns:a16="http://schemas.microsoft.com/office/drawing/2014/main" id="{87A36338-8587-73B7-FC5E-DFB96D23DED5}"/>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9327505" y="4306242"/>
              <a:ext cx="461627" cy="878400"/>
            </a:xfrm>
            <a:prstGeom prst="rect">
              <a:avLst/>
            </a:prstGeom>
          </p:spPr>
        </p:pic>
        <p:pic>
          <p:nvPicPr>
            <p:cNvPr id="73" name="Graphic 72" descr="Man with prosthetic arm">
              <a:extLst>
                <a:ext uri="{FF2B5EF4-FFF2-40B4-BE49-F238E27FC236}">
                  <a16:creationId xmlns:a16="http://schemas.microsoft.com/office/drawing/2014/main" id="{C79EADCD-53C3-21BB-6F32-50E7097C0D20}"/>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909583" y="4293096"/>
              <a:ext cx="262615" cy="878400"/>
            </a:xfrm>
            <a:prstGeom prst="rect">
              <a:avLst/>
            </a:prstGeom>
          </p:spPr>
        </p:pic>
        <p:pic>
          <p:nvPicPr>
            <p:cNvPr id="74" name="Graphic 73" descr="Man with mohawk">
              <a:extLst>
                <a:ext uri="{FF2B5EF4-FFF2-40B4-BE49-F238E27FC236}">
                  <a16:creationId xmlns:a16="http://schemas.microsoft.com/office/drawing/2014/main" id="{C756EAD7-1793-8183-8274-EC7D4965D724}"/>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960096" y="4293096"/>
              <a:ext cx="275093" cy="878400"/>
            </a:xfrm>
            <a:prstGeom prst="rect">
              <a:avLst/>
            </a:prstGeom>
          </p:spPr>
        </p:pic>
        <p:pic>
          <p:nvPicPr>
            <p:cNvPr id="75" name="Graphic 74" descr="Man wearing necklace">
              <a:extLst>
                <a:ext uri="{FF2B5EF4-FFF2-40B4-BE49-F238E27FC236}">
                  <a16:creationId xmlns:a16="http://schemas.microsoft.com/office/drawing/2014/main" id="{D6E4AE24-371F-ACD2-E0E8-249E62AE33AF}"/>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flipH="1">
              <a:off x="9033414" y="4300992"/>
              <a:ext cx="393832" cy="878400"/>
            </a:xfrm>
            <a:prstGeom prst="rect">
              <a:avLst/>
            </a:prstGeom>
          </p:spPr>
        </p:pic>
        <p:pic>
          <p:nvPicPr>
            <p:cNvPr id="76" name="Graphic 75" descr="Man wearing tuxedo">
              <a:extLst>
                <a:ext uri="{FF2B5EF4-FFF2-40B4-BE49-F238E27FC236}">
                  <a16:creationId xmlns:a16="http://schemas.microsoft.com/office/drawing/2014/main" id="{6600C620-2902-FC88-2697-9EFD6E3944DC}"/>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flipH="1">
              <a:off x="9689391" y="4311492"/>
              <a:ext cx="306801" cy="878400"/>
            </a:xfrm>
            <a:prstGeom prst="rect">
              <a:avLst/>
            </a:prstGeom>
          </p:spPr>
        </p:pic>
        <p:pic>
          <p:nvPicPr>
            <p:cNvPr id="77" name="Graphic 76" descr="A waving man">
              <a:extLst>
                <a:ext uri="{FF2B5EF4-FFF2-40B4-BE49-F238E27FC236}">
                  <a16:creationId xmlns:a16="http://schemas.microsoft.com/office/drawing/2014/main" id="{1D18515B-89B3-943F-A169-9A4847941455}"/>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7135448" y="4293096"/>
              <a:ext cx="286713" cy="878400"/>
            </a:xfrm>
            <a:prstGeom prst="rect">
              <a:avLst/>
            </a:prstGeom>
          </p:spPr>
        </p:pic>
        <p:pic>
          <p:nvPicPr>
            <p:cNvPr id="78" name="Graphic 77" descr="Woman with hands on hip">
              <a:extLst>
                <a:ext uri="{FF2B5EF4-FFF2-40B4-BE49-F238E27FC236}">
                  <a16:creationId xmlns:a16="http://schemas.microsoft.com/office/drawing/2014/main" id="{7ECFE9D8-6F5C-3AB9-3286-9E3A6B550F94}"/>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22420" y="4293096"/>
              <a:ext cx="358531" cy="878400"/>
            </a:xfrm>
            <a:prstGeom prst="rect">
              <a:avLst/>
            </a:prstGeom>
          </p:spPr>
        </p:pic>
        <p:pic>
          <p:nvPicPr>
            <p:cNvPr id="79" name="Graphic 78" descr="Woman wearing long dress">
              <a:extLst>
                <a:ext uri="{FF2B5EF4-FFF2-40B4-BE49-F238E27FC236}">
                  <a16:creationId xmlns:a16="http://schemas.microsoft.com/office/drawing/2014/main" id="{CFDC49B3-5766-E3B6-E7CE-CF355FB92311}"/>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flipH="1">
              <a:off x="9896453" y="4300992"/>
              <a:ext cx="448019" cy="878400"/>
            </a:xfrm>
            <a:prstGeom prst="rect">
              <a:avLst/>
            </a:prstGeom>
          </p:spPr>
        </p:pic>
        <p:pic>
          <p:nvPicPr>
            <p:cNvPr id="80" name="Graphic 79" descr="Woman using cane">
              <a:extLst>
                <a:ext uri="{FF2B5EF4-FFF2-40B4-BE49-F238E27FC236}">
                  <a16:creationId xmlns:a16="http://schemas.microsoft.com/office/drawing/2014/main" id="{C8B29B17-36C6-D7E2-F4B3-57CEE1B99144}"/>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748228" y="4293096"/>
              <a:ext cx="261096" cy="878400"/>
            </a:xfrm>
            <a:prstGeom prst="rect">
              <a:avLst/>
            </a:prstGeom>
          </p:spPr>
        </p:pic>
        <p:pic>
          <p:nvPicPr>
            <p:cNvPr id="81" name="Graphic 80" descr="Old woman with white hair">
              <a:extLst>
                <a:ext uri="{FF2B5EF4-FFF2-40B4-BE49-F238E27FC236}">
                  <a16:creationId xmlns:a16="http://schemas.microsoft.com/office/drawing/2014/main" id="{810FFC37-D77D-B57D-F47C-6F2EAE658939}"/>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7581210" y="4293096"/>
              <a:ext cx="266759" cy="878400"/>
            </a:xfrm>
            <a:prstGeom prst="rect">
              <a:avLst/>
            </a:prstGeom>
          </p:spPr>
        </p:pic>
        <p:pic>
          <p:nvPicPr>
            <p:cNvPr id="82" name="Graphic 81" descr="Woman in a wheelchair">
              <a:extLst>
                <a:ext uri="{FF2B5EF4-FFF2-40B4-BE49-F238E27FC236}">
                  <a16:creationId xmlns:a16="http://schemas.microsoft.com/office/drawing/2014/main" id="{32BB2990-8E0C-8EBD-BB84-DC1CE82A61BD}"/>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8576444" y="4445008"/>
              <a:ext cx="556711" cy="734384"/>
            </a:xfrm>
            <a:prstGeom prst="rect">
              <a:avLst/>
            </a:prstGeom>
          </p:spPr>
        </p:pic>
        <p:pic>
          <p:nvPicPr>
            <p:cNvPr id="83" name="Graphic 82" descr="Boy in a wheelchair">
              <a:extLst>
                <a:ext uri="{FF2B5EF4-FFF2-40B4-BE49-F238E27FC236}">
                  <a16:creationId xmlns:a16="http://schemas.microsoft.com/office/drawing/2014/main" id="{E9ED92F6-6C49-D725-608E-660EFA2B0FE4}"/>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72457" y="4492007"/>
              <a:ext cx="603728" cy="675735"/>
            </a:xfrm>
            <a:prstGeom prst="rect">
              <a:avLst/>
            </a:prstGeom>
          </p:spPr>
        </p:pic>
      </p:grpSp>
      <p:pic>
        <p:nvPicPr>
          <p:cNvPr id="7" name="Picture 6">
            <a:extLst>
              <a:ext uri="{FF2B5EF4-FFF2-40B4-BE49-F238E27FC236}">
                <a16:creationId xmlns:a16="http://schemas.microsoft.com/office/drawing/2014/main" id="{1B4488C3-7972-9693-180F-48206BE32B7D}"/>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2350594" y="5776044"/>
            <a:ext cx="854217" cy="758021"/>
          </a:xfrm>
          <a:prstGeom prst="rect">
            <a:avLst/>
          </a:prstGeom>
        </p:spPr>
      </p:pic>
    </p:spTree>
    <p:extLst>
      <p:ext uri="{BB962C8B-B14F-4D97-AF65-F5344CB8AC3E}">
        <p14:creationId xmlns:p14="http://schemas.microsoft.com/office/powerpoint/2010/main" val="2339810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p:txBody>
          <a:bodyPr/>
          <a:lstStyle/>
          <a:p>
            <a:r>
              <a:rPr lang="en-AU" sz="2800">
                <a:solidFill>
                  <a:srgbClr val="1F487C"/>
                </a:solidFill>
              </a:rPr>
              <a:t>Structure of Presentation</a:t>
            </a:r>
          </a:p>
        </p:txBody>
      </p:sp>
      <p:grpSp>
        <p:nvGrpSpPr>
          <p:cNvPr id="38" name="Group 37">
            <a:extLst>
              <a:ext uri="{FF2B5EF4-FFF2-40B4-BE49-F238E27FC236}">
                <a16:creationId xmlns:a16="http://schemas.microsoft.com/office/drawing/2014/main" id="{42A597D1-4B42-BAA0-19F6-72FC20A6271E}"/>
              </a:ext>
            </a:extLst>
          </p:cNvPr>
          <p:cNvGrpSpPr/>
          <p:nvPr/>
        </p:nvGrpSpPr>
        <p:grpSpPr>
          <a:xfrm>
            <a:off x="688503" y="1920330"/>
            <a:ext cx="10814991" cy="2782166"/>
            <a:chOff x="476529" y="1811398"/>
            <a:chExt cx="8187760" cy="2106310"/>
          </a:xfrm>
        </p:grpSpPr>
        <p:sp>
          <p:nvSpPr>
            <p:cNvPr id="7" name="TextBox 6">
              <a:extLst>
                <a:ext uri="{FF2B5EF4-FFF2-40B4-BE49-F238E27FC236}">
                  <a16:creationId xmlns:a16="http://schemas.microsoft.com/office/drawing/2014/main" id="{FC159EC8-E0CB-1C3D-ECAA-2F9D5D58DA66}"/>
                </a:ext>
              </a:extLst>
            </p:cNvPr>
            <p:cNvSpPr txBox="1"/>
            <p:nvPr/>
          </p:nvSpPr>
          <p:spPr>
            <a:xfrm>
              <a:off x="476529" y="3463339"/>
              <a:ext cx="1431940" cy="326214"/>
            </a:xfrm>
            <a:prstGeom prst="rect">
              <a:avLst/>
            </a:prstGeom>
            <a:noFill/>
          </p:spPr>
          <p:txBody>
            <a:bodyPr wrap="square" rtlCol="0">
              <a:spAutoFit/>
            </a:bodyPr>
            <a:lstStyle/>
            <a:p>
              <a:pPr algn="ctr"/>
              <a:r>
                <a:rPr lang="en-US" sz="2200" b="1">
                  <a:solidFill>
                    <a:schemeClr val="tx2"/>
                  </a:solidFill>
                  <a:latin typeface="Tw Cen MT" panose="020B0602020104020603" pitchFamily="34" charset="0"/>
                  <a:ea typeface="Roboto Light" panose="02000000000000000000" pitchFamily="2" charset="0"/>
                </a:rPr>
                <a:t>Introduction</a:t>
              </a:r>
            </a:p>
          </p:txBody>
        </p:sp>
        <p:sp>
          <p:nvSpPr>
            <p:cNvPr id="8" name="Oval 7">
              <a:extLst>
                <a:ext uri="{FF2B5EF4-FFF2-40B4-BE49-F238E27FC236}">
                  <a16:creationId xmlns:a16="http://schemas.microsoft.com/office/drawing/2014/main" id="{1F170F0B-9E06-456A-7529-D5BD540301D4}"/>
                </a:ext>
                <a:ext uri="{C183D7F6-B498-43B3-948B-1728B52AA6E4}">
                  <adec:decorative xmlns:adec="http://schemas.microsoft.com/office/drawing/2017/decorative" val="1"/>
                </a:ext>
              </a:extLst>
            </p:cNvPr>
            <p:cNvSpPr>
              <a:spLocks noChangeAspect="1"/>
            </p:cNvSpPr>
            <p:nvPr/>
          </p:nvSpPr>
          <p:spPr>
            <a:xfrm>
              <a:off x="1156109" y="3245760"/>
              <a:ext cx="72782" cy="72782"/>
            </a:xfrm>
            <a:prstGeom prst="ellipse">
              <a:avLst/>
            </a:prstGeom>
            <a:solidFill>
              <a:schemeClr val="bg1"/>
            </a:solidFill>
            <a:ln w="19050">
              <a:solidFill>
                <a:srgbClr val="1F487C"/>
              </a:solidFill>
            </a:ln>
            <a:effectLst>
              <a:outerShdw sx="175000" sy="175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200"/>
            </a:p>
          </p:txBody>
        </p:sp>
        <p:sp>
          <p:nvSpPr>
            <p:cNvPr id="9" name="Oval 8">
              <a:extLst>
                <a:ext uri="{FF2B5EF4-FFF2-40B4-BE49-F238E27FC236}">
                  <a16:creationId xmlns:a16="http://schemas.microsoft.com/office/drawing/2014/main" id="{1B7E461E-7868-18B9-B48C-77A3826EC202}"/>
                </a:ext>
                <a:ext uri="{C183D7F6-B498-43B3-948B-1728B52AA6E4}">
                  <adec:decorative xmlns:adec="http://schemas.microsoft.com/office/drawing/2017/decorative" val="1"/>
                </a:ext>
              </a:extLst>
            </p:cNvPr>
            <p:cNvSpPr/>
            <p:nvPr/>
          </p:nvSpPr>
          <p:spPr>
            <a:xfrm>
              <a:off x="801571" y="1811398"/>
              <a:ext cx="775491" cy="789114"/>
            </a:xfrm>
            <a:prstGeom prst="ellipse">
              <a:avLst/>
            </a:prstGeom>
            <a:noFill/>
            <a:ln w="19050">
              <a:solidFill>
                <a:srgbClr val="1F48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200"/>
            </a:p>
          </p:txBody>
        </p:sp>
        <p:cxnSp>
          <p:nvCxnSpPr>
            <p:cNvPr id="10" name="Straight Connector 9">
              <a:extLst>
                <a:ext uri="{FF2B5EF4-FFF2-40B4-BE49-F238E27FC236}">
                  <a16:creationId xmlns:a16="http://schemas.microsoft.com/office/drawing/2014/main" id="{058ECF89-6FB2-7566-1C70-B1810993422E}"/>
                </a:ext>
                <a:ext uri="{C183D7F6-B498-43B3-948B-1728B52AA6E4}">
                  <adec:decorative xmlns:adec="http://schemas.microsoft.com/office/drawing/2017/decorative" val="1"/>
                </a:ext>
              </a:extLst>
            </p:cNvPr>
            <p:cNvCxnSpPr/>
            <p:nvPr/>
          </p:nvCxnSpPr>
          <p:spPr>
            <a:xfrm flipV="1">
              <a:off x="1189317" y="2690268"/>
              <a:ext cx="0" cy="322073"/>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A36E9C1A-D6E7-2ECD-5B41-AFE09348108B}"/>
                </a:ext>
                <a:ext uri="{C183D7F6-B498-43B3-948B-1728B52AA6E4}">
                  <adec:decorative xmlns:adec="http://schemas.microsoft.com/office/drawing/2017/decorative" val="1"/>
                </a:ext>
              </a:extLst>
            </p:cNvPr>
            <p:cNvSpPr>
              <a:spLocks noChangeAspect="1"/>
            </p:cNvSpPr>
            <p:nvPr/>
          </p:nvSpPr>
          <p:spPr>
            <a:xfrm>
              <a:off x="2845064" y="3245760"/>
              <a:ext cx="72782" cy="72782"/>
            </a:xfrm>
            <a:prstGeom prst="ellipse">
              <a:avLst/>
            </a:prstGeom>
            <a:solidFill>
              <a:schemeClr val="bg1"/>
            </a:solidFill>
            <a:ln w="19050">
              <a:solidFill>
                <a:srgbClr val="1F487C"/>
              </a:solidFill>
            </a:ln>
            <a:effectLst>
              <a:outerShdw sx="175000" sy="175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200"/>
            </a:p>
          </p:txBody>
        </p:sp>
        <p:sp>
          <p:nvSpPr>
            <p:cNvPr id="12" name="TextBox 11">
              <a:extLst>
                <a:ext uri="{FF2B5EF4-FFF2-40B4-BE49-F238E27FC236}">
                  <a16:creationId xmlns:a16="http://schemas.microsoft.com/office/drawing/2014/main" id="{7D525BB4-D68E-8DBC-7CD3-DEC5710D0789}"/>
                </a:ext>
              </a:extLst>
            </p:cNvPr>
            <p:cNvSpPr txBox="1"/>
            <p:nvPr/>
          </p:nvSpPr>
          <p:spPr>
            <a:xfrm>
              <a:off x="2165484" y="3463339"/>
              <a:ext cx="1431940" cy="326214"/>
            </a:xfrm>
            <a:prstGeom prst="rect">
              <a:avLst/>
            </a:prstGeom>
            <a:noFill/>
          </p:spPr>
          <p:txBody>
            <a:bodyPr wrap="square" rtlCol="0">
              <a:spAutoFit/>
            </a:bodyPr>
            <a:lstStyle/>
            <a:p>
              <a:pPr algn="ctr"/>
              <a:r>
                <a:rPr lang="en-US" sz="2200" b="1">
                  <a:solidFill>
                    <a:schemeClr val="tx2"/>
                  </a:solidFill>
                  <a:latin typeface="Tw Cen MT" panose="020B0602020104020603" pitchFamily="34" charset="0"/>
                  <a:ea typeface="Roboto Light" panose="02000000000000000000" pitchFamily="2" charset="0"/>
                </a:rPr>
                <a:t>Problem</a:t>
              </a:r>
            </a:p>
          </p:txBody>
        </p:sp>
        <p:sp>
          <p:nvSpPr>
            <p:cNvPr id="13" name="Oval 12">
              <a:extLst>
                <a:ext uri="{FF2B5EF4-FFF2-40B4-BE49-F238E27FC236}">
                  <a16:creationId xmlns:a16="http://schemas.microsoft.com/office/drawing/2014/main" id="{2C70B256-0363-6D3E-2DA7-85A2EB0C1190}"/>
                </a:ext>
                <a:ext uri="{C183D7F6-B498-43B3-948B-1728B52AA6E4}">
                  <adec:decorative xmlns:adec="http://schemas.microsoft.com/office/drawing/2017/decorative" val="1"/>
                </a:ext>
              </a:extLst>
            </p:cNvPr>
            <p:cNvSpPr/>
            <p:nvPr/>
          </p:nvSpPr>
          <p:spPr>
            <a:xfrm>
              <a:off x="2490526" y="1811398"/>
              <a:ext cx="775491" cy="789114"/>
            </a:xfrm>
            <a:prstGeom prst="ellipse">
              <a:avLst/>
            </a:prstGeom>
            <a:noFill/>
            <a:ln w="19050">
              <a:solidFill>
                <a:srgbClr val="1F48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200"/>
            </a:p>
          </p:txBody>
        </p:sp>
        <p:cxnSp>
          <p:nvCxnSpPr>
            <p:cNvPr id="14" name="Straight Connector 13">
              <a:extLst>
                <a:ext uri="{FF2B5EF4-FFF2-40B4-BE49-F238E27FC236}">
                  <a16:creationId xmlns:a16="http://schemas.microsoft.com/office/drawing/2014/main" id="{F68DF480-040F-6D13-58CE-F25F57E42B1E}"/>
                </a:ext>
                <a:ext uri="{C183D7F6-B498-43B3-948B-1728B52AA6E4}">
                  <adec:decorative xmlns:adec="http://schemas.microsoft.com/office/drawing/2017/decorative" val="1"/>
                </a:ext>
              </a:extLst>
            </p:cNvPr>
            <p:cNvCxnSpPr/>
            <p:nvPr/>
          </p:nvCxnSpPr>
          <p:spPr>
            <a:xfrm flipV="1">
              <a:off x="2878272" y="2690268"/>
              <a:ext cx="0" cy="322073"/>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70E4F84D-ED92-DE95-1E22-F0B2DB0C6D3E}"/>
                </a:ext>
                <a:ext uri="{C183D7F6-B498-43B3-948B-1728B52AA6E4}">
                  <adec:decorative xmlns:adec="http://schemas.microsoft.com/office/drawing/2017/decorative" val="1"/>
                </a:ext>
              </a:extLst>
            </p:cNvPr>
            <p:cNvSpPr>
              <a:spLocks noChangeAspect="1"/>
            </p:cNvSpPr>
            <p:nvPr/>
          </p:nvSpPr>
          <p:spPr>
            <a:xfrm>
              <a:off x="4534019" y="3254491"/>
              <a:ext cx="72782" cy="72782"/>
            </a:xfrm>
            <a:prstGeom prst="ellipse">
              <a:avLst/>
            </a:prstGeom>
            <a:solidFill>
              <a:schemeClr val="bg1"/>
            </a:solidFill>
            <a:ln w="19050">
              <a:solidFill>
                <a:srgbClr val="1F487C"/>
              </a:solidFill>
            </a:ln>
            <a:effectLst>
              <a:outerShdw sx="175000" sy="175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200"/>
            </a:p>
          </p:txBody>
        </p:sp>
        <p:sp>
          <p:nvSpPr>
            <p:cNvPr id="16" name="TextBox 15">
              <a:extLst>
                <a:ext uri="{FF2B5EF4-FFF2-40B4-BE49-F238E27FC236}">
                  <a16:creationId xmlns:a16="http://schemas.microsoft.com/office/drawing/2014/main" id="{B8312941-9654-09E4-D4DA-B7E6E4806FFF}"/>
                </a:ext>
              </a:extLst>
            </p:cNvPr>
            <p:cNvSpPr txBox="1"/>
            <p:nvPr/>
          </p:nvSpPr>
          <p:spPr>
            <a:xfrm>
              <a:off x="3854439" y="3463339"/>
              <a:ext cx="1431940" cy="326214"/>
            </a:xfrm>
            <a:prstGeom prst="rect">
              <a:avLst/>
            </a:prstGeom>
            <a:noFill/>
          </p:spPr>
          <p:txBody>
            <a:bodyPr wrap="square" rtlCol="0">
              <a:spAutoFit/>
            </a:bodyPr>
            <a:lstStyle/>
            <a:p>
              <a:pPr algn="ctr"/>
              <a:r>
                <a:rPr lang="en-US" sz="2200" b="1">
                  <a:solidFill>
                    <a:schemeClr val="tx2"/>
                  </a:solidFill>
                  <a:latin typeface="Tw Cen MT" panose="020B0602020104020603" pitchFamily="34" charset="0"/>
                </a:rPr>
                <a:t>Aim</a:t>
              </a:r>
              <a:endParaRPr lang="en-US" sz="2200" b="1">
                <a:solidFill>
                  <a:schemeClr val="tx2"/>
                </a:solidFill>
                <a:latin typeface="Tw Cen MT" panose="020B0602020104020603" pitchFamily="34" charset="0"/>
                <a:ea typeface="Roboto Light" panose="02000000000000000000" pitchFamily="2" charset="0"/>
              </a:endParaRPr>
            </a:p>
          </p:txBody>
        </p:sp>
        <p:sp>
          <p:nvSpPr>
            <p:cNvPr id="17" name="Oval 16">
              <a:extLst>
                <a:ext uri="{FF2B5EF4-FFF2-40B4-BE49-F238E27FC236}">
                  <a16:creationId xmlns:a16="http://schemas.microsoft.com/office/drawing/2014/main" id="{9AEA27A6-BCD5-B1B6-8D05-587C16D1E8E7}"/>
                </a:ext>
                <a:ext uri="{C183D7F6-B498-43B3-948B-1728B52AA6E4}">
                  <adec:decorative xmlns:adec="http://schemas.microsoft.com/office/drawing/2017/decorative" val="1"/>
                </a:ext>
              </a:extLst>
            </p:cNvPr>
            <p:cNvSpPr/>
            <p:nvPr/>
          </p:nvSpPr>
          <p:spPr>
            <a:xfrm>
              <a:off x="4179481" y="1820129"/>
              <a:ext cx="775491" cy="789114"/>
            </a:xfrm>
            <a:prstGeom prst="ellipse">
              <a:avLst/>
            </a:prstGeom>
            <a:noFill/>
            <a:ln w="19050">
              <a:solidFill>
                <a:srgbClr val="1F48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200"/>
            </a:p>
          </p:txBody>
        </p:sp>
        <p:cxnSp>
          <p:nvCxnSpPr>
            <p:cNvPr id="18" name="Straight Connector 17">
              <a:extLst>
                <a:ext uri="{FF2B5EF4-FFF2-40B4-BE49-F238E27FC236}">
                  <a16:creationId xmlns:a16="http://schemas.microsoft.com/office/drawing/2014/main" id="{9C3B4D35-5070-8019-A546-AF67974D4FB7}"/>
                </a:ext>
                <a:ext uri="{C183D7F6-B498-43B3-948B-1728B52AA6E4}">
                  <adec:decorative xmlns:adec="http://schemas.microsoft.com/office/drawing/2017/decorative" val="1"/>
                </a:ext>
              </a:extLst>
            </p:cNvPr>
            <p:cNvCxnSpPr/>
            <p:nvPr/>
          </p:nvCxnSpPr>
          <p:spPr>
            <a:xfrm flipV="1">
              <a:off x="4567227" y="2698999"/>
              <a:ext cx="0" cy="322073"/>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6BCC61C0-ABB8-3E1C-A382-E8427353D9AF}"/>
                </a:ext>
                <a:ext uri="{C183D7F6-B498-43B3-948B-1728B52AA6E4}">
                  <adec:decorative xmlns:adec="http://schemas.microsoft.com/office/drawing/2017/decorative" val="1"/>
                </a:ext>
              </a:extLst>
            </p:cNvPr>
            <p:cNvSpPr>
              <a:spLocks noChangeAspect="1"/>
            </p:cNvSpPr>
            <p:nvPr/>
          </p:nvSpPr>
          <p:spPr>
            <a:xfrm>
              <a:off x="6222974" y="3245760"/>
              <a:ext cx="72782" cy="72782"/>
            </a:xfrm>
            <a:prstGeom prst="ellipse">
              <a:avLst/>
            </a:prstGeom>
            <a:solidFill>
              <a:schemeClr val="bg1"/>
            </a:solidFill>
            <a:ln w="19050">
              <a:solidFill>
                <a:srgbClr val="1F487C"/>
              </a:solidFill>
            </a:ln>
            <a:effectLst>
              <a:outerShdw sx="175000" sy="175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200"/>
            </a:p>
          </p:txBody>
        </p:sp>
        <p:sp>
          <p:nvSpPr>
            <p:cNvPr id="20" name="TextBox 19">
              <a:extLst>
                <a:ext uri="{FF2B5EF4-FFF2-40B4-BE49-F238E27FC236}">
                  <a16:creationId xmlns:a16="http://schemas.microsoft.com/office/drawing/2014/main" id="{0ACBF534-BCEA-052B-B8F1-83E67DB7DD9A}"/>
                </a:ext>
              </a:extLst>
            </p:cNvPr>
            <p:cNvSpPr txBox="1"/>
            <p:nvPr/>
          </p:nvSpPr>
          <p:spPr>
            <a:xfrm>
              <a:off x="5543394" y="3463339"/>
              <a:ext cx="1431940" cy="326214"/>
            </a:xfrm>
            <a:prstGeom prst="rect">
              <a:avLst/>
            </a:prstGeom>
            <a:noFill/>
          </p:spPr>
          <p:txBody>
            <a:bodyPr wrap="square" rtlCol="0">
              <a:spAutoFit/>
            </a:bodyPr>
            <a:lstStyle/>
            <a:p>
              <a:pPr algn="ctr"/>
              <a:r>
                <a:rPr lang="en-US" sz="2200" b="1">
                  <a:solidFill>
                    <a:schemeClr val="tx2"/>
                  </a:solidFill>
                  <a:latin typeface="Tw Cen MT" panose="020B0602020104020603" pitchFamily="34" charset="0"/>
                  <a:ea typeface="Roboto Light" panose="02000000000000000000" pitchFamily="2" charset="0"/>
                </a:rPr>
                <a:t>Studies</a:t>
              </a:r>
            </a:p>
          </p:txBody>
        </p:sp>
        <p:sp>
          <p:nvSpPr>
            <p:cNvPr id="21" name="Oval 20">
              <a:extLst>
                <a:ext uri="{FF2B5EF4-FFF2-40B4-BE49-F238E27FC236}">
                  <a16:creationId xmlns:a16="http://schemas.microsoft.com/office/drawing/2014/main" id="{861CD67A-DB08-B47B-FAD9-2F31A21BF3C7}"/>
                </a:ext>
                <a:ext uri="{C183D7F6-B498-43B3-948B-1728B52AA6E4}">
                  <adec:decorative xmlns:adec="http://schemas.microsoft.com/office/drawing/2017/decorative" val="1"/>
                </a:ext>
              </a:extLst>
            </p:cNvPr>
            <p:cNvSpPr/>
            <p:nvPr/>
          </p:nvSpPr>
          <p:spPr>
            <a:xfrm>
              <a:off x="5868436" y="1811398"/>
              <a:ext cx="775491" cy="789114"/>
            </a:xfrm>
            <a:prstGeom prst="ellipse">
              <a:avLst/>
            </a:prstGeom>
            <a:noFill/>
            <a:ln w="19050">
              <a:solidFill>
                <a:srgbClr val="1F48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200"/>
            </a:p>
          </p:txBody>
        </p:sp>
        <p:cxnSp>
          <p:nvCxnSpPr>
            <p:cNvPr id="22" name="Straight Connector 21">
              <a:extLst>
                <a:ext uri="{FF2B5EF4-FFF2-40B4-BE49-F238E27FC236}">
                  <a16:creationId xmlns:a16="http://schemas.microsoft.com/office/drawing/2014/main" id="{297B5D77-34CA-49B6-1991-636A6D512907}"/>
                </a:ext>
                <a:ext uri="{C183D7F6-B498-43B3-948B-1728B52AA6E4}">
                  <adec:decorative xmlns:adec="http://schemas.microsoft.com/office/drawing/2017/decorative" val="1"/>
                </a:ext>
              </a:extLst>
            </p:cNvPr>
            <p:cNvCxnSpPr/>
            <p:nvPr/>
          </p:nvCxnSpPr>
          <p:spPr>
            <a:xfrm flipV="1">
              <a:off x="6256182" y="2690268"/>
              <a:ext cx="0" cy="322073"/>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0F6EAB19-D0CF-B652-58F6-ED2CFC7D6834}"/>
                </a:ext>
                <a:ext uri="{C183D7F6-B498-43B3-948B-1728B52AA6E4}">
                  <adec:decorative xmlns:adec="http://schemas.microsoft.com/office/drawing/2017/decorative" val="1"/>
                </a:ext>
              </a:extLst>
            </p:cNvPr>
            <p:cNvSpPr>
              <a:spLocks noChangeAspect="1"/>
            </p:cNvSpPr>
            <p:nvPr/>
          </p:nvSpPr>
          <p:spPr>
            <a:xfrm>
              <a:off x="7911929" y="3245760"/>
              <a:ext cx="72782" cy="72782"/>
            </a:xfrm>
            <a:prstGeom prst="ellipse">
              <a:avLst/>
            </a:prstGeom>
            <a:solidFill>
              <a:schemeClr val="bg1"/>
            </a:solidFill>
            <a:ln w="19050">
              <a:solidFill>
                <a:srgbClr val="1F487C"/>
              </a:solidFill>
            </a:ln>
            <a:effectLst>
              <a:outerShdw sx="175000" sy="175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200"/>
            </a:p>
          </p:txBody>
        </p:sp>
        <p:sp>
          <p:nvSpPr>
            <p:cNvPr id="24" name="TextBox 23">
              <a:extLst>
                <a:ext uri="{FF2B5EF4-FFF2-40B4-BE49-F238E27FC236}">
                  <a16:creationId xmlns:a16="http://schemas.microsoft.com/office/drawing/2014/main" id="{183B71E2-DD40-3A27-0A46-95ACFD8F7F83}"/>
                </a:ext>
              </a:extLst>
            </p:cNvPr>
            <p:cNvSpPr txBox="1"/>
            <p:nvPr/>
          </p:nvSpPr>
          <p:spPr>
            <a:xfrm>
              <a:off x="7232349" y="3335183"/>
              <a:ext cx="1431940" cy="582525"/>
            </a:xfrm>
            <a:prstGeom prst="rect">
              <a:avLst/>
            </a:prstGeom>
            <a:noFill/>
          </p:spPr>
          <p:txBody>
            <a:bodyPr wrap="square" rtlCol="0">
              <a:spAutoFit/>
            </a:bodyPr>
            <a:lstStyle/>
            <a:p>
              <a:pPr algn="ctr"/>
              <a:r>
                <a:rPr lang="en-US" sz="2200" b="1">
                  <a:solidFill>
                    <a:schemeClr val="tx2"/>
                  </a:solidFill>
                  <a:latin typeface="Tw Cen MT" panose="020B0602020104020603" pitchFamily="34" charset="0"/>
                </a:rPr>
                <a:t>Project Management</a:t>
              </a:r>
              <a:endParaRPr lang="en-US" sz="2200" b="1">
                <a:solidFill>
                  <a:schemeClr val="tx2"/>
                </a:solidFill>
                <a:latin typeface="Tw Cen MT" panose="020B0602020104020603" pitchFamily="34" charset="0"/>
                <a:ea typeface="Roboto Light" panose="02000000000000000000" pitchFamily="2" charset="0"/>
              </a:endParaRPr>
            </a:p>
          </p:txBody>
        </p:sp>
        <p:sp>
          <p:nvSpPr>
            <p:cNvPr id="25" name="Oval 24">
              <a:extLst>
                <a:ext uri="{FF2B5EF4-FFF2-40B4-BE49-F238E27FC236}">
                  <a16:creationId xmlns:a16="http://schemas.microsoft.com/office/drawing/2014/main" id="{ADBD50DA-4E41-C439-5F80-CB7062159CFB}"/>
                </a:ext>
                <a:ext uri="{C183D7F6-B498-43B3-948B-1728B52AA6E4}">
                  <adec:decorative xmlns:adec="http://schemas.microsoft.com/office/drawing/2017/decorative" val="1"/>
                </a:ext>
              </a:extLst>
            </p:cNvPr>
            <p:cNvSpPr/>
            <p:nvPr/>
          </p:nvSpPr>
          <p:spPr>
            <a:xfrm>
              <a:off x="7557391" y="1811398"/>
              <a:ext cx="775491" cy="789114"/>
            </a:xfrm>
            <a:prstGeom prst="ellipse">
              <a:avLst/>
            </a:prstGeom>
            <a:noFill/>
            <a:ln w="19050">
              <a:solidFill>
                <a:srgbClr val="1F48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200"/>
            </a:p>
          </p:txBody>
        </p:sp>
        <p:cxnSp>
          <p:nvCxnSpPr>
            <p:cNvPr id="26" name="Straight Connector 25">
              <a:extLst>
                <a:ext uri="{FF2B5EF4-FFF2-40B4-BE49-F238E27FC236}">
                  <a16:creationId xmlns:a16="http://schemas.microsoft.com/office/drawing/2014/main" id="{2B05B18C-678D-88A5-7AA2-AC8D046B5A8F}"/>
                </a:ext>
                <a:ext uri="{C183D7F6-B498-43B3-948B-1728B52AA6E4}">
                  <adec:decorative xmlns:adec="http://schemas.microsoft.com/office/drawing/2017/decorative" val="1"/>
                </a:ext>
              </a:extLst>
            </p:cNvPr>
            <p:cNvCxnSpPr/>
            <p:nvPr/>
          </p:nvCxnSpPr>
          <p:spPr>
            <a:xfrm flipV="1">
              <a:off x="7945137" y="2690268"/>
              <a:ext cx="0" cy="322073"/>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EB117D77-CAB1-0F0D-E8B4-292F8D812620}"/>
                </a:ext>
                <a:ext uri="{C183D7F6-B498-43B3-948B-1728B52AA6E4}">
                  <adec:decorative xmlns:adec="http://schemas.microsoft.com/office/drawing/2017/decorative" val="1"/>
                </a:ext>
              </a:extLst>
            </p:cNvPr>
            <p:cNvCxnSpPr>
              <a:cxnSpLocks/>
            </p:cNvCxnSpPr>
            <p:nvPr/>
          </p:nvCxnSpPr>
          <p:spPr>
            <a:xfrm>
              <a:off x="1310650" y="3282151"/>
              <a:ext cx="1446771" cy="0"/>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0F58F66-674B-9298-6E5D-93EB7BCD92A1}"/>
                </a:ext>
                <a:ext uri="{C183D7F6-B498-43B3-948B-1728B52AA6E4}">
                  <adec:decorative xmlns:adec="http://schemas.microsoft.com/office/drawing/2017/decorative" val="1"/>
                </a:ext>
              </a:extLst>
            </p:cNvPr>
            <p:cNvCxnSpPr>
              <a:cxnSpLocks/>
            </p:cNvCxnSpPr>
            <p:nvPr/>
          </p:nvCxnSpPr>
          <p:spPr>
            <a:xfrm>
              <a:off x="3002287" y="3282151"/>
              <a:ext cx="1446771" cy="0"/>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495A1798-BFAD-9684-4D61-00FB14AB392A}"/>
                </a:ext>
                <a:ext uri="{C183D7F6-B498-43B3-948B-1728B52AA6E4}">
                  <adec:decorative xmlns:adec="http://schemas.microsoft.com/office/drawing/2017/decorative" val="1"/>
                </a:ext>
              </a:extLst>
            </p:cNvPr>
            <p:cNvCxnSpPr>
              <a:cxnSpLocks/>
            </p:cNvCxnSpPr>
            <p:nvPr/>
          </p:nvCxnSpPr>
          <p:spPr>
            <a:xfrm>
              <a:off x="6385561" y="3282151"/>
              <a:ext cx="1446771" cy="0"/>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857F215-D11F-512F-90AC-F8F9CD43C019}"/>
                </a:ext>
                <a:ext uri="{C183D7F6-B498-43B3-948B-1728B52AA6E4}">
                  <adec:decorative xmlns:adec="http://schemas.microsoft.com/office/drawing/2017/decorative" val="1"/>
                </a:ext>
              </a:extLst>
            </p:cNvPr>
            <p:cNvCxnSpPr>
              <a:cxnSpLocks/>
            </p:cNvCxnSpPr>
            <p:nvPr/>
          </p:nvCxnSpPr>
          <p:spPr>
            <a:xfrm>
              <a:off x="8077200" y="3282151"/>
              <a:ext cx="485017" cy="0"/>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554008D5-601A-655C-1258-7918A97EEE38}"/>
                </a:ext>
                <a:ext uri="{C183D7F6-B498-43B3-948B-1728B52AA6E4}">
                  <adec:decorative xmlns:adec="http://schemas.microsoft.com/office/drawing/2017/decorative" val="1"/>
                </a:ext>
              </a:extLst>
            </p:cNvPr>
            <p:cNvCxnSpPr>
              <a:cxnSpLocks/>
            </p:cNvCxnSpPr>
            <p:nvPr/>
          </p:nvCxnSpPr>
          <p:spPr>
            <a:xfrm>
              <a:off x="580767" y="3282151"/>
              <a:ext cx="485017" cy="0"/>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1A73CE5-5A5D-E5D0-C135-049F259687FB}"/>
                </a:ext>
                <a:ext uri="{C183D7F6-B498-43B3-948B-1728B52AA6E4}">
                  <adec:decorative xmlns:adec="http://schemas.microsoft.com/office/drawing/2017/decorative" val="1"/>
                </a:ext>
              </a:extLst>
            </p:cNvPr>
            <p:cNvCxnSpPr>
              <a:cxnSpLocks/>
            </p:cNvCxnSpPr>
            <p:nvPr/>
          </p:nvCxnSpPr>
          <p:spPr>
            <a:xfrm>
              <a:off x="4693924" y="3282151"/>
              <a:ext cx="1446771" cy="0"/>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grpSp>
      <p:pic>
        <p:nvPicPr>
          <p:cNvPr id="39" name="Graphic 28">
            <a:extLst>
              <a:ext uri="{FF2B5EF4-FFF2-40B4-BE49-F238E27FC236}">
                <a16:creationId xmlns:a16="http://schemas.microsoft.com/office/drawing/2014/main" id="{D47FEA27-EA75-E8A2-2C40-C50563CE6934}"/>
              </a:ext>
              <a:ext uri="{C183D7F6-B498-43B3-948B-1728B52AA6E4}">
                <adec:decorative xmlns:adec="http://schemas.microsoft.com/office/drawing/2017/decorative" val="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93720" y="2046062"/>
            <a:ext cx="734360" cy="734400"/>
          </a:xfrm>
          <a:prstGeom prst="rect">
            <a:avLst/>
          </a:prstGeom>
        </p:spPr>
      </p:pic>
      <p:pic>
        <p:nvPicPr>
          <p:cNvPr id="40" name="Graphic 41">
            <a:extLst>
              <a:ext uri="{FF2B5EF4-FFF2-40B4-BE49-F238E27FC236}">
                <a16:creationId xmlns:a16="http://schemas.microsoft.com/office/drawing/2014/main" id="{4A8458CA-B53A-B09B-9686-28D88F7CAC1E}"/>
              </a:ext>
              <a:ext uri="{C183D7F6-B498-43B3-948B-1728B52AA6E4}">
                <adec:decorative xmlns:adec="http://schemas.microsoft.com/office/drawing/2017/decorative" val="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955529" y="2074290"/>
            <a:ext cx="734323" cy="734400"/>
          </a:xfrm>
          <a:prstGeom prst="rect">
            <a:avLst/>
          </a:prstGeom>
        </p:spPr>
      </p:pic>
      <p:pic>
        <p:nvPicPr>
          <p:cNvPr id="52" name="Picture 51" descr="A black background with a black square&#10;&#10;Description automatically generated with medium confidence">
            <a:extLst>
              <a:ext uri="{FF2B5EF4-FFF2-40B4-BE49-F238E27FC236}">
                <a16:creationId xmlns:a16="http://schemas.microsoft.com/office/drawing/2014/main" id="{CEF60AE9-C4C2-FB47-54D2-B621D6CB4B43}"/>
              </a:ext>
            </a:extLst>
          </p:cNvPr>
          <p:cNvPicPr>
            <a:picLocks noChangeAspect="1"/>
          </p:cNvPicPr>
          <p:nvPr/>
        </p:nvPicPr>
        <p:blipFill rotWithShape="1">
          <a:blip r:embed="rId5">
            <a:extLst>
              <a:ext uri="{28A0092B-C50C-407E-A947-70E740481C1C}">
                <a14:useLocalDpi xmlns:a14="http://schemas.microsoft.com/office/drawing/2010/main" val="0"/>
              </a:ext>
            </a:extLst>
          </a:blip>
          <a:srcRect b="18953"/>
          <a:stretch/>
        </p:blipFill>
        <p:spPr>
          <a:xfrm>
            <a:off x="5591944" y="1988840"/>
            <a:ext cx="1020069" cy="826730"/>
          </a:xfrm>
          <a:prstGeom prst="rect">
            <a:avLst/>
          </a:prstGeom>
        </p:spPr>
      </p:pic>
      <p:pic>
        <p:nvPicPr>
          <p:cNvPr id="54" name="Graphic 53" descr="List with solid fill">
            <a:extLst>
              <a:ext uri="{FF2B5EF4-FFF2-40B4-BE49-F238E27FC236}">
                <a16:creationId xmlns:a16="http://schemas.microsoft.com/office/drawing/2014/main" id="{93F56AED-D471-33D8-38D4-D430321A62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86386" y="2091729"/>
            <a:ext cx="734400" cy="734400"/>
          </a:xfrm>
          <a:prstGeom prst="rect">
            <a:avLst/>
          </a:prstGeom>
        </p:spPr>
      </p:pic>
      <p:pic>
        <p:nvPicPr>
          <p:cNvPr id="56" name="Graphic 55" descr="Earth globe: Asia and Australia with solid fill">
            <a:extLst>
              <a:ext uri="{FF2B5EF4-FFF2-40B4-BE49-F238E27FC236}">
                <a16:creationId xmlns:a16="http://schemas.microsoft.com/office/drawing/2014/main" id="{EFFDF0A3-0C45-FC23-B027-A42DACDB285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70074" y="1979351"/>
            <a:ext cx="914400" cy="914400"/>
          </a:xfrm>
          <a:prstGeom prst="rect">
            <a:avLst/>
          </a:prstGeom>
        </p:spPr>
      </p:pic>
    </p:spTree>
    <p:extLst>
      <p:ext uri="{BB962C8B-B14F-4D97-AF65-F5344CB8AC3E}">
        <p14:creationId xmlns:p14="http://schemas.microsoft.com/office/powerpoint/2010/main" val="4052121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p:txBody>
          <a:bodyPr/>
          <a:lstStyle/>
          <a:p>
            <a:r>
              <a:rPr lang="en-AU" sz="2800">
                <a:solidFill>
                  <a:srgbClr val="1F487C"/>
                </a:solidFill>
              </a:rPr>
              <a:t>Acknowledgement of Country</a:t>
            </a:r>
          </a:p>
        </p:txBody>
      </p:sp>
      <p:sp>
        <p:nvSpPr>
          <p:cNvPr id="5" name="Content Placeholder 4">
            <a:extLst>
              <a:ext uri="{FF2B5EF4-FFF2-40B4-BE49-F238E27FC236}">
                <a16:creationId xmlns:a16="http://schemas.microsoft.com/office/drawing/2014/main" id="{49AD702F-D502-1779-11D8-60BC01B5789C}"/>
              </a:ext>
            </a:extLst>
          </p:cNvPr>
          <p:cNvSpPr>
            <a:spLocks noGrp="1"/>
          </p:cNvSpPr>
          <p:nvPr>
            <p:ph idx="1"/>
          </p:nvPr>
        </p:nvSpPr>
        <p:spPr/>
        <p:txBody>
          <a:bodyPr>
            <a:normAutofit/>
          </a:bodyPr>
          <a:lstStyle/>
          <a:p>
            <a:pPr marL="0" marR="0" lvl="0" indent="0" algn="ctr" defTabSz="457200" rtl="0" eaLnBrk="1" fontAlgn="base" latinLnBrk="0" hangingPunct="1">
              <a:lnSpc>
                <a:spcPct val="90000"/>
              </a:lnSpc>
              <a:spcBef>
                <a:spcPct val="20000"/>
              </a:spcBef>
              <a:spcAft>
                <a:spcPct val="0"/>
              </a:spcAft>
              <a:buClrTx/>
              <a:buSzTx/>
              <a:buFont typeface="Lucida Grande" charset="0"/>
              <a:buNone/>
              <a:tabLst/>
              <a:defRPr/>
            </a:pPr>
            <a:r>
              <a:rPr kumimoji="0" lang="en-AU" sz="2200" b="0" i="1" u="none" strike="noStrike" kern="1200" cap="none" spc="0" normalizeH="0" baseline="0" noProof="0">
                <a:ln>
                  <a:noFill/>
                </a:ln>
                <a:solidFill>
                  <a:prstClr val="black"/>
                </a:solidFill>
                <a:effectLst/>
                <a:uLnTx/>
                <a:uFillTx/>
                <a:latin typeface="Tw Cen MT"/>
                <a:ea typeface="ＭＳ Ｐゴシック" charset="0"/>
              </a:rPr>
              <a:t>We would like to acknowledge the Traditional Owners of Australia and recognise their continuing connection to land, water and culture. The University of Sydney is on the land of the Gadigal people of the Eora Nation and we pay our respects to their Elders, past, present and emerging. </a:t>
            </a:r>
          </a:p>
        </p:txBody>
      </p:sp>
    </p:spTree>
    <p:extLst>
      <p:ext uri="{BB962C8B-B14F-4D97-AF65-F5344CB8AC3E}">
        <p14:creationId xmlns:p14="http://schemas.microsoft.com/office/powerpoint/2010/main" val="1974447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a:lstStyle/>
          <a:p>
            <a:r>
              <a:rPr lang="en-AU" sz="2800">
                <a:solidFill>
                  <a:srgbClr val="1F487C"/>
                </a:solidFill>
              </a:rPr>
              <a:t>Introduction</a:t>
            </a:r>
          </a:p>
        </p:txBody>
      </p:sp>
      <p:sp>
        <p:nvSpPr>
          <p:cNvPr id="6" name="Content Placeholder 5">
            <a:extLst>
              <a:ext uri="{FF2B5EF4-FFF2-40B4-BE49-F238E27FC236}">
                <a16:creationId xmlns:a16="http://schemas.microsoft.com/office/drawing/2014/main" id="{B4023636-70B6-5B26-CD9E-0730D9F61063}"/>
              </a:ext>
            </a:extLst>
          </p:cNvPr>
          <p:cNvSpPr>
            <a:spLocks noGrp="1"/>
          </p:cNvSpPr>
          <p:nvPr>
            <p:ph idx="1"/>
          </p:nvPr>
        </p:nvSpPr>
        <p:spPr/>
        <p:txBody>
          <a:bodyPr/>
          <a:lstStyle/>
          <a:p>
            <a:pPr marL="0" indent="0">
              <a:buNone/>
            </a:pPr>
            <a:r>
              <a:rPr lang="en-AU" sz="2200" b="1"/>
              <a:t>Assistive Technology</a:t>
            </a:r>
          </a:p>
          <a:p>
            <a:pPr>
              <a:buFont typeface="Arial" panose="020B0604020202020204" pitchFamily="34" charset="0"/>
              <a:buChar char="•"/>
            </a:pPr>
            <a:r>
              <a:rPr lang="en-AU" sz="2200"/>
              <a:t>Wristband</a:t>
            </a:r>
          </a:p>
          <a:p>
            <a:pPr>
              <a:buFont typeface="Arial" panose="020B0604020202020204" pitchFamily="34" charset="0"/>
              <a:buChar char="•"/>
            </a:pPr>
            <a:r>
              <a:rPr lang="en-AU" sz="2200"/>
              <a:t>Smart glasses</a:t>
            </a:r>
          </a:p>
          <a:p>
            <a:pPr>
              <a:buFont typeface="Arial" panose="020B0604020202020204" pitchFamily="34" charset="0"/>
              <a:buChar char="•"/>
            </a:pPr>
            <a:r>
              <a:rPr lang="en-AU" sz="2200"/>
              <a:t>Smart canes</a:t>
            </a:r>
          </a:p>
          <a:p>
            <a:pPr>
              <a:buFont typeface="Arial" panose="020B0604020202020204" pitchFamily="34" charset="0"/>
              <a:buChar char="•"/>
            </a:pPr>
            <a:r>
              <a:rPr lang="en-AU" sz="2200"/>
              <a:t>Autonomous vehicles</a:t>
            </a:r>
          </a:p>
          <a:p>
            <a:pPr marL="0" indent="0">
              <a:buNone/>
            </a:pPr>
            <a:endParaRPr lang="en-AU" sz="2200"/>
          </a:p>
          <a:p>
            <a:pPr marL="0" indent="0">
              <a:buNone/>
            </a:pPr>
            <a:r>
              <a:rPr lang="en-AU" sz="2200" b="1"/>
              <a:t>Transport Disadvantaged</a:t>
            </a:r>
          </a:p>
          <a:p>
            <a:pPr>
              <a:buFont typeface="Arial" panose="020B0604020202020204" pitchFamily="34" charset="0"/>
              <a:buChar char="•"/>
            </a:pPr>
            <a:r>
              <a:rPr lang="en-AU" sz="2200"/>
              <a:t>Disabled</a:t>
            </a:r>
          </a:p>
          <a:p>
            <a:pPr>
              <a:buFont typeface="Arial" panose="020B0604020202020204" pitchFamily="34" charset="0"/>
              <a:buChar char="•"/>
            </a:pPr>
            <a:r>
              <a:rPr lang="en-AU" sz="2200"/>
              <a:t>Elderly</a:t>
            </a:r>
          </a:p>
          <a:p>
            <a:pPr>
              <a:buFont typeface="Arial" panose="020B0604020202020204" pitchFamily="34" charset="0"/>
              <a:buChar char="•"/>
            </a:pPr>
            <a:r>
              <a:rPr lang="en-AU" sz="2200"/>
              <a:t>Non-drivers</a:t>
            </a:r>
          </a:p>
          <a:p>
            <a:pPr>
              <a:buFont typeface="Arial" panose="020B0604020202020204" pitchFamily="34" charset="0"/>
              <a:buChar char="•"/>
            </a:pPr>
            <a:endParaRPr lang="en-AU" sz="2200"/>
          </a:p>
          <a:p>
            <a:pPr marL="0" indent="0">
              <a:buNone/>
            </a:pPr>
            <a:endParaRPr lang="en-AU" sz="2200" b="1"/>
          </a:p>
          <a:p>
            <a:pPr>
              <a:buFont typeface="Arial" panose="020B0604020202020204" pitchFamily="34" charset="0"/>
              <a:buChar char="•"/>
            </a:pPr>
            <a:endParaRPr lang="en-AU" sz="2200" b="1"/>
          </a:p>
          <a:p>
            <a:pPr marL="0" indent="0">
              <a:buNone/>
            </a:pPr>
            <a:endParaRPr lang="en-AU"/>
          </a:p>
        </p:txBody>
      </p:sp>
      <p:grpSp>
        <p:nvGrpSpPr>
          <p:cNvPr id="14" name="Group 13">
            <a:extLst>
              <a:ext uri="{FF2B5EF4-FFF2-40B4-BE49-F238E27FC236}">
                <a16:creationId xmlns:a16="http://schemas.microsoft.com/office/drawing/2014/main" id="{B7B3515C-A0E3-9E3E-2098-0E21E9E74716}"/>
              </a:ext>
            </a:extLst>
          </p:cNvPr>
          <p:cNvGrpSpPr/>
          <p:nvPr/>
        </p:nvGrpSpPr>
        <p:grpSpPr>
          <a:xfrm>
            <a:off x="6810008" y="1358900"/>
            <a:ext cx="4780800" cy="5111778"/>
            <a:chOff x="6810008" y="1358900"/>
            <a:chExt cx="4780800" cy="5111778"/>
          </a:xfrm>
        </p:grpSpPr>
        <p:pic>
          <p:nvPicPr>
            <p:cNvPr id="12" name="Picture 11" descr="A black wristband with blue circles&#10;&#10;Description automatically generated">
              <a:extLst>
                <a:ext uri="{FF2B5EF4-FFF2-40B4-BE49-F238E27FC236}">
                  <a16:creationId xmlns:a16="http://schemas.microsoft.com/office/drawing/2014/main" id="{9F9CFA33-AE02-E190-A740-DE8FF0065C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0008" y="1358900"/>
              <a:ext cx="4780800" cy="5111778"/>
            </a:xfrm>
            <a:prstGeom prst="rect">
              <a:avLst/>
            </a:prstGeom>
          </p:spPr>
        </p:pic>
        <p:sp>
          <p:nvSpPr>
            <p:cNvPr id="13" name="TextBox 12">
              <a:extLst>
                <a:ext uri="{FF2B5EF4-FFF2-40B4-BE49-F238E27FC236}">
                  <a16:creationId xmlns:a16="http://schemas.microsoft.com/office/drawing/2014/main" id="{69BB5875-49AB-4039-D2BB-B0EE292476D9}"/>
                </a:ext>
              </a:extLst>
            </p:cNvPr>
            <p:cNvSpPr txBox="1"/>
            <p:nvPr/>
          </p:nvSpPr>
          <p:spPr>
            <a:xfrm>
              <a:off x="9927924" y="6209068"/>
              <a:ext cx="1662884" cy="261610"/>
            </a:xfrm>
            <a:prstGeom prst="rect">
              <a:avLst/>
            </a:prstGeom>
            <a:noFill/>
          </p:spPr>
          <p:txBody>
            <a:bodyPr wrap="square">
              <a:spAutoFit/>
            </a:bodyPr>
            <a:lstStyle/>
            <a:p>
              <a:pPr algn="r"/>
              <a:r>
                <a:rPr lang="en-AU" sz="1100" b="1">
                  <a:latin typeface="Tw Cen MT" panose="020B0602020104020603" pitchFamily="34" charset="0"/>
                </a:rPr>
                <a:t>Source: Neosensory </a:t>
              </a:r>
            </a:p>
          </p:txBody>
        </p:sp>
      </p:grpSp>
      <p:grpSp>
        <p:nvGrpSpPr>
          <p:cNvPr id="19" name="Group 18">
            <a:extLst>
              <a:ext uri="{FF2B5EF4-FFF2-40B4-BE49-F238E27FC236}">
                <a16:creationId xmlns:a16="http://schemas.microsoft.com/office/drawing/2014/main" id="{9D7EFD2E-2756-9220-3B00-2CD3567DAD89}"/>
              </a:ext>
            </a:extLst>
          </p:cNvPr>
          <p:cNvGrpSpPr/>
          <p:nvPr/>
        </p:nvGrpSpPr>
        <p:grpSpPr>
          <a:xfrm>
            <a:off x="6810008" y="2148135"/>
            <a:ext cx="4780800" cy="3188794"/>
            <a:chOff x="6810008" y="2148135"/>
            <a:chExt cx="4780800" cy="3188794"/>
          </a:xfrm>
        </p:grpSpPr>
        <p:pic>
          <p:nvPicPr>
            <p:cNvPr id="9" name="Picture 8" descr="A close-up of a pair of glasses&#10;&#10;Description automatically generated">
              <a:extLst>
                <a:ext uri="{FF2B5EF4-FFF2-40B4-BE49-F238E27FC236}">
                  <a16:creationId xmlns:a16="http://schemas.microsoft.com/office/drawing/2014/main" id="{F46E832D-91C9-41BB-B0FE-3998E507ED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0008" y="2148135"/>
              <a:ext cx="4780800" cy="3188794"/>
            </a:xfrm>
            <a:prstGeom prst="rect">
              <a:avLst/>
            </a:prstGeom>
          </p:spPr>
        </p:pic>
        <p:sp>
          <p:nvSpPr>
            <p:cNvPr id="15" name="TextBox 14">
              <a:extLst>
                <a:ext uri="{FF2B5EF4-FFF2-40B4-BE49-F238E27FC236}">
                  <a16:creationId xmlns:a16="http://schemas.microsoft.com/office/drawing/2014/main" id="{D22A2486-BD41-0353-54E5-E35367860C1F}"/>
                </a:ext>
              </a:extLst>
            </p:cNvPr>
            <p:cNvSpPr txBox="1"/>
            <p:nvPr/>
          </p:nvSpPr>
          <p:spPr>
            <a:xfrm>
              <a:off x="9927924" y="5075319"/>
              <a:ext cx="1662884" cy="261610"/>
            </a:xfrm>
            <a:prstGeom prst="rect">
              <a:avLst/>
            </a:prstGeom>
            <a:noFill/>
          </p:spPr>
          <p:txBody>
            <a:bodyPr wrap="square">
              <a:spAutoFit/>
            </a:bodyPr>
            <a:lstStyle/>
            <a:p>
              <a:pPr algn="r"/>
              <a:r>
                <a:rPr lang="en-AU" sz="1100" b="1">
                  <a:solidFill>
                    <a:schemeClr val="bg1"/>
                  </a:solidFill>
                  <a:effectLst>
                    <a:glow rad="63500">
                      <a:schemeClr val="accent4">
                        <a:satMod val="175000"/>
                        <a:alpha val="40000"/>
                      </a:schemeClr>
                    </a:glow>
                    <a:outerShdw blurRad="50800" dist="38100" dir="2700000" algn="tl" rotWithShape="0">
                      <a:prstClr val="black">
                        <a:alpha val="40000"/>
                      </a:prstClr>
                    </a:outerShdw>
                  </a:effectLst>
                  <a:latin typeface="Tw Cen MT" panose="020B0602020104020603" pitchFamily="34" charset="0"/>
                </a:rPr>
                <a:t>Source: Medium</a:t>
              </a:r>
            </a:p>
          </p:txBody>
        </p:sp>
      </p:grpSp>
      <p:grpSp>
        <p:nvGrpSpPr>
          <p:cNvPr id="18" name="Group 17">
            <a:extLst>
              <a:ext uri="{FF2B5EF4-FFF2-40B4-BE49-F238E27FC236}">
                <a16:creationId xmlns:a16="http://schemas.microsoft.com/office/drawing/2014/main" id="{1B1400E2-8049-60DC-4898-289C379C558D}"/>
              </a:ext>
            </a:extLst>
          </p:cNvPr>
          <p:cNvGrpSpPr/>
          <p:nvPr/>
        </p:nvGrpSpPr>
        <p:grpSpPr>
          <a:xfrm>
            <a:off x="6810008" y="441000"/>
            <a:ext cx="4780800" cy="5976000"/>
            <a:chOff x="6810008" y="441000"/>
            <a:chExt cx="4780800" cy="5976000"/>
          </a:xfrm>
        </p:grpSpPr>
        <p:pic>
          <p:nvPicPr>
            <p:cNvPr id="7" name="Picture 6" descr="A person holding a white cable&#10;&#10;Description automatically generated">
              <a:extLst>
                <a:ext uri="{FF2B5EF4-FFF2-40B4-BE49-F238E27FC236}">
                  <a16:creationId xmlns:a16="http://schemas.microsoft.com/office/drawing/2014/main" id="{F90D7854-3054-F803-88B0-054BFDF382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10008" y="441000"/>
              <a:ext cx="4780800" cy="5976000"/>
            </a:xfrm>
            <a:prstGeom prst="rect">
              <a:avLst/>
            </a:prstGeom>
          </p:spPr>
        </p:pic>
        <p:sp>
          <p:nvSpPr>
            <p:cNvPr id="17" name="TextBox 16">
              <a:extLst>
                <a:ext uri="{FF2B5EF4-FFF2-40B4-BE49-F238E27FC236}">
                  <a16:creationId xmlns:a16="http://schemas.microsoft.com/office/drawing/2014/main" id="{C93C0821-B5BD-B30E-E5DF-A64671FDD6C1}"/>
                </a:ext>
              </a:extLst>
            </p:cNvPr>
            <p:cNvSpPr txBox="1"/>
            <p:nvPr/>
          </p:nvSpPr>
          <p:spPr>
            <a:xfrm>
              <a:off x="9927924" y="6155390"/>
              <a:ext cx="1662884" cy="261610"/>
            </a:xfrm>
            <a:prstGeom prst="rect">
              <a:avLst/>
            </a:prstGeom>
            <a:noFill/>
          </p:spPr>
          <p:txBody>
            <a:bodyPr wrap="square">
              <a:spAutoFit/>
            </a:bodyPr>
            <a:lstStyle/>
            <a:p>
              <a:pPr algn="r"/>
              <a:r>
                <a:rPr lang="en-AU" sz="1100" b="1">
                  <a:solidFill>
                    <a:schemeClr val="bg1"/>
                  </a:solidFill>
                  <a:effectLst>
                    <a:glow rad="63500">
                      <a:schemeClr val="accent4">
                        <a:satMod val="175000"/>
                        <a:alpha val="40000"/>
                      </a:schemeClr>
                    </a:glow>
                    <a:outerShdw blurRad="50800" dist="38100" dir="2700000" algn="tl" rotWithShape="0">
                      <a:prstClr val="black">
                        <a:alpha val="40000"/>
                      </a:prstClr>
                    </a:outerShdw>
                  </a:effectLst>
                  <a:latin typeface="Tw Cen MT" panose="020B0602020104020603" pitchFamily="34" charset="0"/>
                </a:rPr>
                <a:t>Source: TIGRIS</a:t>
              </a:r>
            </a:p>
          </p:txBody>
        </p:sp>
      </p:grpSp>
      <p:grpSp>
        <p:nvGrpSpPr>
          <p:cNvPr id="21" name="Group 20">
            <a:extLst>
              <a:ext uri="{FF2B5EF4-FFF2-40B4-BE49-F238E27FC236}">
                <a16:creationId xmlns:a16="http://schemas.microsoft.com/office/drawing/2014/main" id="{FEF143CB-CF6E-B3C7-D624-C4E3486D23EB}"/>
              </a:ext>
            </a:extLst>
          </p:cNvPr>
          <p:cNvGrpSpPr/>
          <p:nvPr/>
        </p:nvGrpSpPr>
        <p:grpSpPr>
          <a:xfrm>
            <a:off x="6801600" y="2181818"/>
            <a:ext cx="4780800" cy="2501952"/>
            <a:chOff x="9936332" y="8613576"/>
            <a:chExt cx="4780800" cy="2501952"/>
          </a:xfrm>
        </p:grpSpPr>
        <p:pic>
          <p:nvPicPr>
            <p:cNvPr id="4" name="Picture 3" descr="A person in a wheelchair getting into a van&#10;&#10;Description automatically generated">
              <a:extLst>
                <a:ext uri="{FF2B5EF4-FFF2-40B4-BE49-F238E27FC236}">
                  <a16:creationId xmlns:a16="http://schemas.microsoft.com/office/drawing/2014/main" id="{B320499B-FDD1-449F-B980-4F4C3A64C4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36332" y="8613576"/>
              <a:ext cx="4780800" cy="2501952"/>
            </a:xfrm>
            <a:prstGeom prst="rect">
              <a:avLst/>
            </a:prstGeom>
          </p:spPr>
        </p:pic>
        <p:sp>
          <p:nvSpPr>
            <p:cNvPr id="20" name="TextBox 19">
              <a:extLst>
                <a:ext uri="{FF2B5EF4-FFF2-40B4-BE49-F238E27FC236}">
                  <a16:creationId xmlns:a16="http://schemas.microsoft.com/office/drawing/2014/main" id="{0036F84A-468C-8C43-5D5D-A79964D73DA9}"/>
                </a:ext>
              </a:extLst>
            </p:cNvPr>
            <p:cNvSpPr txBox="1"/>
            <p:nvPr/>
          </p:nvSpPr>
          <p:spPr>
            <a:xfrm>
              <a:off x="13045840" y="10853918"/>
              <a:ext cx="1662884" cy="261610"/>
            </a:xfrm>
            <a:prstGeom prst="rect">
              <a:avLst/>
            </a:prstGeom>
            <a:noFill/>
          </p:spPr>
          <p:txBody>
            <a:bodyPr wrap="square">
              <a:spAutoFit/>
            </a:bodyPr>
            <a:lstStyle/>
            <a:p>
              <a:pPr algn="r"/>
              <a:r>
                <a:rPr lang="en-AU" sz="1100" b="1">
                  <a:solidFill>
                    <a:schemeClr val="bg1"/>
                  </a:solidFill>
                  <a:effectLst>
                    <a:glow rad="63500">
                      <a:schemeClr val="accent4">
                        <a:satMod val="175000"/>
                        <a:alpha val="40000"/>
                      </a:schemeClr>
                    </a:glow>
                    <a:outerShdw blurRad="50800" dist="38100" dir="2700000" algn="tl" rotWithShape="0">
                      <a:prstClr val="black">
                        <a:alpha val="40000"/>
                      </a:prstClr>
                    </a:outerShdw>
                  </a:effectLst>
                  <a:latin typeface="Tw Cen MT" panose="020B0602020104020603" pitchFamily="34" charset="0"/>
                </a:rPr>
                <a:t>Source: The Verge</a:t>
              </a:r>
            </a:p>
          </p:txBody>
        </p:sp>
      </p:grpSp>
      <p:grpSp>
        <p:nvGrpSpPr>
          <p:cNvPr id="22" name="Group 21">
            <a:extLst>
              <a:ext uri="{FF2B5EF4-FFF2-40B4-BE49-F238E27FC236}">
                <a16:creationId xmlns:a16="http://schemas.microsoft.com/office/drawing/2014/main" id="{22D1B40C-982D-AD01-4A3A-35FF11F70CAE}"/>
              </a:ext>
            </a:extLst>
          </p:cNvPr>
          <p:cNvGrpSpPr/>
          <p:nvPr/>
        </p:nvGrpSpPr>
        <p:grpSpPr>
          <a:xfrm>
            <a:off x="7457385" y="2148134"/>
            <a:ext cx="3469230" cy="2601262"/>
            <a:chOff x="355173" y="2741243"/>
            <a:chExt cx="3469230" cy="2601262"/>
          </a:xfrm>
        </p:grpSpPr>
        <p:grpSp>
          <p:nvGrpSpPr>
            <p:cNvPr id="23" name="Group 22">
              <a:extLst>
                <a:ext uri="{FF2B5EF4-FFF2-40B4-BE49-F238E27FC236}">
                  <a16:creationId xmlns:a16="http://schemas.microsoft.com/office/drawing/2014/main" id="{F128C565-E9BB-087B-700C-9D5199E5D046}"/>
                </a:ext>
              </a:extLst>
            </p:cNvPr>
            <p:cNvGrpSpPr/>
            <p:nvPr/>
          </p:nvGrpSpPr>
          <p:grpSpPr>
            <a:xfrm>
              <a:off x="355173" y="4464105"/>
              <a:ext cx="3469230" cy="878400"/>
              <a:chOff x="8690824" y="1690875"/>
              <a:chExt cx="1549783" cy="392400"/>
            </a:xfrm>
          </p:grpSpPr>
          <p:pic>
            <p:nvPicPr>
              <p:cNvPr id="31" name="Graphic 30" descr="Wheelchair access with solid fill">
                <a:extLst>
                  <a:ext uri="{FF2B5EF4-FFF2-40B4-BE49-F238E27FC236}">
                    <a16:creationId xmlns:a16="http://schemas.microsoft.com/office/drawing/2014/main" id="{688F8994-18E4-A490-8237-574C045A24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077156" y="1690875"/>
                <a:ext cx="391862" cy="391862"/>
              </a:xfrm>
              <a:prstGeom prst="rect">
                <a:avLst/>
              </a:prstGeom>
            </p:spPr>
          </p:pic>
          <p:pic>
            <p:nvPicPr>
              <p:cNvPr id="32" name="Graphic 31" descr="Deaf with solid fill">
                <a:extLst>
                  <a:ext uri="{FF2B5EF4-FFF2-40B4-BE49-F238E27FC236}">
                    <a16:creationId xmlns:a16="http://schemas.microsoft.com/office/drawing/2014/main" id="{D266FC04-D0AF-CE6D-D0F6-A32891E591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462950" y="1690875"/>
                <a:ext cx="391862" cy="391862"/>
              </a:xfrm>
              <a:prstGeom prst="rect">
                <a:avLst/>
              </a:prstGeom>
            </p:spPr>
          </p:pic>
          <p:pic>
            <p:nvPicPr>
              <p:cNvPr id="33" name="Graphic 32" descr="Braille with solid fill">
                <a:extLst>
                  <a:ext uri="{FF2B5EF4-FFF2-40B4-BE49-F238E27FC236}">
                    <a16:creationId xmlns:a16="http://schemas.microsoft.com/office/drawing/2014/main" id="{211E5EBB-C492-4DB0-E81E-9C64CE52FB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848745" y="1690875"/>
                <a:ext cx="391862" cy="391862"/>
              </a:xfrm>
              <a:prstGeom prst="rect">
                <a:avLst/>
              </a:prstGeom>
            </p:spPr>
          </p:pic>
          <p:pic>
            <p:nvPicPr>
              <p:cNvPr id="34" name="Graphic 33" descr="Man with cane with solid fill">
                <a:extLst>
                  <a:ext uri="{FF2B5EF4-FFF2-40B4-BE49-F238E27FC236}">
                    <a16:creationId xmlns:a16="http://schemas.microsoft.com/office/drawing/2014/main" id="{6D6ADA15-315C-FF93-D996-CF08079162C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90824" y="1690875"/>
                <a:ext cx="392400" cy="392400"/>
              </a:xfrm>
              <a:prstGeom prst="rect">
                <a:avLst/>
              </a:prstGeom>
            </p:spPr>
          </p:pic>
        </p:grpSp>
        <p:grpSp>
          <p:nvGrpSpPr>
            <p:cNvPr id="24" name="Group 23">
              <a:extLst>
                <a:ext uri="{FF2B5EF4-FFF2-40B4-BE49-F238E27FC236}">
                  <a16:creationId xmlns:a16="http://schemas.microsoft.com/office/drawing/2014/main" id="{CCE6C569-63A9-56BB-7DF4-6966787EE352}"/>
                </a:ext>
              </a:extLst>
            </p:cNvPr>
            <p:cNvGrpSpPr/>
            <p:nvPr/>
          </p:nvGrpSpPr>
          <p:grpSpPr>
            <a:xfrm>
              <a:off x="370174" y="2741243"/>
              <a:ext cx="3439229" cy="1728192"/>
              <a:chOff x="4937323" y="320328"/>
              <a:chExt cx="2317353" cy="1164456"/>
            </a:xfrm>
          </p:grpSpPr>
          <p:pic>
            <p:nvPicPr>
              <p:cNvPr id="25" name="Graphic 24" descr="Boy in a wheelchair">
                <a:extLst>
                  <a:ext uri="{FF2B5EF4-FFF2-40B4-BE49-F238E27FC236}">
                    <a16:creationId xmlns:a16="http://schemas.microsoft.com/office/drawing/2014/main" id="{5B11365E-ECDB-9614-3DB7-7C732A63FB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6200382" y="567474"/>
                <a:ext cx="712520" cy="827358"/>
              </a:xfrm>
              <a:prstGeom prst="rect">
                <a:avLst/>
              </a:prstGeom>
            </p:spPr>
          </p:pic>
          <p:pic>
            <p:nvPicPr>
              <p:cNvPr id="26" name="Graphic 25" descr="Blind man wearing sunglasses">
                <a:extLst>
                  <a:ext uri="{FF2B5EF4-FFF2-40B4-BE49-F238E27FC236}">
                    <a16:creationId xmlns:a16="http://schemas.microsoft.com/office/drawing/2014/main" id="{5C29E928-9851-248C-8E9B-6F353576D2C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614744" y="330510"/>
                <a:ext cx="582829" cy="1152000"/>
              </a:xfrm>
              <a:prstGeom prst="rect">
                <a:avLst/>
              </a:prstGeom>
            </p:spPr>
          </p:pic>
          <p:pic>
            <p:nvPicPr>
              <p:cNvPr id="27" name="Graphic 26" descr="Blind woman using stick">
                <a:extLst>
                  <a:ext uri="{FF2B5EF4-FFF2-40B4-BE49-F238E27FC236}">
                    <a16:creationId xmlns:a16="http://schemas.microsoft.com/office/drawing/2014/main" id="{DC4BB13B-F50F-58F7-9B41-88B7447F7F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399229" y="332784"/>
                <a:ext cx="380959" cy="1152000"/>
              </a:xfrm>
              <a:prstGeom prst="rect">
                <a:avLst/>
              </a:prstGeom>
            </p:spPr>
          </p:pic>
          <p:pic>
            <p:nvPicPr>
              <p:cNvPr id="28" name="Graphic 27" descr="Old man wearing jacket">
                <a:extLst>
                  <a:ext uri="{FF2B5EF4-FFF2-40B4-BE49-F238E27FC236}">
                    <a16:creationId xmlns:a16="http://schemas.microsoft.com/office/drawing/2014/main" id="{54584217-0957-575E-ED46-89EA91E906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flipH="1">
                <a:off x="6032129" y="355922"/>
                <a:ext cx="333697" cy="1038909"/>
              </a:xfrm>
              <a:prstGeom prst="rect">
                <a:avLst/>
              </a:prstGeom>
            </p:spPr>
          </p:pic>
          <p:pic>
            <p:nvPicPr>
              <p:cNvPr id="29" name="Graphic 28" descr="Old man using cane">
                <a:extLst>
                  <a:ext uri="{FF2B5EF4-FFF2-40B4-BE49-F238E27FC236}">
                    <a16:creationId xmlns:a16="http://schemas.microsoft.com/office/drawing/2014/main" id="{498D4972-EBE5-E826-DDD3-474101AFAD9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6747457" y="320328"/>
                <a:ext cx="507219" cy="1074504"/>
              </a:xfrm>
              <a:prstGeom prst="rect">
                <a:avLst/>
              </a:prstGeom>
            </p:spPr>
          </p:pic>
          <p:pic>
            <p:nvPicPr>
              <p:cNvPr id="30" name="Graphic 29" descr="Woman in a wheelchair">
                <a:extLst>
                  <a:ext uri="{FF2B5EF4-FFF2-40B4-BE49-F238E27FC236}">
                    <a16:creationId xmlns:a16="http://schemas.microsoft.com/office/drawing/2014/main" id="{B3B217B8-3FC2-A6A9-EB6C-F032856B3B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937323" y="567264"/>
                <a:ext cx="627350" cy="827568"/>
              </a:xfrm>
              <a:prstGeom prst="rect">
                <a:avLst/>
              </a:prstGeom>
            </p:spPr>
          </p:pic>
        </p:grpSp>
      </p:grpSp>
    </p:spTree>
    <p:extLst>
      <p:ext uri="{BB962C8B-B14F-4D97-AF65-F5344CB8AC3E}">
        <p14:creationId xmlns:p14="http://schemas.microsoft.com/office/powerpoint/2010/main" val="2272447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8"/>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2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6" end="6"/>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
                                            <p:txEl>
                                              <p:pRg st="7" end="7"/>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
                                            <p:txEl>
                                              <p:pRg st="8" end="8"/>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
                                            <p:txEl>
                                              <p:pRg st="9" end="9"/>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noRot="1" noMove="1" noResize="1" noEditPoints="1" noAdjustHandles="1" noChangeArrowheads="1" noChangeShapeType="1"/>
          </p:cNvSpPr>
          <p:nvPr>
            <p:ph type="title"/>
          </p:nvPr>
        </p:nvSpPr>
        <p:spPr/>
        <p:txBody>
          <a:bodyPr/>
          <a:lstStyle/>
          <a:p>
            <a:r>
              <a:rPr lang="en-AU" sz="2800">
                <a:solidFill>
                  <a:srgbClr val="1F487C"/>
                </a:solidFill>
              </a:rPr>
              <a:t>What are Autonomous Vehicles?</a:t>
            </a:r>
          </a:p>
        </p:txBody>
      </p:sp>
      <p:sp>
        <p:nvSpPr>
          <p:cNvPr id="3" name="Content Placeholder 2">
            <a:extLst>
              <a:ext uri="{FF2B5EF4-FFF2-40B4-BE49-F238E27FC236}">
                <a16:creationId xmlns:a16="http://schemas.microsoft.com/office/drawing/2014/main" id="{7FFE9A8E-669D-4866-2DD7-34E78B111A0D}"/>
              </a:ext>
            </a:extLst>
          </p:cNvPr>
          <p:cNvSpPr>
            <a:spLocks noGrp="1" noRot="1" noMove="1" noResize="1" noEditPoints="1" noAdjustHandles="1" noChangeArrowheads="1" noChangeShapeType="1"/>
          </p:cNvSpPr>
          <p:nvPr>
            <p:ph idx="1"/>
          </p:nvPr>
        </p:nvSpPr>
        <p:spPr>
          <a:xfrm>
            <a:off x="609600" y="1358902"/>
            <a:ext cx="5486400" cy="4766399"/>
          </a:xfrm>
        </p:spPr>
        <p:txBody>
          <a:bodyPr>
            <a:normAutofit/>
          </a:bodyPr>
          <a:lstStyle/>
          <a:p>
            <a:pPr marL="0" indent="0">
              <a:buNone/>
            </a:pPr>
            <a:r>
              <a:rPr lang="en-US" sz="2200" b="1"/>
              <a:t>Autonomous</a:t>
            </a:r>
            <a:r>
              <a:rPr lang="en-US" sz="2400" b="1"/>
              <a:t> vehicles</a:t>
            </a:r>
          </a:p>
          <a:p>
            <a:pPr>
              <a:buFont typeface="Arial" panose="020B0604020202020204" pitchFamily="34" charset="0"/>
              <a:buChar char="•"/>
            </a:pPr>
            <a:r>
              <a:rPr lang="en-US" sz="1900"/>
              <a:t>Capable of independently and self-sufficiently performing all driving functions in any environment</a:t>
            </a:r>
          </a:p>
          <a:p>
            <a:pPr>
              <a:buFont typeface="Arial" panose="020B0604020202020204" pitchFamily="34" charset="0"/>
              <a:buChar char="•"/>
            </a:pPr>
            <a:r>
              <a:rPr lang="en-US" sz="1900"/>
              <a:t>SAE Level 5</a:t>
            </a:r>
          </a:p>
          <a:p>
            <a:pPr marL="0" indent="0">
              <a:buNone/>
            </a:pPr>
            <a:endParaRPr lang="en-US"/>
          </a:p>
          <a:p>
            <a:pPr marL="0" indent="0">
              <a:buNone/>
            </a:pPr>
            <a:r>
              <a:rPr lang="en-US" sz="2200" b="1"/>
              <a:t>Integration into Transportation System</a:t>
            </a:r>
          </a:p>
          <a:p>
            <a:pPr>
              <a:buFont typeface="Arial" panose="020B0604020202020204" pitchFamily="34" charset="0"/>
              <a:buChar char="•"/>
            </a:pPr>
            <a:r>
              <a:rPr lang="en-US" sz="1900"/>
              <a:t>Private</a:t>
            </a:r>
          </a:p>
          <a:p>
            <a:pPr>
              <a:buFont typeface="Arial" panose="020B0604020202020204" pitchFamily="34" charset="0"/>
              <a:buChar char="•"/>
            </a:pPr>
            <a:r>
              <a:rPr lang="en-US" sz="1900"/>
              <a:t>Shared</a:t>
            </a:r>
          </a:p>
          <a:p>
            <a:pPr>
              <a:buFont typeface="Arial" panose="020B0604020202020204" pitchFamily="34" charset="0"/>
              <a:buChar char="•"/>
            </a:pPr>
            <a:r>
              <a:rPr lang="en-US" sz="1900"/>
              <a:t>Public transport</a:t>
            </a:r>
          </a:p>
        </p:txBody>
      </p:sp>
      <p:sp>
        <p:nvSpPr>
          <p:cNvPr id="33" name="Rectangle 32">
            <a:extLst>
              <a:ext uri="{FF2B5EF4-FFF2-40B4-BE49-F238E27FC236}">
                <a16:creationId xmlns:a16="http://schemas.microsoft.com/office/drawing/2014/main" id="{C34E4205-0FD2-AC12-5BA6-C38AB18BB607}"/>
              </a:ext>
            </a:extLst>
          </p:cNvPr>
          <p:cNvSpPr>
            <a:spLocks noGrp="1" noRot="1" noMove="1" noResize="1" noEditPoints="1" noAdjustHandles="1" noChangeArrowheads="1" noChangeShapeType="1"/>
          </p:cNvSpPr>
          <p:nvPr/>
        </p:nvSpPr>
        <p:spPr>
          <a:xfrm>
            <a:off x="6303963" y="0"/>
            <a:ext cx="5917386" cy="6858000"/>
          </a:xfrm>
          <a:prstGeom prst="rect">
            <a:avLst/>
          </a:prstGeom>
          <a:solidFill>
            <a:srgbClr val="224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nvGrpSpPr>
          <p:cNvPr id="34" name="Group 33">
            <a:extLst>
              <a:ext uri="{FF2B5EF4-FFF2-40B4-BE49-F238E27FC236}">
                <a16:creationId xmlns:a16="http://schemas.microsoft.com/office/drawing/2014/main" id="{57A384BD-A32C-FBA5-C8A7-2305B81FA934}"/>
              </a:ext>
            </a:extLst>
          </p:cNvPr>
          <p:cNvGrpSpPr>
            <a:grpSpLocks noGrp="1" noUngrp="1" noRot="1" noMove="1" noResize="1"/>
          </p:cNvGrpSpPr>
          <p:nvPr/>
        </p:nvGrpSpPr>
        <p:grpSpPr>
          <a:xfrm>
            <a:off x="6303963" y="0"/>
            <a:ext cx="5917386" cy="6858000"/>
            <a:chOff x="6303963" y="0"/>
            <a:chExt cx="5917386" cy="6858000"/>
          </a:xfrm>
        </p:grpSpPr>
        <p:pic>
          <p:nvPicPr>
            <p:cNvPr id="35" name="Graphic 34" descr="Bamboo and grasses">
              <a:extLst>
                <a:ext uri="{FF2B5EF4-FFF2-40B4-BE49-F238E27FC236}">
                  <a16:creationId xmlns:a16="http://schemas.microsoft.com/office/drawing/2014/main" id="{C375EABD-5993-C416-42BA-01CDFD983D25}"/>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53909"/>
            <a:stretch/>
          </p:blipFill>
          <p:spPr>
            <a:xfrm>
              <a:off x="6303963" y="5204810"/>
              <a:ext cx="1354626" cy="1653190"/>
            </a:xfrm>
            <a:prstGeom prst="rect">
              <a:avLst/>
            </a:prstGeom>
          </p:spPr>
        </p:pic>
        <p:pic>
          <p:nvPicPr>
            <p:cNvPr id="36" name="Graphic 35" descr="Bamboo and grasses">
              <a:extLst>
                <a:ext uri="{FF2B5EF4-FFF2-40B4-BE49-F238E27FC236}">
                  <a16:creationId xmlns:a16="http://schemas.microsoft.com/office/drawing/2014/main" id="{91216B7F-C693-CF57-4A58-A9518872ABF2}"/>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r="50000"/>
            <a:stretch/>
          </p:blipFill>
          <p:spPr>
            <a:xfrm>
              <a:off x="10751847" y="5204810"/>
              <a:ext cx="1469502" cy="1653190"/>
            </a:xfrm>
            <a:prstGeom prst="rect">
              <a:avLst/>
            </a:prstGeom>
          </p:spPr>
        </p:pic>
        <p:pic>
          <p:nvPicPr>
            <p:cNvPr id="37" name="Graphic 36" descr="An organic corner shape">
              <a:extLst>
                <a:ext uri="{FF2B5EF4-FFF2-40B4-BE49-F238E27FC236}">
                  <a16:creationId xmlns:a16="http://schemas.microsoft.com/office/drawing/2014/main" id="{FBABEFDD-3CE0-4453-92B2-0B92DB06645F}"/>
                </a:ext>
              </a:extLst>
            </p:cNvPr>
            <p:cNvPicPr>
              <a:picLocks noGrp="1" noRo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03963" y="0"/>
              <a:ext cx="1891742" cy="1891742"/>
            </a:xfrm>
            <a:prstGeom prst="rect">
              <a:avLst/>
            </a:prstGeom>
          </p:spPr>
        </p:pic>
      </p:grpSp>
      <p:pic>
        <p:nvPicPr>
          <p:cNvPr id="85" name="Picture 84">
            <a:extLst>
              <a:ext uri="{FF2B5EF4-FFF2-40B4-BE49-F238E27FC236}">
                <a16:creationId xmlns:a16="http://schemas.microsoft.com/office/drawing/2014/main" id="{7DBAF98D-F3AA-1730-55D2-CC653B79B465}"/>
              </a:ext>
            </a:extLst>
          </p:cNvPr>
          <p:cNvPicPr>
            <a:picLocks noChangeAspect="1"/>
          </p:cNvPicPr>
          <p:nvPr/>
        </p:nvPicPr>
        <p:blipFill>
          <a:blip r:embed="rId5">
            <a:alphaModFix/>
            <a:extLst>
              <a:ext uri="{BEBA8EAE-BF5A-486C-A8C5-ECC9F3942E4B}">
                <a14:imgProps xmlns:a14="http://schemas.microsoft.com/office/drawing/2010/main">
                  <a14:imgLayer r:embed="rId6">
                    <a14:imgEffect>
                      <a14:colorTemperature colorTemp="8800"/>
                    </a14:imgEffect>
                  </a14:imgLayer>
                </a14:imgProps>
              </a:ext>
            </a:extLst>
          </a:blip>
          <a:stretch>
            <a:fillRect/>
          </a:stretch>
        </p:blipFill>
        <p:spPr>
          <a:xfrm>
            <a:off x="7706761" y="2090613"/>
            <a:ext cx="3111789" cy="2996312"/>
          </a:xfrm>
          <a:prstGeom prst="rect">
            <a:avLst/>
          </a:prstGeom>
        </p:spPr>
      </p:pic>
      <p:sp>
        <p:nvSpPr>
          <p:cNvPr id="39" name="TextBox 38">
            <a:extLst>
              <a:ext uri="{FF2B5EF4-FFF2-40B4-BE49-F238E27FC236}">
                <a16:creationId xmlns:a16="http://schemas.microsoft.com/office/drawing/2014/main" id="{D1227BF3-2782-6FA1-2331-E0FAE688AA8D}"/>
              </a:ext>
            </a:extLst>
          </p:cNvPr>
          <p:cNvSpPr txBox="1"/>
          <p:nvPr/>
        </p:nvSpPr>
        <p:spPr>
          <a:xfrm>
            <a:off x="6600056" y="2371527"/>
            <a:ext cx="1086820" cy="769441"/>
          </a:xfrm>
          <a:prstGeom prst="rect">
            <a:avLst/>
          </a:prstGeom>
          <a:noFill/>
        </p:spPr>
        <p:txBody>
          <a:bodyPr wrap="square">
            <a:spAutoFit/>
          </a:bodyPr>
          <a:lstStyle/>
          <a:p>
            <a:pPr algn="ctr"/>
            <a:r>
              <a:rPr lang="en-AU" sz="1100" b="1">
                <a:solidFill>
                  <a:schemeClr val="bg1"/>
                </a:solidFill>
                <a:latin typeface="Tw Cen MT" panose="020B0602020104020603" pitchFamily="34" charset="0"/>
              </a:rPr>
              <a:t>Private Autonomous Vehicles (PAVs)</a:t>
            </a:r>
          </a:p>
        </p:txBody>
      </p:sp>
      <p:sp>
        <p:nvSpPr>
          <p:cNvPr id="42" name="TextBox 41">
            <a:extLst>
              <a:ext uri="{FF2B5EF4-FFF2-40B4-BE49-F238E27FC236}">
                <a16:creationId xmlns:a16="http://schemas.microsoft.com/office/drawing/2014/main" id="{DF140ACC-07EF-9340-ACAB-A639419BAB87}"/>
              </a:ext>
            </a:extLst>
          </p:cNvPr>
          <p:cNvSpPr txBox="1"/>
          <p:nvPr/>
        </p:nvSpPr>
        <p:spPr>
          <a:xfrm>
            <a:off x="10833183" y="2371527"/>
            <a:ext cx="1086820" cy="769441"/>
          </a:xfrm>
          <a:prstGeom prst="rect">
            <a:avLst/>
          </a:prstGeom>
          <a:noFill/>
        </p:spPr>
        <p:txBody>
          <a:bodyPr wrap="square">
            <a:spAutoFit/>
          </a:bodyPr>
          <a:lstStyle/>
          <a:p>
            <a:pPr algn="ctr"/>
            <a:r>
              <a:rPr lang="en-AU" sz="1100" b="1">
                <a:solidFill>
                  <a:schemeClr val="bg1"/>
                </a:solidFill>
                <a:latin typeface="Tw Cen MT" panose="020B0602020104020603" pitchFamily="34" charset="0"/>
              </a:rPr>
              <a:t>Shared Autonomous Vehicles (SAVs)</a:t>
            </a:r>
          </a:p>
        </p:txBody>
      </p:sp>
      <p:sp>
        <p:nvSpPr>
          <p:cNvPr id="43" name="TextBox 42">
            <a:extLst>
              <a:ext uri="{FF2B5EF4-FFF2-40B4-BE49-F238E27FC236}">
                <a16:creationId xmlns:a16="http://schemas.microsoft.com/office/drawing/2014/main" id="{B31C3A98-698B-BF94-696C-1C527A8E80D7}"/>
              </a:ext>
            </a:extLst>
          </p:cNvPr>
          <p:cNvSpPr txBox="1"/>
          <p:nvPr/>
        </p:nvSpPr>
        <p:spPr>
          <a:xfrm>
            <a:off x="8687875" y="5013176"/>
            <a:ext cx="1086820" cy="769441"/>
          </a:xfrm>
          <a:prstGeom prst="rect">
            <a:avLst/>
          </a:prstGeom>
          <a:noFill/>
        </p:spPr>
        <p:txBody>
          <a:bodyPr wrap="square">
            <a:spAutoFit/>
          </a:bodyPr>
          <a:lstStyle/>
          <a:p>
            <a:pPr algn="ctr"/>
            <a:r>
              <a:rPr lang="en-AU" sz="1100" b="1">
                <a:solidFill>
                  <a:schemeClr val="bg1"/>
                </a:solidFill>
                <a:latin typeface="Tw Cen MT" panose="020B0602020104020603" pitchFamily="34" charset="0"/>
              </a:rPr>
              <a:t>Autonomous Public Transport (APT)</a:t>
            </a:r>
          </a:p>
        </p:txBody>
      </p:sp>
    </p:spTree>
    <p:extLst>
      <p:ext uri="{BB962C8B-B14F-4D97-AF65-F5344CB8AC3E}">
        <p14:creationId xmlns:p14="http://schemas.microsoft.com/office/powerpoint/2010/main" val="2127422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a:lstStyle/>
          <a:p>
            <a:r>
              <a:rPr lang="en-AU" sz="2800">
                <a:solidFill>
                  <a:srgbClr val="1F487C"/>
                </a:solidFill>
              </a:rPr>
              <a:t>What is Transport-related Social Exclusion (TRSE)?</a:t>
            </a:r>
          </a:p>
        </p:txBody>
      </p:sp>
      <p:pic>
        <p:nvPicPr>
          <p:cNvPr id="5" name="Picture 4">
            <a:extLst>
              <a:ext uri="{FF2B5EF4-FFF2-40B4-BE49-F238E27FC236}">
                <a16:creationId xmlns:a16="http://schemas.microsoft.com/office/drawing/2014/main" id="{65602C21-7A51-057E-1D8A-A33829ADDD7B}"/>
              </a:ext>
            </a:extLst>
          </p:cNvPr>
          <p:cNvPicPr>
            <a:picLocks noChangeAspect="1"/>
          </p:cNvPicPr>
          <p:nvPr/>
        </p:nvPicPr>
        <p:blipFill>
          <a:blip r:embed="rId3"/>
          <a:stretch>
            <a:fillRect/>
          </a:stretch>
        </p:blipFill>
        <p:spPr>
          <a:xfrm>
            <a:off x="609600" y="1017587"/>
            <a:ext cx="6038850" cy="5457825"/>
          </a:xfrm>
          <a:prstGeom prst="rect">
            <a:avLst/>
          </a:prstGeom>
        </p:spPr>
      </p:pic>
      <p:sp>
        <p:nvSpPr>
          <p:cNvPr id="3" name="Content Placeholder 2">
            <a:extLst>
              <a:ext uri="{FF2B5EF4-FFF2-40B4-BE49-F238E27FC236}">
                <a16:creationId xmlns:a16="http://schemas.microsoft.com/office/drawing/2014/main" id="{4D41F93C-BC8B-D4B1-F3DE-9F6BD71B4B23}"/>
              </a:ext>
            </a:extLst>
          </p:cNvPr>
          <p:cNvSpPr>
            <a:spLocks noGrp="1"/>
          </p:cNvSpPr>
          <p:nvPr>
            <p:ph idx="1"/>
          </p:nvPr>
        </p:nvSpPr>
        <p:spPr>
          <a:xfrm>
            <a:off x="6648450" y="1358901"/>
            <a:ext cx="4933950" cy="4767263"/>
          </a:xfrm>
        </p:spPr>
        <p:txBody>
          <a:bodyPr anchor="ctr">
            <a:normAutofit/>
          </a:bodyPr>
          <a:lstStyle/>
          <a:p>
            <a:pPr marL="0" indent="0" algn="ctr">
              <a:buNone/>
            </a:pPr>
            <a:r>
              <a:rPr lang="en-AU" sz="2200" b="1"/>
              <a:t>“The process by which individuals are prevented from participating in essential activities due to </a:t>
            </a:r>
            <a:r>
              <a:rPr lang="en-AU" sz="2200" b="1">
                <a:solidFill>
                  <a:srgbClr val="00B0F0"/>
                </a:solidFill>
              </a:rPr>
              <a:t>limited accessibility</a:t>
            </a:r>
            <a:r>
              <a:rPr lang="en-AU" sz="2200" b="1"/>
              <a:t>.”  (Kenyon et al., 2003)</a:t>
            </a:r>
            <a:endParaRPr lang="en-AU"/>
          </a:p>
        </p:txBody>
      </p:sp>
      <p:sp>
        <p:nvSpPr>
          <p:cNvPr id="6" name="TextBox 5">
            <a:extLst>
              <a:ext uri="{FF2B5EF4-FFF2-40B4-BE49-F238E27FC236}">
                <a16:creationId xmlns:a16="http://schemas.microsoft.com/office/drawing/2014/main" id="{4432BB28-8386-D446-E321-4AB6863D397C}"/>
              </a:ext>
            </a:extLst>
          </p:cNvPr>
          <p:cNvSpPr txBox="1"/>
          <p:nvPr/>
        </p:nvSpPr>
        <p:spPr>
          <a:xfrm>
            <a:off x="911424" y="6126164"/>
            <a:ext cx="6097162" cy="307777"/>
          </a:xfrm>
          <a:prstGeom prst="rect">
            <a:avLst/>
          </a:prstGeom>
          <a:noFill/>
        </p:spPr>
        <p:txBody>
          <a:bodyPr wrap="square">
            <a:spAutoFit/>
          </a:bodyPr>
          <a:lstStyle/>
          <a:p>
            <a:r>
              <a:rPr lang="en-AU" sz="1400" b="1"/>
              <a:t>(</a:t>
            </a:r>
            <a:r>
              <a:rPr lang="en-AU" sz="1400" b="1" err="1"/>
              <a:t>Geurs</a:t>
            </a:r>
            <a:r>
              <a:rPr lang="en-AU" sz="1400" b="1"/>
              <a:t> &amp; van Wee, 2004)</a:t>
            </a:r>
            <a:endParaRPr lang="en-AU" sz="1400"/>
          </a:p>
        </p:txBody>
      </p:sp>
    </p:spTree>
    <p:extLst>
      <p:ext uri="{BB962C8B-B14F-4D97-AF65-F5344CB8AC3E}">
        <p14:creationId xmlns:p14="http://schemas.microsoft.com/office/powerpoint/2010/main" val="1315399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noRot="1" noMove="1" noResize="1" noEditPoints="1" noAdjustHandles="1" noChangeArrowheads="1" noChangeShapeType="1"/>
          </p:cNvSpPr>
          <p:nvPr>
            <p:ph type="title"/>
          </p:nvPr>
        </p:nvSpPr>
        <p:spPr/>
        <p:txBody>
          <a:bodyPr/>
          <a:lstStyle/>
          <a:p>
            <a:r>
              <a:rPr lang="en-AU" sz="2800">
                <a:solidFill>
                  <a:srgbClr val="1F487C"/>
                </a:solidFill>
              </a:rPr>
              <a:t>Impact of Autonomous Vehicles on Accessibility</a:t>
            </a:r>
          </a:p>
        </p:txBody>
      </p:sp>
      <p:sp>
        <p:nvSpPr>
          <p:cNvPr id="3" name="Content Placeholder 2">
            <a:extLst>
              <a:ext uri="{FF2B5EF4-FFF2-40B4-BE49-F238E27FC236}">
                <a16:creationId xmlns:a16="http://schemas.microsoft.com/office/drawing/2014/main" id="{7FFE9A8E-669D-4866-2DD7-34E78B111A0D}"/>
              </a:ext>
            </a:extLst>
          </p:cNvPr>
          <p:cNvSpPr>
            <a:spLocks noGrp="1" noRot="1" noMove="1" noResize="1" noEditPoints="1" noAdjustHandles="1" noChangeArrowheads="1" noChangeShapeType="1"/>
          </p:cNvSpPr>
          <p:nvPr>
            <p:ph idx="1"/>
          </p:nvPr>
        </p:nvSpPr>
        <p:spPr>
          <a:xfrm>
            <a:off x="609599" y="1358901"/>
            <a:ext cx="10972800" cy="4767263"/>
          </a:xfrm>
        </p:spPr>
        <p:txBody>
          <a:bodyPr>
            <a:normAutofit/>
          </a:bodyPr>
          <a:lstStyle/>
          <a:p>
            <a:pPr marL="0" indent="0">
              <a:buNone/>
            </a:pPr>
            <a:r>
              <a:rPr lang="en-US" sz="2200" b="1"/>
              <a:t>Positive Impact on Accessibility</a:t>
            </a:r>
          </a:p>
          <a:p>
            <a:pPr>
              <a:buFont typeface="Arial" panose="020B0604020202020204" pitchFamily="34" charset="0"/>
              <a:buChar char="•"/>
            </a:pPr>
            <a:r>
              <a:rPr lang="en-US" sz="1900"/>
              <a:t>Improved mobility for certain transport-disadvantaged </a:t>
            </a:r>
          </a:p>
          <a:p>
            <a:pPr>
              <a:buFont typeface="Arial" panose="020B0604020202020204" pitchFamily="34" charset="0"/>
              <a:buChar char="•"/>
            </a:pPr>
            <a:r>
              <a:rPr lang="en-US" sz="1900"/>
              <a:t>Improved safety</a:t>
            </a:r>
          </a:p>
          <a:p>
            <a:pPr>
              <a:buFont typeface="Arial" panose="020B0604020202020204" pitchFamily="34" charset="0"/>
              <a:buChar char="•"/>
            </a:pPr>
            <a:r>
              <a:rPr lang="en-US" sz="1900"/>
              <a:t>Reduced travel costs</a:t>
            </a:r>
          </a:p>
          <a:p>
            <a:pPr>
              <a:buFont typeface="Arial" panose="020B0604020202020204" pitchFamily="34" charset="0"/>
              <a:buChar char="•"/>
            </a:pPr>
            <a:r>
              <a:rPr lang="en-US" sz="1900"/>
              <a:t>Opportunities to undertake non-driving activities</a:t>
            </a:r>
          </a:p>
          <a:p>
            <a:pPr>
              <a:buFont typeface="Arial" panose="020B0604020202020204" pitchFamily="34" charset="0"/>
              <a:buChar char="•"/>
            </a:pPr>
            <a:r>
              <a:rPr lang="en-US" sz="1900"/>
              <a:t>Enhanced network efficiency</a:t>
            </a:r>
          </a:p>
          <a:p>
            <a:pPr marL="0" indent="0">
              <a:buNone/>
            </a:pPr>
            <a:endParaRPr lang="en-US" sz="1900"/>
          </a:p>
          <a:p>
            <a:pPr marL="0" indent="0">
              <a:buNone/>
            </a:pPr>
            <a:r>
              <a:rPr lang="en-US" sz="2200" b="1"/>
              <a:t>Negative Impact on Accessibility</a:t>
            </a:r>
          </a:p>
          <a:p>
            <a:pPr>
              <a:buFont typeface="Arial" panose="020B0604020202020204" pitchFamily="34" charset="0"/>
              <a:buChar char="•"/>
            </a:pPr>
            <a:r>
              <a:rPr lang="en-US" sz="1900"/>
              <a:t>Increased demand</a:t>
            </a:r>
          </a:p>
          <a:p>
            <a:pPr lvl="1">
              <a:buFont typeface="Arial" panose="020B0604020202020204" pitchFamily="34" charset="0"/>
              <a:buChar char="•"/>
            </a:pPr>
            <a:r>
              <a:rPr lang="en-US" sz="1600"/>
              <a:t>Empty vehicles</a:t>
            </a:r>
          </a:p>
          <a:p>
            <a:pPr lvl="1">
              <a:buFont typeface="Arial" panose="020B0604020202020204" pitchFamily="34" charset="0"/>
              <a:buChar char="•"/>
            </a:pPr>
            <a:r>
              <a:rPr lang="en-US" sz="1600"/>
              <a:t>Increased demand due to reduction in travel resistance</a:t>
            </a:r>
            <a:endParaRPr lang="en-US" sz="1700"/>
          </a:p>
          <a:p>
            <a:pPr>
              <a:buFont typeface="Arial" panose="020B0604020202020204" pitchFamily="34" charset="0"/>
              <a:buChar char="•"/>
            </a:pPr>
            <a:r>
              <a:rPr lang="en-US" sz="1900"/>
              <a:t>Public transport cannibalization</a:t>
            </a:r>
          </a:p>
          <a:p>
            <a:pPr marL="457200" lvl="1" indent="0">
              <a:buNone/>
            </a:pPr>
            <a:endParaRPr lang="en-US" sz="2200" b="1"/>
          </a:p>
        </p:txBody>
      </p:sp>
      <p:grpSp>
        <p:nvGrpSpPr>
          <p:cNvPr id="5" name="Positive 1">
            <a:extLst>
              <a:ext uri="{FF2B5EF4-FFF2-40B4-BE49-F238E27FC236}">
                <a16:creationId xmlns:a16="http://schemas.microsoft.com/office/drawing/2014/main" id="{5606200F-FF76-0DEF-AE6B-E1C6DD2C8B4F}"/>
              </a:ext>
            </a:extLst>
          </p:cNvPr>
          <p:cNvGrpSpPr>
            <a:grpSpLocks noGrp="1" noUngrp="1" noRot="1" noMove="1" noResize="1"/>
          </p:cNvGrpSpPr>
          <p:nvPr/>
        </p:nvGrpSpPr>
        <p:grpSpPr>
          <a:xfrm>
            <a:off x="6815999" y="1358900"/>
            <a:ext cx="4780699" cy="2501899"/>
            <a:chOff x="6815999" y="1358900"/>
            <a:chExt cx="4780699" cy="2501899"/>
          </a:xfrm>
        </p:grpSpPr>
        <p:pic>
          <p:nvPicPr>
            <p:cNvPr id="214" name="Picture 213" descr="A person in a wheelchair getting into a van&#10;&#10;Description automatically generated">
              <a:extLst>
                <a:ext uri="{FF2B5EF4-FFF2-40B4-BE49-F238E27FC236}">
                  <a16:creationId xmlns:a16="http://schemas.microsoft.com/office/drawing/2014/main" id="{239B092A-0AA6-5041-6BCC-BD80B03D6074}"/>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6815999" y="1358900"/>
              <a:ext cx="4780699" cy="2501899"/>
            </a:xfrm>
            <a:prstGeom prst="rect">
              <a:avLst/>
            </a:prstGeom>
          </p:spPr>
        </p:pic>
        <p:sp>
          <p:nvSpPr>
            <p:cNvPr id="4" name="TextBox 3">
              <a:extLst>
                <a:ext uri="{FF2B5EF4-FFF2-40B4-BE49-F238E27FC236}">
                  <a16:creationId xmlns:a16="http://schemas.microsoft.com/office/drawing/2014/main" id="{3E654B9F-5AD9-4507-55E5-8A61BEEFFA65}"/>
                </a:ext>
              </a:extLst>
            </p:cNvPr>
            <p:cNvSpPr txBox="1">
              <a:spLocks noGrp="1" noRot="1" noMove="1" noResize="1" noEditPoints="1" noAdjustHandles="1" noChangeArrowheads="1" noChangeShapeType="1"/>
            </p:cNvSpPr>
            <p:nvPr/>
          </p:nvSpPr>
          <p:spPr>
            <a:xfrm>
              <a:off x="9933814" y="3599189"/>
              <a:ext cx="1662884" cy="261610"/>
            </a:xfrm>
            <a:prstGeom prst="rect">
              <a:avLst/>
            </a:prstGeom>
            <a:noFill/>
          </p:spPr>
          <p:txBody>
            <a:bodyPr wrap="square">
              <a:spAutoFit/>
            </a:bodyPr>
            <a:lstStyle/>
            <a:p>
              <a:pPr algn="r"/>
              <a:r>
                <a:rPr lang="en-AU" sz="1100" b="1">
                  <a:solidFill>
                    <a:schemeClr val="bg1"/>
                  </a:solidFill>
                  <a:effectLst>
                    <a:glow rad="63500">
                      <a:schemeClr val="accent4">
                        <a:satMod val="175000"/>
                        <a:alpha val="40000"/>
                      </a:schemeClr>
                    </a:glow>
                    <a:outerShdw blurRad="50800" dist="38100" dir="2700000" algn="tl" rotWithShape="0">
                      <a:prstClr val="black">
                        <a:alpha val="40000"/>
                      </a:prstClr>
                    </a:outerShdw>
                  </a:effectLst>
                  <a:latin typeface="Tw Cen MT" panose="020B0602020104020603" pitchFamily="34" charset="0"/>
                </a:rPr>
                <a:t>Source: The Verge</a:t>
              </a:r>
            </a:p>
          </p:txBody>
        </p:sp>
      </p:grpSp>
      <p:grpSp>
        <p:nvGrpSpPr>
          <p:cNvPr id="75" name="Positive 2">
            <a:extLst>
              <a:ext uri="{FF2B5EF4-FFF2-40B4-BE49-F238E27FC236}">
                <a16:creationId xmlns:a16="http://schemas.microsoft.com/office/drawing/2014/main" id="{7A454EF6-1559-FDF8-A2F4-F35BA4CB2E45}"/>
              </a:ext>
            </a:extLst>
          </p:cNvPr>
          <p:cNvGrpSpPr>
            <a:grpSpLocks noGrp="1" noUngrp="1" noRot="1" noMove="1" noResize="1"/>
          </p:cNvGrpSpPr>
          <p:nvPr/>
        </p:nvGrpSpPr>
        <p:grpSpPr>
          <a:xfrm>
            <a:off x="7144674" y="1358900"/>
            <a:ext cx="4123348" cy="952500"/>
            <a:chOff x="3160045" y="2346941"/>
            <a:chExt cx="4123348" cy="952500"/>
          </a:xfrm>
        </p:grpSpPr>
        <p:grpSp>
          <p:nvGrpSpPr>
            <p:cNvPr id="76" name="Group 75">
              <a:extLst>
                <a:ext uri="{FF2B5EF4-FFF2-40B4-BE49-F238E27FC236}">
                  <a16:creationId xmlns:a16="http://schemas.microsoft.com/office/drawing/2014/main" id="{A5B8303F-9182-D7CA-D862-DD3358574F3B}"/>
                </a:ext>
              </a:extLst>
            </p:cNvPr>
            <p:cNvGrpSpPr>
              <a:grpSpLocks noGrp="1" noUngrp="1" noRot="1" noMove="1" noResize="1"/>
            </p:cNvGrpSpPr>
            <p:nvPr/>
          </p:nvGrpSpPr>
          <p:grpSpPr>
            <a:xfrm>
              <a:off x="3160045" y="2346941"/>
              <a:ext cx="952500" cy="952500"/>
              <a:chOff x="5212682" y="2948195"/>
              <a:chExt cx="952500" cy="952500"/>
            </a:xfrm>
          </p:grpSpPr>
          <p:grpSp>
            <p:nvGrpSpPr>
              <p:cNvPr id="98" name="Group 97">
                <a:extLst>
                  <a:ext uri="{FF2B5EF4-FFF2-40B4-BE49-F238E27FC236}">
                    <a16:creationId xmlns:a16="http://schemas.microsoft.com/office/drawing/2014/main" id="{1479D49F-3CCE-8E63-65A2-08C6ED9B16A8}"/>
                  </a:ext>
                </a:extLst>
              </p:cNvPr>
              <p:cNvGrpSpPr>
                <a:grpSpLocks noGrp="1" noUngrp="1" noRot="1" noMove="1" noResize="1"/>
              </p:cNvGrpSpPr>
              <p:nvPr/>
            </p:nvGrpSpPr>
            <p:grpSpPr>
              <a:xfrm>
                <a:off x="5212682" y="2948195"/>
                <a:ext cx="952500" cy="952500"/>
                <a:chOff x="3672840" y="2847825"/>
                <a:chExt cx="952500" cy="952500"/>
              </a:xfrm>
            </p:grpSpPr>
            <p:grpSp>
              <p:nvGrpSpPr>
                <p:cNvPr id="102" name="Group 101">
                  <a:extLst>
                    <a:ext uri="{FF2B5EF4-FFF2-40B4-BE49-F238E27FC236}">
                      <a16:creationId xmlns:a16="http://schemas.microsoft.com/office/drawing/2014/main" id="{84D88010-9F52-33FA-256A-EB9A0385B6FD}"/>
                    </a:ext>
                  </a:extLst>
                </p:cNvPr>
                <p:cNvGrpSpPr>
                  <a:grpSpLocks noGrp="1" noUngrp="1" noRot="1" noMove="1" noResize="1"/>
                </p:cNvGrpSpPr>
                <p:nvPr/>
              </p:nvGrpSpPr>
              <p:grpSpPr>
                <a:xfrm>
                  <a:off x="3808571" y="3026895"/>
                  <a:ext cx="681038" cy="594360"/>
                  <a:chOff x="5505450" y="2971800"/>
                  <a:chExt cx="1047750" cy="914400"/>
                </a:xfrm>
              </p:grpSpPr>
              <p:pic>
                <p:nvPicPr>
                  <p:cNvPr id="104" name="Graphic 103" descr="Car with solid fill">
                    <a:extLst>
                      <a:ext uri="{FF2B5EF4-FFF2-40B4-BE49-F238E27FC236}">
                        <a16:creationId xmlns:a16="http://schemas.microsoft.com/office/drawing/2014/main" id="{FD5429D8-C42C-271A-AA62-D22B9C46248F}"/>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2971800"/>
                    <a:ext cx="914400" cy="914400"/>
                  </a:xfrm>
                  <a:prstGeom prst="rect">
                    <a:avLst/>
                  </a:prstGeom>
                </p:spPr>
              </p:pic>
              <p:cxnSp>
                <p:nvCxnSpPr>
                  <p:cNvPr id="105" name="Straight Connector 104">
                    <a:extLst>
                      <a:ext uri="{FF2B5EF4-FFF2-40B4-BE49-F238E27FC236}">
                        <a16:creationId xmlns:a16="http://schemas.microsoft.com/office/drawing/2014/main" id="{4A3D5F3B-2227-BD82-E930-AAABEE01D059}"/>
                      </a:ext>
                    </a:extLst>
                  </p:cNvPr>
                  <p:cNvCxnSpPr>
                    <a:cxnSpLocks noGrp="1" noRot="1" noMove="1" noResize="1" noEditPoints="1" noAdjustHandles="1" noChangeArrowheads="1" noChangeShapeType="1"/>
                  </p:cNvCxnSpPr>
                  <p:nvPr/>
                </p:nvCxnSpPr>
                <p:spPr>
                  <a:xfrm>
                    <a:off x="5638800" y="3263812"/>
                    <a:ext cx="171450" cy="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B3807288-AF84-AD09-5C59-15A94BD49451}"/>
                      </a:ext>
                    </a:extLst>
                  </p:cNvPr>
                  <p:cNvCxnSpPr>
                    <a:cxnSpLocks noGrp="1" noRot="1" noMove="1" noResize="1" noEditPoints="1" noAdjustHandles="1" noChangeArrowheads="1" noChangeShapeType="1"/>
                  </p:cNvCxnSpPr>
                  <p:nvPr/>
                </p:nvCxnSpPr>
                <p:spPr>
                  <a:xfrm>
                    <a:off x="5591175" y="3300236"/>
                    <a:ext cx="171450" cy="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559156EC-40DF-6597-BD2E-4847F6AE560F}"/>
                      </a:ext>
                    </a:extLst>
                  </p:cNvPr>
                  <p:cNvCxnSpPr>
                    <a:cxnSpLocks noGrp="1" noRot="1" noMove="1" noResize="1" noEditPoints="1" noAdjustHandles="1" noChangeArrowheads="1" noChangeShapeType="1"/>
                  </p:cNvCxnSpPr>
                  <p:nvPr/>
                </p:nvCxnSpPr>
                <p:spPr>
                  <a:xfrm>
                    <a:off x="5553075" y="3336660"/>
                    <a:ext cx="171450" cy="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281E30B7-1F51-8A0C-8FFC-901728201998}"/>
                      </a:ext>
                    </a:extLst>
                  </p:cNvPr>
                  <p:cNvCxnSpPr>
                    <a:cxnSpLocks noGrp="1" noRot="1" noMove="1" noResize="1" noEditPoints="1" noAdjustHandles="1" noChangeArrowheads="1" noChangeShapeType="1"/>
                  </p:cNvCxnSpPr>
                  <p:nvPr/>
                </p:nvCxnSpPr>
                <p:spPr>
                  <a:xfrm>
                    <a:off x="5519737" y="3373084"/>
                    <a:ext cx="171450" cy="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8FD27D5C-8D7C-0DB7-31A6-617BB7B52D18}"/>
                      </a:ext>
                    </a:extLst>
                  </p:cNvPr>
                  <p:cNvCxnSpPr>
                    <a:cxnSpLocks noGrp="1" noRot="1" noMove="1" noResize="1" noEditPoints="1" noAdjustHandles="1" noChangeArrowheads="1" noChangeShapeType="1"/>
                  </p:cNvCxnSpPr>
                  <p:nvPr/>
                </p:nvCxnSpPr>
                <p:spPr>
                  <a:xfrm>
                    <a:off x="5505450" y="3409508"/>
                    <a:ext cx="171450" cy="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10" name="Straight Connector 109">
                    <a:extLst>
                      <a:ext uri="{FF2B5EF4-FFF2-40B4-BE49-F238E27FC236}">
                        <a16:creationId xmlns:a16="http://schemas.microsoft.com/office/drawing/2014/main" id="{6A502FBE-D10D-676C-3145-D9FA70E3C7AB}"/>
                      </a:ext>
                    </a:extLst>
                  </p:cNvPr>
                  <p:cNvCxnSpPr>
                    <a:cxnSpLocks noGrp="1" noRot="1" noMove="1" noResize="1" noEditPoints="1" noAdjustHandles="1" noChangeArrowheads="1" noChangeShapeType="1"/>
                  </p:cNvCxnSpPr>
                  <p:nvPr/>
                </p:nvCxnSpPr>
                <p:spPr>
                  <a:xfrm>
                    <a:off x="5507831" y="3445932"/>
                    <a:ext cx="171450" cy="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7BE4A953-E8EA-7FD5-55B8-4D2D9A3E48E7}"/>
                      </a:ext>
                    </a:extLst>
                  </p:cNvPr>
                  <p:cNvCxnSpPr>
                    <a:cxnSpLocks noGrp="1" noRot="1" noMove="1" noResize="1" noEditPoints="1" noAdjustHandles="1" noChangeArrowheads="1" noChangeShapeType="1"/>
                  </p:cNvCxnSpPr>
                  <p:nvPr/>
                </p:nvCxnSpPr>
                <p:spPr>
                  <a:xfrm>
                    <a:off x="5505450" y="3482356"/>
                    <a:ext cx="171450" cy="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12" name="Straight Connector 111">
                    <a:extLst>
                      <a:ext uri="{FF2B5EF4-FFF2-40B4-BE49-F238E27FC236}">
                        <a16:creationId xmlns:a16="http://schemas.microsoft.com/office/drawing/2014/main" id="{D5B80322-AF83-5BA9-C992-2D5F05CE241C}"/>
                      </a:ext>
                    </a:extLst>
                  </p:cNvPr>
                  <p:cNvCxnSpPr>
                    <a:cxnSpLocks noGrp="1" noRot="1" noMove="1" noResize="1" noEditPoints="1" noAdjustHandles="1" noChangeArrowheads="1" noChangeShapeType="1"/>
                  </p:cNvCxnSpPr>
                  <p:nvPr/>
                </p:nvCxnSpPr>
                <p:spPr>
                  <a:xfrm>
                    <a:off x="5519737" y="3518780"/>
                    <a:ext cx="171450" cy="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9EEBDBD2-FFF2-CA65-5F8F-D2CDA69E8BBB}"/>
                      </a:ext>
                    </a:extLst>
                  </p:cNvPr>
                  <p:cNvCxnSpPr>
                    <a:cxnSpLocks noGrp="1" noRot="1" noMove="1" noResize="1" noEditPoints="1" noAdjustHandles="1" noChangeArrowheads="1" noChangeShapeType="1"/>
                  </p:cNvCxnSpPr>
                  <p:nvPr/>
                </p:nvCxnSpPr>
                <p:spPr>
                  <a:xfrm>
                    <a:off x="5591174" y="3555205"/>
                    <a:ext cx="171450" cy="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076CDA31-A3F2-9163-02CF-F1B338AB6E95}"/>
                      </a:ext>
                    </a:extLst>
                  </p:cNvPr>
                  <p:cNvCxnSpPr>
                    <a:cxnSpLocks noGrp="1" noRot="1" noMove="1" noResize="1" noEditPoints="1" noAdjustHandles="1" noChangeArrowheads="1" noChangeShapeType="1"/>
                  </p:cNvCxnSpPr>
                  <p:nvPr/>
                </p:nvCxnSpPr>
                <p:spPr>
                  <a:xfrm>
                    <a:off x="5679280" y="3227388"/>
                    <a:ext cx="171450" cy="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grpSp>
            <p:sp>
              <p:nvSpPr>
                <p:cNvPr id="103" name="Oval 102">
                  <a:extLst>
                    <a:ext uri="{FF2B5EF4-FFF2-40B4-BE49-F238E27FC236}">
                      <a16:creationId xmlns:a16="http://schemas.microsoft.com/office/drawing/2014/main" id="{FB81F329-30B2-CC82-8A98-084F6EFEA53B}"/>
                    </a:ext>
                  </a:extLst>
                </p:cNvPr>
                <p:cNvSpPr>
                  <a:spLocks noGrp="1" noRot="1" noMove="1" noResize="1" noEditPoints="1" noAdjustHandles="1" noChangeArrowheads="1" noChangeShapeType="1"/>
                </p:cNvSpPr>
                <p:nvPr/>
              </p:nvSpPr>
              <p:spPr>
                <a:xfrm>
                  <a:off x="3672840" y="2847825"/>
                  <a:ext cx="952500" cy="952500"/>
                </a:xfrm>
                <a:prstGeom prst="ellipse">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grpSp>
            <p:nvGrpSpPr>
              <p:cNvPr id="99" name="Group 98">
                <a:extLst>
                  <a:ext uri="{FF2B5EF4-FFF2-40B4-BE49-F238E27FC236}">
                    <a16:creationId xmlns:a16="http://schemas.microsoft.com/office/drawing/2014/main" id="{4153AAB3-59C6-EE86-959A-5CE1986FB7C2}"/>
                  </a:ext>
                </a:extLst>
              </p:cNvPr>
              <p:cNvGrpSpPr>
                <a:grpSpLocks noGrp="1" noUngrp="1" noRot="1" noMove="1" noResize="1"/>
              </p:cNvGrpSpPr>
              <p:nvPr/>
            </p:nvGrpSpPr>
            <p:grpSpPr>
              <a:xfrm>
                <a:off x="5253989" y="2989502"/>
                <a:ext cx="869886" cy="869886"/>
                <a:chOff x="7106602" y="3083555"/>
                <a:chExt cx="869886" cy="869886"/>
              </a:xfrm>
            </p:grpSpPr>
            <p:cxnSp>
              <p:nvCxnSpPr>
                <p:cNvPr id="100" name="Straight Connector 99">
                  <a:extLst>
                    <a:ext uri="{FF2B5EF4-FFF2-40B4-BE49-F238E27FC236}">
                      <a16:creationId xmlns:a16="http://schemas.microsoft.com/office/drawing/2014/main" id="{0EE2E611-704F-4F63-690E-EE128429744F}"/>
                    </a:ext>
                  </a:extLst>
                </p:cNvPr>
                <p:cNvCxnSpPr>
                  <a:cxnSpLocks noGrp="1" noRot="1" noMove="1" noResize="1" noEditPoints="1" noAdjustHandles="1" noChangeArrowheads="1" noChangeShapeType="1"/>
                </p:cNvCxnSpPr>
                <p:nvPr/>
              </p:nvCxnSpPr>
              <p:spPr>
                <a:xfrm>
                  <a:off x="7106602" y="3083555"/>
                  <a:ext cx="869886" cy="869886"/>
                </a:xfrm>
                <a:prstGeom prst="line">
                  <a:avLst/>
                </a:prstGeom>
                <a:ln w="38100">
                  <a:solidFill>
                    <a:srgbClr val="FF0000"/>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FF2B5EF4-FFF2-40B4-BE49-F238E27FC236}">
                      <a16:creationId xmlns:a16="http://schemas.microsoft.com/office/drawing/2014/main" id="{9B5917A0-194A-F210-9141-5BE8DF3FBAA6}"/>
                    </a:ext>
                  </a:extLst>
                </p:cNvPr>
                <p:cNvCxnSpPr>
                  <a:cxnSpLocks noGrp="1" noRot="1" noMove="1" noResize="1" noEditPoints="1" noAdjustHandles="1" noChangeArrowheads="1" noChangeShapeType="1"/>
                </p:cNvCxnSpPr>
                <p:nvPr/>
              </p:nvCxnSpPr>
              <p:spPr>
                <a:xfrm rot="5400000">
                  <a:off x="7106602" y="3083555"/>
                  <a:ext cx="869886" cy="869886"/>
                </a:xfrm>
                <a:prstGeom prst="line">
                  <a:avLst/>
                </a:prstGeom>
                <a:ln w="38100">
                  <a:solidFill>
                    <a:srgbClr val="FF0000"/>
                  </a:solidFill>
                  <a:tailEnd type="none"/>
                </a:ln>
                <a:effectLst/>
              </p:spPr>
              <p:style>
                <a:lnRef idx="2">
                  <a:schemeClr val="accent1"/>
                </a:lnRef>
                <a:fillRef idx="0">
                  <a:schemeClr val="accent1"/>
                </a:fillRef>
                <a:effectRef idx="1">
                  <a:schemeClr val="accent1"/>
                </a:effectRef>
                <a:fontRef idx="minor">
                  <a:schemeClr val="tx1"/>
                </a:fontRef>
              </p:style>
            </p:cxnSp>
          </p:grpSp>
        </p:grpSp>
        <p:grpSp>
          <p:nvGrpSpPr>
            <p:cNvPr id="77" name="Group 76">
              <a:extLst>
                <a:ext uri="{FF2B5EF4-FFF2-40B4-BE49-F238E27FC236}">
                  <a16:creationId xmlns:a16="http://schemas.microsoft.com/office/drawing/2014/main" id="{788299A0-CEC7-E780-36D3-0737E085045D}"/>
                </a:ext>
              </a:extLst>
            </p:cNvPr>
            <p:cNvGrpSpPr>
              <a:grpSpLocks noGrp="1" noUngrp="1" noRot="1" noMove="1" noResize="1"/>
            </p:cNvGrpSpPr>
            <p:nvPr/>
          </p:nvGrpSpPr>
          <p:grpSpPr>
            <a:xfrm>
              <a:off x="4216994" y="2346941"/>
              <a:ext cx="952500" cy="952500"/>
              <a:chOff x="6228285" y="2770073"/>
              <a:chExt cx="952500" cy="952500"/>
            </a:xfrm>
          </p:grpSpPr>
          <p:grpSp>
            <p:nvGrpSpPr>
              <p:cNvPr id="92" name="Group 91">
                <a:extLst>
                  <a:ext uri="{FF2B5EF4-FFF2-40B4-BE49-F238E27FC236}">
                    <a16:creationId xmlns:a16="http://schemas.microsoft.com/office/drawing/2014/main" id="{9F4F8D2A-7582-F804-2016-A6383B4B5204}"/>
                  </a:ext>
                </a:extLst>
              </p:cNvPr>
              <p:cNvGrpSpPr>
                <a:grpSpLocks noGrp="1" noUngrp="1" noRot="1" noMove="1" noResize="1"/>
              </p:cNvGrpSpPr>
              <p:nvPr/>
            </p:nvGrpSpPr>
            <p:grpSpPr>
              <a:xfrm>
                <a:off x="6228285" y="2770073"/>
                <a:ext cx="952500" cy="952500"/>
                <a:chOff x="5807440" y="3584182"/>
                <a:chExt cx="952500" cy="952500"/>
              </a:xfrm>
            </p:grpSpPr>
            <p:pic>
              <p:nvPicPr>
                <p:cNvPr id="96" name="Graphic 95" descr="Wine with solid fill">
                  <a:extLst>
                    <a:ext uri="{FF2B5EF4-FFF2-40B4-BE49-F238E27FC236}">
                      <a16:creationId xmlns:a16="http://schemas.microsoft.com/office/drawing/2014/main" id="{A81CDFE6-3EAD-4181-4234-43223FD04DE5}"/>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86510" y="3763252"/>
                  <a:ext cx="594360" cy="594360"/>
                </a:xfrm>
                <a:prstGeom prst="rect">
                  <a:avLst/>
                </a:prstGeom>
              </p:spPr>
            </p:pic>
            <p:sp>
              <p:nvSpPr>
                <p:cNvPr id="97" name="Oval 96">
                  <a:extLst>
                    <a:ext uri="{FF2B5EF4-FFF2-40B4-BE49-F238E27FC236}">
                      <a16:creationId xmlns:a16="http://schemas.microsoft.com/office/drawing/2014/main" id="{A42836D8-4414-AC97-F5F2-5451D8F679D2}"/>
                    </a:ext>
                  </a:extLst>
                </p:cNvPr>
                <p:cNvSpPr>
                  <a:spLocks noGrp="1" noRot="1" noMove="1" noResize="1" noEditPoints="1" noAdjustHandles="1" noChangeArrowheads="1" noChangeShapeType="1"/>
                </p:cNvSpPr>
                <p:nvPr/>
              </p:nvSpPr>
              <p:spPr>
                <a:xfrm>
                  <a:off x="5807440" y="3584182"/>
                  <a:ext cx="952500" cy="952500"/>
                </a:xfrm>
                <a:prstGeom prst="ellipse">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grpSp>
            <p:nvGrpSpPr>
              <p:cNvPr id="93" name="Group 92">
                <a:extLst>
                  <a:ext uri="{FF2B5EF4-FFF2-40B4-BE49-F238E27FC236}">
                    <a16:creationId xmlns:a16="http://schemas.microsoft.com/office/drawing/2014/main" id="{57F4E574-FF4E-4FE6-E34F-05BB3E3ACAAC}"/>
                  </a:ext>
                </a:extLst>
              </p:cNvPr>
              <p:cNvGrpSpPr>
                <a:grpSpLocks noGrp="1" noUngrp="1" noRot="1" noMove="1" noResize="1"/>
              </p:cNvGrpSpPr>
              <p:nvPr/>
            </p:nvGrpSpPr>
            <p:grpSpPr>
              <a:xfrm>
                <a:off x="6269592" y="2811380"/>
                <a:ext cx="869886" cy="869886"/>
                <a:chOff x="7106602" y="3083555"/>
                <a:chExt cx="869886" cy="869886"/>
              </a:xfrm>
            </p:grpSpPr>
            <p:cxnSp>
              <p:nvCxnSpPr>
                <p:cNvPr id="94" name="Straight Connector 93">
                  <a:extLst>
                    <a:ext uri="{FF2B5EF4-FFF2-40B4-BE49-F238E27FC236}">
                      <a16:creationId xmlns:a16="http://schemas.microsoft.com/office/drawing/2014/main" id="{7080573C-669D-EBD7-8E78-8DEA09F59635}"/>
                    </a:ext>
                  </a:extLst>
                </p:cNvPr>
                <p:cNvCxnSpPr>
                  <a:cxnSpLocks noGrp="1" noRot="1" noMove="1" noResize="1" noEditPoints="1" noAdjustHandles="1" noChangeArrowheads="1" noChangeShapeType="1"/>
                </p:cNvCxnSpPr>
                <p:nvPr/>
              </p:nvCxnSpPr>
              <p:spPr>
                <a:xfrm>
                  <a:off x="7106602" y="3083555"/>
                  <a:ext cx="869886" cy="869886"/>
                </a:xfrm>
                <a:prstGeom prst="line">
                  <a:avLst/>
                </a:prstGeom>
                <a:ln w="38100">
                  <a:solidFill>
                    <a:srgbClr val="FF0000"/>
                  </a:solidFill>
                  <a:tailEnd type="none"/>
                </a:ln>
                <a:effectLst/>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1128ECB8-9250-026D-5E1A-3F83F1E4C670}"/>
                    </a:ext>
                  </a:extLst>
                </p:cNvPr>
                <p:cNvCxnSpPr>
                  <a:cxnSpLocks noGrp="1" noRot="1" noMove="1" noResize="1" noEditPoints="1" noAdjustHandles="1" noChangeArrowheads="1" noChangeShapeType="1"/>
                </p:cNvCxnSpPr>
                <p:nvPr/>
              </p:nvCxnSpPr>
              <p:spPr>
                <a:xfrm rot="5400000">
                  <a:off x="7106602" y="3083555"/>
                  <a:ext cx="869886" cy="869886"/>
                </a:xfrm>
                <a:prstGeom prst="line">
                  <a:avLst/>
                </a:prstGeom>
                <a:ln w="38100">
                  <a:solidFill>
                    <a:srgbClr val="FF0000"/>
                  </a:solidFill>
                  <a:tailEnd type="none"/>
                </a:ln>
                <a:effectLst/>
              </p:spPr>
              <p:style>
                <a:lnRef idx="2">
                  <a:schemeClr val="accent1"/>
                </a:lnRef>
                <a:fillRef idx="0">
                  <a:schemeClr val="accent1"/>
                </a:fillRef>
                <a:effectRef idx="1">
                  <a:schemeClr val="accent1"/>
                </a:effectRef>
                <a:fontRef idx="minor">
                  <a:schemeClr val="tx1"/>
                </a:fontRef>
              </p:style>
            </p:cxnSp>
          </p:grpSp>
        </p:grpSp>
        <p:grpSp>
          <p:nvGrpSpPr>
            <p:cNvPr id="78" name="Group 77">
              <a:extLst>
                <a:ext uri="{FF2B5EF4-FFF2-40B4-BE49-F238E27FC236}">
                  <a16:creationId xmlns:a16="http://schemas.microsoft.com/office/drawing/2014/main" id="{D316EC27-4BE9-5C39-67EB-9F380C864FDC}"/>
                </a:ext>
              </a:extLst>
            </p:cNvPr>
            <p:cNvGrpSpPr>
              <a:grpSpLocks noGrp="1" noUngrp="1" noRot="1" noMove="1" noResize="1"/>
            </p:cNvGrpSpPr>
            <p:nvPr/>
          </p:nvGrpSpPr>
          <p:grpSpPr>
            <a:xfrm>
              <a:off x="6330893" y="2346941"/>
              <a:ext cx="952500" cy="952500"/>
              <a:chOff x="4422107" y="3443141"/>
              <a:chExt cx="952500" cy="952500"/>
            </a:xfrm>
          </p:grpSpPr>
          <p:grpSp>
            <p:nvGrpSpPr>
              <p:cNvPr id="86" name="Group 85">
                <a:extLst>
                  <a:ext uri="{FF2B5EF4-FFF2-40B4-BE49-F238E27FC236}">
                    <a16:creationId xmlns:a16="http://schemas.microsoft.com/office/drawing/2014/main" id="{8FF16A4D-1C4C-6610-2D2D-BE47560F64D2}"/>
                  </a:ext>
                </a:extLst>
              </p:cNvPr>
              <p:cNvGrpSpPr>
                <a:grpSpLocks noGrp="1" noUngrp="1" noRot="1" noMove="1" noResize="1"/>
              </p:cNvGrpSpPr>
              <p:nvPr/>
            </p:nvGrpSpPr>
            <p:grpSpPr>
              <a:xfrm>
                <a:off x="4422107" y="3443141"/>
                <a:ext cx="952500" cy="952500"/>
                <a:chOff x="8142258" y="2859843"/>
                <a:chExt cx="952500" cy="952500"/>
              </a:xfrm>
            </p:grpSpPr>
            <p:pic>
              <p:nvPicPr>
                <p:cNvPr id="90" name="Graphic 89" descr="Tired face with solid fill with solid fill">
                  <a:extLst>
                    <a:ext uri="{FF2B5EF4-FFF2-40B4-BE49-F238E27FC236}">
                      <a16:creationId xmlns:a16="http://schemas.microsoft.com/office/drawing/2014/main" id="{D40268B8-B2F9-A401-EF92-224296E07FC8}"/>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21328" y="3038913"/>
                  <a:ext cx="594360" cy="594360"/>
                </a:xfrm>
                <a:prstGeom prst="rect">
                  <a:avLst/>
                </a:prstGeom>
              </p:spPr>
            </p:pic>
            <p:sp>
              <p:nvSpPr>
                <p:cNvPr id="91" name="Oval 90">
                  <a:extLst>
                    <a:ext uri="{FF2B5EF4-FFF2-40B4-BE49-F238E27FC236}">
                      <a16:creationId xmlns:a16="http://schemas.microsoft.com/office/drawing/2014/main" id="{3031B0DC-2A6F-FE58-82BC-CEFB58B615C0}"/>
                    </a:ext>
                  </a:extLst>
                </p:cNvPr>
                <p:cNvSpPr>
                  <a:spLocks noGrp="1" noRot="1" noMove="1" noResize="1" noEditPoints="1" noAdjustHandles="1" noChangeArrowheads="1" noChangeShapeType="1"/>
                </p:cNvSpPr>
                <p:nvPr/>
              </p:nvSpPr>
              <p:spPr>
                <a:xfrm>
                  <a:off x="8142258" y="2859843"/>
                  <a:ext cx="952500" cy="952500"/>
                </a:xfrm>
                <a:prstGeom prst="ellipse">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grpSp>
            <p:nvGrpSpPr>
              <p:cNvPr id="87" name="Group 86">
                <a:extLst>
                  <a:ext uri="{FF2B5EF4-FFF2-40B4-BE49-F238E27FC236}">
                    <a16:creationId xmlns:a16="http://schemas.microsoft.com/office/drawing/2014/main" id="{A6B873EB-C7E5-7DF8-7A6F-A1CADB135054}"/>
                  </a:ext>
                </a:extLst>
              </p:cNvPr>
              <p:cNvGrpSpPr>
                <a:grpSpLocks noGrp="1" noUngrp="1" noRot="1" noMove="1" noResize="1"/>
              </p:cNvGrpSpPr>
              <p:nvPr/>
            </p:nvGrpSpPr>
            <p:grpSpPr>
              <a:xfrm>
                <a:off x="4463414" y="3484448"/>
                <a:ext cx="869886" cy="869886"/>
                <a:chOff x="7106602" y="3083555"/>
                <a:chExt cx="869886" cy="869886"/>
              </a:xfrm>
            </p:grpSpPr>
            <p:cxnSp>
              <p:nvCxnSpPr>
                <p:cNvPr id="88" name="Straight Connector 87">
                  <a:extLst>
                    <a:ext uri="{FF2B5EF4-FFF2-40B4-BE49-F238E27FC236}">
                      <a16:creationId xmlns:a16="http://schemas.microsoft.com/office/drawing/2014/main" id="{3348DDF3-1207-5310-1F48-44B235A98584}"/>
                    </a:ext>
                  </a:extLst>
                </p:cNvPr>
                <p:cNvCxnSpPr>
                  <a:cxnSpLocks noGrp="1" noRot="1" noMove="1" noResize="1" noEditPoints="1" noAdjustHandles="1" noChangeArrowheads="1" noChangeShapeType="1"/>
                </p:cNvCxnSpPr>
                <p:nvPr/>
              </p:nvCxnSpPr>
              <p:spPr>
                <a:xfrm>
                  <a:off x="7106602" y="3083555"/>
                  <a:ext cx="869886" cy="869886"/>
                </a:xfrm>
                <a:prstGeom prst="line">
                  <a:avLst/>
                </a:prstGeom>
                <a:ln w="38100">
                  <a:solidFill>
                    <a:srgbClr val="FF0000"/>
                  </a:solidFill>
                  <a:tailEnd type="none"/>
                </a:ln>
                <a:effectLst/>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8D836720-C7E3-1381-D935-C6D0109298FE}"/>
                    </a:ext>
                  </a:extLst>
                </p:cNvPr>
                <p:cNvCxnSpPr>
                  <a:cxnSpLocks noGrp="1" noRot="1" noMove="1" noResize="1" noEditPoints="1" noAdjustHandles="1" noChangeArrowheads="1" noChangeShapeType="1"/>
                </p:cNvCxnSpPr>
                <p:nvPr/>
              </p:nvCxnSpPr>
              <p:spPr>
                <a:xfrm rot="5400000">
                  <a:off x="7106602" y="3083555"/>
                  <a:ext cx="869886" cy="869886"/>
                </a:xfrm>
                <a:prstGeom prst="line">
                  <a:avLst/>
                </a:prstGeom>
                <a:ln w="38100">
                  <a:solidFill>
                    <a:srgbClr val="FF0000"/>
                  </a:solidFill>
                  <a:tailEnd type="none"/>
                </a:ln>
                <a:effectLst/>
              </p:spPr>
              <p:style>
                <a:lnRef idx="2">
                  <a:schemeClr val="accent1"/>
                </a:lnRef>
                <a:fillRef idx="0">
                  <a:schemeClr val="accent1"/>
                </a:fillRef>
                <a:effectRef idx="1">
                  <a:schemeClr val="accent1"/>
                </a:effectRef>
                <a:fontRef idx="minor">
                  <a:schemeClr val="tx1"/>
                </a:fontRef>
              </p:style>
            </p:cxnSp>
          </p:grpSp>
        </p:grpSp>
        <p:grpSp>
          <p:nvGrpSpPr>
            <p:cNvPr id="79" name="Group 78">
              <a:extLst>
                <a:ext uri="{FF2B5EF4-FFF2-40B4-BE49-F238E27FC236}">
                  <a16:creationId xmlns:a16="http://schemas.microsoft.com/office/drawing/2014/main" id="{DCC4592E-D6E6-38C9-F660-E0BD93DE4183}"/>
                </a:ext>
              </a:extLst>
            </p:cNvPr>
            <p:cNvGrpSpPr>
              <a:grpSpLocks noGrp="1" noUngrp="1" noRot="1" noMove="1" noResize="1"/>
            </p:cNvGrpSpPr>
            <p:nvPr/>
          </p:nvGrpSpPr>
          <p:grpSpPr>
            <a:xfrm>
              <a:off x="5273943" y="2346941"/>
              <a:ext cx="952500" cy="952500"/>
              <a:chOff x="4966223" y="3443141"/>
              <a:chExt cx="952500" cy="952500"/>
            </a:xfrm>
          </p:grpSpPr>
          <p:grpSp>
            <p:nvGrpSpPr>
              <p:cNvPr id="80" name="Group 79">
                <a:extLst>
                  <a:ext uri="{FF2B5EF4-FFF2-40B4-BE49-F238E27FC236}">
                    <a16:creationId xmlns:a16="http://schemas.microsoft.com/office/drawing/2014/main" id="{9F18292C-DB33-37BB-777E-58609B70F95F}"/>
                  </a:ext>
                </a:extLst>
              </p:cNvPr>
              <p:cNvGrpSpPr>
                <a:grpSpLocks noGrp="1" noUngrp="1" noRot="1" noMove="1" noResize="1"/>
              </p:cNvGrpSpPr>
              <p:nvPr/>
            </p:nvGrpSpPr>
            <p:grpSpPr>
              <a:xfrm>
                <a:off x="4966223" y="3443141"/>
                <a:ext cx="952500" cy="952500"/>
                <a:chOff x="6770168" y="3648952"/>
                <a:chExt cx="952500" cy="952500"/>
              </a:xfrm>
            </p:grpSpPr>
            <p:pic>
              <p:nvPicPr>
                <p:cNvPr id="84" name="Graphic 83" descr="Smart Phone with solid fill">
                  <a:extLst>
                    <a:ext uri="{FF2B5EF4-FFF2-40B4-BE49-F238E27FC236}">
                      <a16:creationId xmlns:a16="http://schemas.microsoft.com/office/drawing/2014/main" id="{7B250EEB-F194-456A-1063-7CF090E92755}"/>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49238" y="3828022"/>
                  <a:ext cx="594360" cy="594360"/>
                </a:xfrm>
                <a:prstGeom prst="rect">
                  <a:avLst/>
                </a:prstGeom>
              </p:spPr>
            </p:pic>
            <p:sp>
              <p:nvSpPr>
                <p:cNvPr id="85" name="Oval 84">
                  <a:extLst>
                    <a:ext uri="{FF2B5EF4-FFF2-40B4-BE49-F238E27FC236}">
                      <a16:creationId xmlns:a16="http://schemas.microsoft.com/office/drawing/2014/main" id="{2A7B81B4-5AE0-8727-D453-A0457CDDB0B9}"/>
                    </a:ext>
                  </a:extLst>
                </p:cNvPr>
                <p:cNvSpPr>
                  <a:spLocks noGrp="1" noRot="1" noMove="1" noResize="1" noEditPoints="1" noAdjustHandles="1" noChangeArrowheads="1" noChangeShapeType="1"/>
                </p:cNvSpPr>
                <p:nvPr/>
              </p:nvSpPr>
              <p:spPr>
                <a:xfrm>
                  <a:off x="6770168" y="3648952"/>
                  <a:ext cx="952500" cy="952500"/>
                </a:xfrm>
                <a:prstGeom prst="ellipse">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grpSp>
            <p:nvGrpSpPr>
              <p:cNvPr id="81" name="Group 80">
                <a:extLst>
                  <a:ext uri="{FF2B5EF4-FFF2-40B4-BE49-F238E27FC236}">
                    <a16:creationId xmlns:a16="http://schemas.microsoft.com/office/drawing/2014/main" id="{D268F8C2-7EB5-B07E-D5AE-4318550C6BA3}"/>
                  </a:ext>
                </a:extLst>
              </p:cNvPr>
              <p:cNvGrpSpPr>
                <a:grpSpLocks noGrp="1" noUngrp="1" noRot="1" noMove="1" noResize="1"/>
              </p:cNvGrpSpPr>
              <p:nvPr/>
            </p:nvGrpSpPr>
            <p:grpSpPr>
              <a:xfrm>
                <a:off x="5007530" y="3484448"/>
                <a:ext cx="869886" cy="869886"/>
                <a:chOff x="7106602" y="3083555"/>
                <a:chExt cx="869886" cy="869886"/>
              </a:xfrm>
            </p:grpSpPr>
            <p:cxnSp>
              <p:nvCxnSpPr>
                <p:cNvPr id="82" name="Straight Connector 81">
                  <a:extLst>
                    <a:ext uri="{FF2B5EF4-FFF2-40B4-BE49-F238E27FC236}">
                      <a16:creationId xmlns:a16="http://schemas.microsoft.com/office/drawing/2014/main" id="{ED817C49-3524-4804-36D8-4F4874A7ED49}"/>
                    </a:ext>
                  </a:extLst>
                </p:cNvPr>
                <p:cNvCxnSpPr>
                  <a:cxnSpLocks noGrp="1" noRot="1" noMove="1" noResize="1" noEditPoints="1" noAdjustHandles="1" noChangeArrowheads="1" noChangeShapeType="1"/>
                </p:cNvCxnSpPr>
                <p:nvPr/>
              </p:nvCxnSpPr>
              <p:spPr>
                <a:xfrm>
                  <a:off x="7106602" y="3083555"/>
                  <a:ext cx="869886" cy="869886"/>
                </a:xfrm>
                <a:prstGeom prst="line">
                  <a:avLst/>
                </a:prstGeom>
                <a:ln w="38100">
                  <a:solidFill>
                    <a:srgbClr val="FF0000"/>
                  </a:solidFill>
                  <a:tailEnd type="none"/>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B7DE265D-55E5-7401-8FAB-8EBCE421365E}"/>
                    </a:ext>
                  </a:extLst>
                </p:cNvPr>
                <p:cNvCxnSpPr>
                  <a:cxnSpLocks noGrp="1" noRot="1" noMove="1" noResize="1" noEditPoints="1" noAdjustHandles="1" noChangeArrowheads="1" noChangeShapeType="1"/>
                </p:cNvCxnSpPr>
                <p:nvPr/>
              </p:nvCxnSpPr>
              <p:spPr>
                <a:xfrm rot="5400000">
                  <a:off x="7106602" y="3083555"/>
                  <a:ext cx="869886" cy="869886"/>
                </a:xfrm>
                <a:prstGeom prst="line">
                  <a:avLst/>
                </a:prstGeom>
                <a:ln w="38100">
                  <a:solidFill>
                    <a:srgbClr val="FF0000"/>
                  </a:solidFill>
                  <a:tailEnd type="none"/>
                </a:ln>
                <a:effectLst/>
              </p:spPr>
              <p:style>
                <a:lnRef idx="2">
                  <a:schemeClr val="accent1"/>
                </a:lnRef>
                <a:fillRef idx="0">
                  <a:schemeClr val="accent1"/>
                </a:fillRef>
                <a:effectRef idx="1">
                  <a:schemeClr val="accent1"/>
                </a:effectRef>
                <a:fontRef idx="minor">
                  <a:schemeClr val="tx1"/>
                </a:fontRef>
              </p:style>
            </p:cxnSp>
          </p:grpSp>
        </p:grpSp>
      </p:grpSp>
      <p:grpSp>
        <p:nvGrpSpPr>
          <p:cNvPr id="190" name="Positive 3">
            <a:extLst>
              <a:ext uri="{FF2B5EF4-FFF2-40B4-BE49-F238E27FC236}">
                <a16:creationId xmlns:a16="http://schemas.microsoft.com/office/drawing/2014/main" id="{37566585-1D97-FCE8-53F2-ECA6BB6D650E}"/>
              </a:ext>
            </a:extLst>
          </p:cNvPr>
          <p:cNvGrpSpPr>
            <a:grpSpLocks noGrp="1" noUngrp="1" noRot="1" noMove="1" noResize="1"/>
          </p:cNvGrpSpPr>
          <p:nvPr/>
        </p:nvGrpSpPr>
        <p:grpSpPr>
          <a:xfrm>
            <a:off x="7157703" y="1358900"/>
            <a:ext cx="4097291" cy="1445965"/>
            <a:chOff x="7243244" y="2883821"/>
            <a:chExt cx="4097291" cy="1445965"/>
          </a:xfrm>
        </p:grpSpPr>
        <p:sp>
          <p:nvSpPr>
            <p:cNvPr id="191" name="TextBox 190">
              <a:extLst>
                <a:ext uri="{FF2B5EF4-FFF2-40B4-BE49-F238E27FC236}">
                  <a16:creationId xmlns:a16="http://schemas.microsoft.com/office/drawing/2014/main" id="{0D5508F0-52E9-2AE8-3B72-454248180DF1}"/>
                </a:ext>
              </a:extLst>
            </p:cNvPr>
            <p:cNvSpPr txBox="1">
              <a:spLocks noGrp="1" noRot="1" noMove="1" noResize="1" noEditPoints="1" noAdjustHandles="1" noChangeArrowheads="1" noChangeShapeType="1"/>
            </p:cNvSpPr>
            <p:nvPr/>
          </p:nvSpPr>
          <p:spPr>
            <a:xfrm>
              <a:off x="7798818" y="3960454"/>
              <a:ext cx="569387" cy="369332"/>
            </a:xfrm>
            <a:prstGeom prst="rect">
              <a:avLst/>
            </a:prstGeom>
            <a:noFill/>
          </p:spPr>
          <p:txBody>
            <a:bodyPr wrap="none" rtlCol="0">
              <a:noAutofit/>
            </a:bodyPr>
            <a:lstStyle/>
            <a:p>
              <a:pPr algn="ctr"/>
              <a:r>
                <a:rPr lang="en-AU">
                  <a:solidFill>
                    <a:srgbClr val="FF0000"/>
                  </a:solidFill>
                </a:rPr>
                <a:t>$$$</a:t>
              </a:r>
            </a:p>
          </p:txBody>
        </p:sp>
        <p:sp>
          <p:nvSpPr>
            <p:cNvPr id="192" name="TextBox 191">
              <a:extLst>
                <a:ext uri="{FF2B5EF4-FFF2-40B4-BE49-F238E27FC236}">
                  <a16:creationId xmlns:a16="http://schemas.microsoft.com/office/drawing/2014/main" id="{FFAFBDD1-7320-9102-D2B5-C01036F9E203}"/>
                </a:ext>
              </a:extLst>
            </p:cNvPr>
            <p:cNvSpPr txBox="1">
              <a:spLocks noGrp="1" noRot="1" noMove="1" noResize="1" noEditPoints="1" noAdjustHandles="1" noChangeArrowheads="1" noChangeShapeType="1"/>
            </p:cNvSpPr>
            <p:nvPr/>
          </p:nvSpPr>
          <p:spPr>
            <a:xfrm>
              <a:off x="10218113" y="3960454"/>
              <a:ext cx="569387" cy="369332"/>
            </a:xfrm>
            <a:prstGeom prst="rect">
              <a:avLst/>
            </a:prstGeom>
            <a:noFill/>
          </p:spPr>
          <p:txBody>
            <a:bodyPr wrap="none" rtlCol="0">
              <a:noAutofit/>
            </a:bodyPr>
            <a:lstStyle/>
            <a:p>
              <a:pPr algn="ctr"/>
              <a:r>
                <a:rPr lang="en-AU">
                  <a:solidFill>
                    <a:srgbClr val="FF0000"/>
                  </a:solidFill>
                </a:rPr>
                <a:t>$</a:t>
              </a:r>
            </a:p>
          </p:txBody>
        </p:sp>
        <p:grpSp>
          <p:nvGrpSpPr>
            <p:cNvPr id="193" name="Group 192">
              <a:extLst>
                <a:ext uri="{FF2B5EF4-FFF2-40B4-BE49-F238E27FC236}">
                  <a16:creationId xmlns:a16="http://schemas.microsoft.com/office/drawing/2014/main" id="{DEF50A1B-87D4-6713-0261-C9F3DCFD4C6C}"/>
                </a:ext>
              </a:extLst>
            </p:cNvPr>
            <p:cNvGrpSpPr>
              <a:grpSpLocks noGrp="1" noUngrp="1" noRot="1" noMove="1" noResize="1"/>
            </p:cNvGrpSpPr>
            <p:nvPr/>
          </p:nvGrpSpPr>
          <p:grpSpPr>
            <a:xfrm>
              <a:off x="7243244" y="3081947"/>
              <a:ext cx="1680535" cy="1063172"/>
              <a:chOff x="7252997" y="3075458"/>
              <a:chExt cx="1680535" cy="1063172"/>
            </a:xfrm>
          </p:grpSpPr>
          <p:grpSp>
            <p:nvGrpSpPr>
              <p:cNvPr id="201" name="Group 200">
                <a:extLst>
                  <a:ext uri="{FF2B5EF4-FFF2-40B4-BE49-F238E27FC236}">
                    <a16:creationId xmlns:a16="http://schemas.microsoft.com/office/drawing/2014/main" id="{5B51412B-A3E8-79B4-B798-E5E026625745}"/>
                  </a:ext>
                </a:extLst>
              </p:cNvPr>
              <p:cNvGrpSpPr>
                <a:grpSpLocks noGrp="1" noUngrp="1" noRot="1" noMove="1" noResize="1"/>
              </p:cNvGrpSpPr>
              <p:nvPr/>
            </p:nvGrpSpPr>
            <p:grpSpPr>
              <a:xfrm>
                <a:off x="7252997" y="3184630"/>
                <a:ext cx="954000" cy="954000"/>
                <a:chOff x="7113315" y="5490476"/>
                <a:chExt cx="434735" cy="434735"/>
              </a:xfrm>
            </p:grpSpPr>
            <p:pic>
              <p:nvPicPr>
                <p:cNvPr id="205" name="Graphic 204" descr="Taxi with solid fill">
                  <a:extLst>
                    <a:ext uri="{FF2B5EF4-FFF2-40B4-BE49-F238E27FC236}">
                      <a16:creationId xmlns:a16="http://schemas.microsoft.com/office/drawing/2014/main" id="{44D4FAEC-1030-583F-0A33-DA4BAD734B89}"/>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13315" y="5490476"/>
                  <a:ext cx="434735" cy="434735"/>
                </a:xfrm>
                <a:prstGeom prst="rect">
                  <a:avLst/>
                </a:prstGeom>
              </p:spPr>
            </p:pic>
            <p:pic>
              <p:nvPicPr>
                <p:cNvPr id="206" name="Graphic 205" descr="Sunglasses face outline with solid fill">
                  <a:extLst>
                    <a:ext uri="{FF2B5EF4-FFF2-40B4-BE49-F238E27FC236}">
                      <a16:creationId xmlns:a16="http://schemas.microsoft.com/office/drawing/2014/main" id="{D660D76E-5B59-5231-565F-024816D01BA3}"/>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340557" y="5609807"/>
                  <a:ext cx="78722" cy="78722"/>
                </a:xfrm>
                <a:prstGeom prst="rect">
                  <a:avLst/>
                </a:prstGeom>
              </p:spPr>
            </p:pic>
          </p:grpSp>
          <p:grpSp>
            <p:nvGrpSpPr>
              <p:cNvPr id="202" name="Group 201">
                <a:extLst>
                  <a:ext uri="{FF2B5EF4-FFF2-40B4-BE49-F238E27FC236}">
                    <a16:creationId xmlns:a16="http://schemas.microsoft.com/office/drawing/2014/main" id="{1F366BE1-B3F5-B9F6-6B8A-3EC3A45689C4}"/>
                  </a:ext>
                </a:extLst>
              </p:cNvPr>
              <p:cNvGrpSpPr>
                <a:grpSpLocks noGrp="1" noUngrp="1" noRot="1" noMove="1" noResize="1"/>
              </p:cNvGrpSpPr>
              <p:nvPr/>
            </p:nvGrpSpPr>
            <p:grpSpPr>
              <a:xfrm>
                <a:off x="8016988" y="3075458"/>
                <a:ext cx="916544" cy="954000"/>
                <a:chOff x="9119089" y="3642141"/>
                <a:chExt cx="916544" cy="954000"/>
              </a:xfrm>
            </p:grpSpPr>
            <p:pic>
              <p:nvPicPr>
                <p:cNvPr id="203" name="Picture 202">
                  <a:extLst>
                    <a:ext uri="{FF2B5EF4-FFF2-40B4-BE49-F238E27FC236}">
                      <a16:creationId xmlns:a16="http://schemas.microsoft.com/office/drawing/2014/main" id="{A31DA94E-91E2-344B-DCE0-B56EFEDA9D83}"/>
                    </a:ext>
                  </a:extLst>
                </p:cNvPr>
                <p:cNvPicPr>
                  <a:picLocks noGrp="1" noRot="1" noChangeAspect="1" noMove="1" noResize="1" noEditPoints="1" noAdjustHandles="1" noChangeArrowheads="1" noChangeShapeType="1" noCrop="1"/>
                </p:cNvPicPr>
                <p:nvPr/>
              </p:nvPicPr>
              <p:blipFill>
                <a:blip r:embed="rId10">
                  <a:biLevel thresh="50000"/>
                  <a:extLst>
                    <a:ext uri="{BEBA8EAE-BF5A-486C-A8C5-ECC9F3942E4B}">
                      <a14:imgProps xmlns:a14="http://schemas.microsoft.com/office/drawing/2010/main">
                        <a14:imgLayer r:embed="rId11">
                          <a14:imgEffect>
                            <a14:backgroundRemoval t="6467" b="92610" l="7933" r="93029">
                              <a14:foregroundMark x1="8173" y1="41570" x2="8173" y2="41570"/>
                              <a14:foregroundMark x1="93029" y1="39723" x2="93029" y2="39723"/>
                              <a14:foregroundMark x1="40144" y1="6928" x2="40144" y2="6928"/>
                              <a14:foregroundMark x1="78125" y1="91224" x2="78125" y2="91224"/>
                              <a14:foregroundMark x1="20433" y1="92610" x2="20433" y2="92610"/>
                            </a14:backgroundRemoval>
                          </a14:imgEffect>
                        </a14:imgLayer>
                      </a14:imgProps>
                    </a:ext>
                  </a:extLst>
                </a:blip>
                <a:stretch>
                  <a:fillRect/>
                </a:stretch>
              </p:blipFill>
              <p:spPr>
                <a:xfrm>
                  <a:off x="9119089" y="3642141"/>
                  <a:ext cx="916544" cy="954000"/>
                </a:xfrm>
                <a:prstGeom prst="rect">
                  <a:avLst/>
                </a:prstGeom>
              </p:spPr>
            </p:pic>
            <p:pic>
              <p:nvPicPr>
                <p:cNvPr id="204" name="Graphic 203" descr="Sunglasses face outline with solid fill">
                  <a:extLst>
                    <a:ext uri="{FF2B5EF4-FFF2-40B4-BE49-F238E27FC236}">
                      <a16:creationId xmlns:a16="http://schemas.microsoft.com/office/drawing/2014/main" id="{29E94614-B039-1B2C-07BE-6B06A3C0D6E8}"/>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718786" y="4061179"/>
                  <a:ext cx="172751" cy="172751"/>
                </a:xfrm>
                <a:prstGeom prst="rect">
                  <a:avLst/>
                </a:prstGeom>
              </p:spPr>
            </p:pic>
          </p:grpSp>
        </p:grpSp>
        <p:grpSp>
          <p:nvGrpSpPr>
            <p:cNvPr id="194" name="Group 193">
              <a:extLst>
                <a:ext uri="{FF2B5EF4-FFF2-40B4-BE49-F238E27FC236}">
                  <a16:creationId xmlns:a16="http://schemas.microsoft.com/office/drawing/2014/main" id="{9256EC5C-EEB8-8A5C-5A21-517784554454}"/>
                </a:ext>
              </a:extLst>
            </p:cNvPr>
            <p:cNvGrpSpPr>
              <a:grpSpLocks noGrp="1" noUngrp="1" noRot="1" noMove="1" noResize="1"/>
            </p:cNvGrpSpPr>
            <p:nvPr/>
          </p:nvGrpSpPr>
          <p:grpSpPr>
            <a:xfrm>
              <a:off x="9665078" y="2883821"/>
              <a:ext cx="1675457" cy="1261298"/>
              <a:chOff x="9940887" y="2129515"/>
              <a:chExt cx="1675457" cy="1261298"/>
            </a:xfrm>
          </p:grpSpPr>
          <p:grpSp>
            <p:nvGrpSpPr>
              <p:cNvPr id="195" name="Group 194">
                <a:extLst>
                  <a:ext uri="{FF2B5EF4-FFF2-40B4-BE49-F238E27FC236}">
                    <a16:creationId xmlns:a16="http://schemas.microsoft.com/office/drawing/2014/main" id="{BC764215-91ED-58CC-E67A-C130B51C3E60}"/>
                  </a:ext>
                </a:extLst>
              </p:cNvPr>
              <p:cNvGrpSpPr>
                <a:grpSpLocks noGrp="1" noUngrp="1" noRot="1" noMove="1" noResize="1"/>
              </p:cNvGrpSpPr>
              <p:nvPr/>
            </p:nvGrpSpPr>
            <p:grpSpPr>
              <a:xfrm>
                <a:off x="9940887" y="2416885"/>
                <a:ext cx="954000" cy="973928"/>
                <a:chOff x="9079232" y="2416884"/>
                <a:chExt cx="954000" cy="973928"/>
              </a:xfrm>
            </p:grpSpPr>
            <p:pic>
              <p:nvPicPr>
                <p:cNvPr id="199" name="Graphic 198" descr="Taxi with solid fill">
                  <a:extLst>
                    <a:ext uri="{FF2B5EF4-FFF2-40B4-BE49-F238E27FC236}">
                      <a16:creationId xmlns:a16="http://schemas.microsoft.com/office/drawing/2014/main" id="{40382523-AE81-9E18-8C39-8CABDA0B9C80}"/>
                    </a:ext>
                  </a:extLst>
                </p:cNvPr>
                <p:cNvPicPr>
                  <a:picLocks noGrp="1" noRot="1" noChangeAspec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8"/>
                    </a:ext>
                  </a:extLst>
                </a:blip>
                <a:srcRect t="23932"/>
                <a:stretch/>
              </p:blipFill>
              <p:spPr>
                <a:xfrm>
                  <a:off x="9079232" y="2665123"/>
                  <a:ext cx="954000" cy="725689"/>
                </a:xfrm>
                <a:prstGeom prst="rect">
                  <a:avLst/>
                </a:prstGeom>
              </p:spPr>
            </p:pic>
            <p:pic>
              <p:nvPicPr>
                <p:cNvPr id="200" name="Graphic 199" descr="Wi-Fi with solid fill">
                  <a:extLst>
                    <a:ext uri="{FF2B5EF4-FFF2-40B4-BE49-F238E27FC236}">
                      <a16:creationId xmlns:a16="http://schemas.microsoft.com/office/drawing/2014/main" id="{09C0276A-7C16-6188-6CAF-4883EF840743}"/>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396541" y="2416884"/>
                  <a:ext cx="330080" cy="330080"/>
                </a:xfrm>
                <a:prstGeom prst="rect">
                  <a:avLst/>
                </a:prstGeom>
              </p:spPr>
            </p:pic>
          </p:grpSp>
          <p:grpSp>
            <p:nvGrpSpPr>
              <p:cNvPr id="196" name="Group 195">
                <a:extLst>
                  <a:ext uri="{FF2B5EF4-FFF2-40B4-BE49-F238E27FC236}">
                    <a16:creationId xmlns:a16="http://schemas.microsoft.com/office/drawing/2014/main" id="{36DDE3F9-AFFA-FF2B-E4AD-BAB4B4F2E289}"/>
                  </a:ext>
                </a:extLst>
              </p:cNvPr>
              <p:cNvGrpSpPr>
                <a:grpSpLocks noGrp="1" noUngrp="1" noRot="1" noMove="1" noResize="1"/>
              </p:cNvGrpSpPr>
              <p:nvPr/>
            </p:nvGrpSpPr>
            <p:grpSpPr>
              <a:xfrm>
                <a:off x="10699800" y="2129515"/>
                <a:ext cx="916544" cy="1161221"/>
                <a:chOff x="11176050" y="2100940"/>
                <a:chExt cx="916544" cy="1161221"/>
              </a:xfrm>
            </p:grpSpPr>
            <p:pic>
              <p:nvPicPr>
                <p:cNvPr id="197" name="Picture 196">
                  <a:extLst>
                    <a:ext uri="{FF2B5EF4-FFF2-40B4-BE49-F238E27FC236}">
                      <a16:creationId xmlns:a16="http://schemas.microsoft.com/office/drawing/2014/main" id="{96B8CC56-0DB3-397C-EEBF-3090D144EF70}"/>
                    </a:ext>
                  </a:extLst>
                </p:cNvPr>
                <p:cNvPicPr>
                  <a:picLocks noGrp="1" noRot="1" noChangeAspect="1" noMove="1" noResize="1" noEditPoints="1" noAdjustHandles="1" noChangeArrowheads="1" noChangeShapeType="1" noCrop="1"/>
                </p:cNvPicPr>
                <p:nvPr/>
              </p:nvPicPr>
              <p:blipFill>
                <a:blip r:embed="rId10">
                  <a:biLevel thresh="50000"/>
                  <a:extLst>
                    <a:ext uri="{BEBA8EAE-BF5A-486C-A8C5-ECC9F3942E4B}">
                      <a14:imgProps xmlns:a14="http://schemas.microsoft.com/office/drawing/2010/main">
                        <a14:imgLayer r:embed="rId11">
                          <a14:imgEffect>
                            <a14:backgroundRemoval t="6467" b="92610" l="7933" r="93029">
                              <a14:foregroundMark x1="8173" y1="41570" x2="8173" y2="41570"/>
                              <a14:foregroundMark x1="93029" y1="39723" x2="93029" y2="39723"/>
                              <a14:foregroundMark x1="40144" y1="6928" x2="40144" y2="6928"/>
                              <a14:foregroundMark x1="78125" y1="91224" x2="78125" y2="91224"/>
                              <a14:foregroundMark x1="20433" y1="92610" x2="20433" y2="92610"/>
                            </a14:backgroundRemoval>
                          </a14:imgEffect>
                        </a14:imgLayer>
                      </a14:imgProps>
                    </a:ext>
                  </a:extLst>
                </a:blip>
                <a:stretch>
                  <a:fillRect/>
                </a:stretch>
              </p:blipFill>
              <p:spPr>
                <a:xfrm>
                  <a:off x="11176050" y="2308161"/>
                  <a:ext cx="916544" cy="954000"/>
                </a:xfrm>
                <a:prstGeom prst="rect">
                  <a:avLst/>
                </a:prstGeom>
              </p:spPr>
            </p:pic>
            <p:pic>
              <p:nvPicPr>
                <p:cNvPr id="198" name="Graphic 197" descr="Wi-Fi with solid fill">
                  <a:extLst>
                    <a:ext uri="{FF2B5EF4-FFF2-40B4-BE49-F238E27FC236}">
                      <a16:creationId xmlns:a16="http://schemas.microsoft.com/office/drawing/2014/main" id="{A5B53305-A35E-233B-2E33-2E4D53CB9F80}"/>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469282" y="2100940"/>
                  <a:ext cx="330080" cy="330080"/>
                </a:xfrm>
                <a:prstGeom prst="rect">
                  <a:avLst/>
                </a:prstGeom>
              </p:spPr>
            </p:pic>
          </p:grpSp>
        </p:grpSp>
      </p:grpSp>
      <p:grpSp>
        <p:nvGrpSpPr>
          <p:cNvPr id="12" name="Positive 4">
            <a:extLst>
              <a:ext uri="{FF2B5EF4-FFF2-40B4-BE49-F238E27FC236}">
                <a16:creationId xmlns:a16="http://schemas.microsoft.com/office/drawing/2014/main" id="{993CA66D-4DB6-89DF-5D5F-DE1C20B9865A}"/>
              </a:ext>
            </a:extLst>
          </p:cNvPr>
          <p:cNvGrpSpPr>
            <a:grpSpLocks noGrp="1" noUngrp="1" noRot="1" noMove="1" noResize="1"/>
          </p:cNvGrpSpPr>
          <p:nvPr/>
        </p:nvGrpSpPr>
        <p:grpSpPr>
          <a:xfrm>
            <a:off x="6818417" y="1358900"/>
            <a:ext cx="4780800" cy="2501952"/>
            <a:chOff x="6818417" y="1358900"/>
            <a:chExt cx="4780800" cy="2501952"/>
          </a:xfrm>
        </p:grpSpPr>
        <p:pic>
          <p:nvPicPr>
            <p:cNvPr id="157" name="Picture 156" descr="A couple of women wearing face masks&#10;&#10;Description automatically generated">
              <a:extLst>
                <a:ext uri="{FF2B5EF4-FFF2-40B4-BE49-F238E27FC236}">
                  <a16:creationId xmlns:a16="http://schemas.microsoft.com/office/drawing/2014/main" id="{F09F55EB-5387-415D-4E5B-33B4740AE11E}"/>
                </a:ext>
              </a:extLst>
            </p:cNvPr>
            <p:cNvPicPr>
              <a:picLocks noGrp="1" noRot="1" noChangeAspect="1" noMove="1" noResize="1" noEditPoints="1" noAdjustHandles="1" noChangeArrowheads="1" noChangeShapeType="1" noCrop="1"/>
            </p:cNvPicPr>
            <p:nvPr/>
          </p:nvPicPr>
          <p:blipFill rotWithShape="1">
            <a:blip r:embed="rId13">
              <a:extLst>
                <a:ext uri="{28A0092B-C50C-407E-A947-70E740481C1C}">
                  <a14:useLocalDpi xmlns:a14="http://schemas.microsoft.com/office/drawing/2010/main" val="0"/>
                </a:ext>
              </a:extLst>
            </a:blip>
            <a:srcRect t="10725" b="10725"/>
            <a:stretch/>
          </p:blipFill>
          <p:spPr>
            <a:xfrm>
              <a:off x="6818417" y="1358900"/>
              <a:ext cx="4780800" cy="2501952"/>
            </a:xfrm>
            <a:prstGeom prst="rect">
              <a:avLst/>
            </a:prstGeom>
          </p:spPr>
        </p:pic>
        <p:sp>
          <p:nvSpPr>
            <p:cNvPr id="10" name="TextBox 9">
              <a:extLst>
                <a:ext uri="{FF2B5EF4-FFF2-40B4-BE49-F238E27FC236}">
                  <a16:creationId xmlns:a16="http://schemas.microsoft.com/office/drawing/2014/main" id="{C729CD1A-ABB2-800B-B1A6-2FF01C27E403}"/>
                </a:ext>
              </a:extLst>
            </p:cNvPr>
            <p:cNvSpPr txBox="1">
              <a:spLocks noGrp="1" noRot="1" noMove="1" noResize="1" noEditPoints="1" noAdjustHandles="1" noChangeArrowheads="1" noChangeShapeType="1"/>
            </p:cNvSpPr>
            <p:nvPr/>
          </p:nvSpPr>
          <p:spPr>
            <a:xfrm>
              <a:off x="9936333" y="3599242"/>
              <a:ext cx="1662884" cy="261610"/>
            </a:xfrm>
            <a:prstGeom prst="rect">
              <a:avLst/>
            </a:prstGeom>
            <a:noFill/>
          </p:spPr>
          <p:txBody>
            <a:bodyPr wrap="square">
              <a:spAutoFit/>
            </a:bodyPr>
            <a:lstStyle/>
            <a:p>
              <a:pPr algn="r"/>
              <a:r>
                <a:rPr lang="en-AU" sz="1100" b="1">
                  <a:solidFill>
                    <a:schemeClr val="bg1"/>
                  </a:solidFill>
                  <a:effectLst>
                    <a:glow rad="63500">
                      <a:schemeClr val="accent4">
                        <a:satMod val="175000"/>
                        <a:alpha val="40000"/>
                      </a:schemeClr>
                    </a:glow>
                    <a:outerShdw blurRad="50800" dist="38100" dir="2700000" algn="tl" rotWithShape="0">
                      <a:prstClr val="black">
                        <a:alpha val="40000"/>
                      </a:prstClr>
                    </a:outerShdw>
                  </a:effectLst>
                  <a:latin typeface="Tw Cen MT" panose="020B0602020104020603" pitchFamily="34" charset="0"/>
                </a:rPr>
                <a:t>Source: MEDIUM</a:t>
              </a:r>
            </a:p>
          </p:txBody>
        </p:sp>
      </p:grpSp>
      <p:grpSp>
        <p:nvGrpSpPr>
          <p:cNvPr id="164" name="Positive 5">
            <a:extLst>
              <a:ext uri="{FF2B5EF4-FFF2-40B4-BE49-F238E27FC236}">
                <a16:creationId xmlns:a16="http://schemas.microsoft.com/office/drawing/2014/main" id="{B074CACB-625C-E8D3-D425-20FF5D6EC6BC}"/>
              </a:ext>
            </a:extLst>
          </p:cNvPr>
          <p:cNvGrpSpPr>
            <a:grpSpLocks noGrp="1" noUngrp="1" noRot="1" noMove="1" noResize="1"/>
          </p:cNvGrpSpPr>
          <p:nvPr/>
        </p:nvGrpSpPr>
        <p:grpSpPr>
          <a:xfrm>
            <a:off x="6889442" y="1369647"/>
            <a:ext cx="4633811" cy="1201734"/>
            <a:chOff x="6976253" y="4485940"/>
            <a:chExt cx="4633811" cy="1201734"/>
          </a:xfrm>
        </p:grpSpPr>
        <p:grpSp>
          <p:nvGrpSpPr>
            <p:cNvPr id="165" name="Group 164">
              <a:extLst>
                <a:ext uri="{FF2B5EF4-FFF2-40B4-BE49-F238E27FC236}">
                  <a16:creationId xmlns:a16="http://schemas.microsoft.com/office/drawing/2014/main" id="{C5C5B0F1-D4E8-6D2D-4FD5-F884C57F54E2}"/>
                </a:ext>
              </a:extLst>
            </p:cNvPr>
            <p:cNvGrpSpPr>
              <a:grpSpLocks noGrp="1" noUngrp="1" noRot="1" noMove="1" noResize="1"/>
            </p:cNvGrpSpPr>
            <p:nvPr/>
          </p:nvGrpSpPr>
          <p:grpSpPr>
            <a:xfrm>
              <a:off x="6976253" y="4485940"/>
              <a:ext cx="2214516" cy="1201401"/>
              <a:chOff x="6976253" y="4486274"/>
              <a:chExt cx="2214516" cy="1201401"/>
            </a:xfrm>
          </p:grpSpPr>
          <p:grpSp>
            <p:nvGrpSpPr>
              <p:cNvPr id="178" name="Group 177">
                <a:extLst>
                  <a:ext uri="{FF2B5EF4-FFF2-40B4-BE49-F238E27FC236}">
                    <a16:creationId xmlns:a16="http://schemas.microsoft.com/office/drawing/2014/main" id="{EEAD54A7-E4BE-4E27-4499-CA77CDA7C7A5}"/>
                  </a:ext>
                </a:extLst>
              </p:cNvPr>
              <p:cNvGrpSpPr>
                <a:grpSpLocks noGrp="1" noUngrp="1" noRot="1" noMove="1" noResize="1"/>
              </p:cNvGrpSpPr>
              <p:nvPr/>
            </p:nvGrpSpPr>
            <p:grpSpPr>
              <a:xfrm>
                <a:off x="7254336" y="4486275"/>
                <a:ext cx="1658353" cy="1201400"/>
                <a:chOff x="7254336" y="3429000"/>
                <a:chExt cx="1658353" cy="2406984"/>
              </a:xfrm>
            </p:grpSpPr>
            <p:cxnSp>
              <p:nvCxnSpPr>
                <p:cNvPr id="185" name="Straight Connector 184">
                  <a:extLst>
                    <a:ext uri="{FF2B5EF4-FFF2-40B4-BE49-F238E27FC236}">
                      <a16:creationId xmlns:a16="http://schemas.microsoft.com/office/drawing/2014/main" id="{77F88183-DBAA-3B5D-655B-F32A4CED98B1}"/>
                    </a:ext>
                  </a:extLst>
                </p:cNvPr>
                <p:cNvCxnSpPr>
                  <a:cxnSpLocks noGrp="1" noRot="1" noMove="1" noResize="1" noEditPoints="1" noAdjustHandles="1" noChangeArrowheads="1" noChangeShapeType="1"/>
                </p:cNvCxnSpPr>
                <p:nvPr/>
              </p:nvCxnSpPr>
              <p:spPr>
                <a:xfrm flipV="1">
                  <a:off x="7254336" y="3429000"/>
                  <a:ext cx="0" cy="2406984"/>
                </a:xfrm>
                <a:prstGeom prst="line">
                  <a:avLst/>
                </a:prstGeom>
                <a:ln w="381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86" name="Straight Connector 185">
                  <a:extLst>
                    <a:ext uri="{FF2B5EF4-FFF2-40B4-BE49-F238E27FC236}">
                      <a16:creationId xmlns:a16="http://schemas.microsoft.com/office/drawing/2014/main" id="{42215BEF-0E27-2F22-ECD7-95ACD2FE70F0}"/>
                    </a:ext>
                  </a:extLst>
                </p:cNvPr>
                <p:cNvCxnSpPr>
                  <a:cxnSpLocks noGrp="1" noRot="1" noMove="1" noResize="1" noEditPoints="1" noAdjustHandles="1" noChangeArrowheads="1" noChangeShapeType="1"/>
                </p:cNvCxnSpPr>
                <p:nvPr/>
              </p:nvCxnSpPr>
              <p:spPr>
                <a:xfrm flipV="1">
                  <a:off x="7668924" y="3429000"/>
                  <a:ext cx="0" cy="2406984"/>
                </a:xfrm>
                <a:prstGeom prst="line">
                  <a:avLst/>
                </a:prstGeom>
                <a:ln w="38100">
                  <a:solidFill>
                    <a:schemeClr val="tx1"/>
                  </a:solidFill>
                  <a:prstDash val="sysDash"/>
                  <a:tailEnd type="none"/>
                </a:ln>
                <a:effectLst/>
              </p:spPr>
              <p:style>
                <a:lnRef idx="2">
                  <a:schemeClr val="accent1"/>
                </a:lnRef>
                <a:fillRef idx="0">
                  <a:schemeClr val="accent1"/>
                </a:fillRef>
                <a:effectRef idx="1">
                  <a:schemeClr val="accent1"/>
                </a:effectRef>
                <a:fontRef idx="minor">
                  <a:schemeClr val="tx1"/>
                </a:fontRef>
              </p:style>
            </p:cxnSp>
            <p:cxnSp>
              <p:nvCxnSpPr>
                <p:cNvPr id="187" name="Straight Connector 186">
                  <a:extLst>
                    <a:ext uri="{FF2B5EF4-FFF2-40B4-BE49-F238E27FC236}">
                      <a16:creationId xmlns:a16="http://schemas.microsoft.com/office/drawing/2014/main" id="{EB27BE7F-68FC-5DC9-2E06-11FFE748DF56}"/>
                    </a:ext>
                  </a:extLst>
                </p:cNvPr>
                <p:cNvCxnSpPr>
                  <a:cxnSpLocks noGrp="1" noRot="1" noMove="1" noResize="1" noEditPoints="1" noAdjustHandles="1" noChangeArrowheads="1" noChangeShapeType="1"/>
                </p:cNvCxnSpPr>
                <p:nvPr/>
              </p:nvCxnSpPr>
              <p:spPr>
                <a:xfrm flipV="1">
                  <a:off x="8083512" y="3429000"/>
                  <a:ext cx="0" cy="2406984"/>
                </a:xfrm>
                <a:prstGeom prst="line">
                  <a:avLst/>
                </a:prstGeom>
                <a:ln w="381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88" name="Straight Connector 187">
                  <a:extLst>
                    <a:ext uri="{FF2B5EF4-FFF2-40B4-BE49-F238E27FC236}">
                      <a16:creationId xmlns:a16="http://schemas.microsoft.com/office/drawing/2014/main" id="{752A54C4-F3C4-1495-B6BF-62C660A3403E}"/>
                    </a:ext>
                  </a:extLst>
                </p:cNvPr>
                <p:cNvCxnSpPr>
                  <a:cxnSpLocks noGrp="1" noRot="1" noMove="1" noResize="1" noEditPoints="1" noAdjustHandles="1" noChangeArrowheads="1" noChangeShapeType="1"/>
                </p:cNvCxnSpPr>
                <p:nvPr/>
              </p:nvCxnSpPr>
              <p:spPr>
                <a:xfrm flipV="1">
                  <a:off x="8498100" y="3429000"/>
                  <a:ext cx="0" cy="2406984"/>
                </a:xfrm>
                <a:prstGeom prst="line">
                  <a:avLst/>
                </a:prstGeom>
                <a:ln w="38100">
                  <a:solidFill>
                    <a:schemeClr val="tx1"/>
                  </a:solidFill>
                  <a:prstDash val="sysDash"/>
                  <a:tailEnd type="none"/>
                </a:ln>
                <a:effectLst/>
              </p:spPr>
              <p:style>
                <a:lnRef idx="2">
                  <a:schemeClr val="accent1"/>
                </a:lnRef>
                <a:fillRef idx="0">
                  <a:schemeClr val="accent1"/>
                </a:fillRef>
                <a:effectRef idx="1">
                  <a:schemeClr val="accent1"/>
                </a:effectRef>
                <a:fontRef idx="minor">
                  <a:schemeClr val="tx1"/>
                </a:fontRef>
              </p:style>
            </p:cxnSp>
            <p:cxnSp>
              <p:nvCxnSpPr>
                <p:cNvPr id="189" name="Straight Connector 188">
                  <a:extLst>
                    <a:ext uri="{FF2B5EF4-FFF2-40B4-BE49-F238E27FC236}">
                      <a16:creationId xmlns:a16="http://schemas.microsoft.com/office/drawing/2014/main" id="{1AA08C1E-DEF3-0401-C00C-63FB35A06763}"/>
                    </a:ext>
                  </a:extLst>
                </p:cNvPr>
                <p:cNvCxnSpPr>
                  <a:cxnSpLocks noGrp="1" noRot="1" noMove="1" noResize="1" noEditPoints="1" noAdjustHandles="1" noChangeArrowheads="1" noChangeShapeType="1"/>
                </p:cNvCxnSpPr>
                <p:nvPr/>
              </p:nvCxnSpPr>
              <p:spPr>
                <a:xfrm flipV="1">
                  <a:off x="8912689" y="3429000"/>
                  <a:ext cx="0" cy="2406984"/>
                </a:xfrm>
                <a:prstGeom prst="line">
                  <a:avLst/>
                </a:prstGeom>
                <a:ln w="381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grpSp>
          <p:pic>
            <p:nvPicPr>
              <p:cNvPr id="179" name="Picture 178" descr="Top view of cars from different angles&#10;&#10;Description automatically generated">
                <a:extLst>
                  <a:ext uri="{FF2B5EF4-FFF2-40B4-BE49-F238E27FC236}">
                    <a16:creationId xmlns:a16="http://schemas.microsoft.com/office/drawing/2014/main" id="{523E8902-C2A8-F314-373F-64B60BC77D68}"/>
                  </a:ext>
                </a:extLst>
              </p:cNvPr>
              <p:cNvPicPr>
                <a:picLocks noGrp="1" noRot="1" noChangeAspect="1" noMove="1" noResize="1" noEditPoints="1" noAdjustHandles="1" noChangeArrowheads="1" noChangeShapeType="1" noCrop="1"/>
              </p:cNvPicPr>
              <p:nvPr/>
            </p:nvPicPr>
            <p:blipFill rotWithShape="1">
              <a:blip r:embed="rId14">
                <a:extLst>
                  <a:ext uri="{BEBA8EAE-BF5A-486C-A8C5-ECC9F3942E4B}">
                    <a14:imgProps xmlns:a14="http://schemas.microsoft.com/office/drawing/2010/main">
                      <a14:imgLayer r:embed="rId15">
                        <a14:imgEffect>
                          <a14:backgroundRemoval t="9845" b="94560" l="10000" r="90000">
                            <a14:foregroundMark x1="41379" y1="54922" x2="41379" y2="54922"/>
                            <a14:foregroundMark x1="57759" y1="41451" x2="57759" y2="41451"/>
                            <a14:foregroundMark x1="72759" y1="40933" x2="72759" y2="40933"/>
                            <a14:foregroundMark x1="72241" y1="87565" x2="72241" y2="87565"/>
                            <a14:foregroundMark x1="57759" y1="84456" x2="57759" y2="84456"/>
                            <a14:foregroundMark x1="57759" y1="94560" x2="57759" y2="94560"/>
                            <a14:foregroundMark x1="41724" y1="88860" x2="41724" y2="88860"/>
                            <a14:foregroundMark x1="40862" y1="78238" x2="40862" y2="78238"/>
                            <a14:foregroundMark x1="27759" y1="74611" x2="27759" y2="74611"/>
                            <a14:foregroundMark x1="31552" y1="20725" x2="31552" y2="20725"/>
                            <a14:foregroundMark x1="43793" y1="25389" x2="43793" y2="25389"/>
                            <a14:foregroundMark x1="58276" y1="24352" x2="58276" y2="24352"/>
                            <a14:foregroundMark x1="72759" y1="30052" x2="72759" y2="30052"/>
                            <a14:foregroundMark x1="40000" y1="37306" x2="40000" y2="37306"/>
                            <a14:foregroundMark x1="46379" y1="15285" x2="46379" y2="15285"/>
                            <a14:foregroundMark x1="46034" y1="17617" x2="46034" y2="17617"/>
                            <a14:foregroundMark x1="46034" y1="18912" x2="46034" y2="18912"/>
                            <a14:foregroundMark x1="46034" y1="16062" x2="46034" y2="16062"/>
                            <a14:foregroundMark x1="46034" y1="17876" x2="46034" y2="17876"/>
                            <a14:foregroundMark x1="45862" y1="17617" x2="45862" y2="17617"/>
                            <a14:foregroundMark x1="42241" y1="13990" x2="42241" y2="13990"/>
                            <a14:backgroundMark x1="25862" y1="7254" x2="25862" y2="7254"/>
                            <a14:backgroundMark x1="30345" y1="7254" x2="30345" y2="7254"/>
                            <a14:backgroundMark x1="39138" y1="19430" x2="39138" y2="19430"/>
                            <a14:backgroundMark x1="45517" y1="19430" x2="45517" y2="19430"/>
                            <a14:backgroundMark x1="45172" y1="38083" x2="45172" y2="38083"/>
                            <a14:backgroundMark x1="39138" y1="38342" x2="39138" y2="38342"/>
                            <a14:backgroundMark x1="54483" y1="38342" x2="54483" y2="38342"/>
                            <a14:backgroundMark x1="60345" y1="38342" x2="60345" y2="38342"/>
                            <a14:backgroundMark x1="45690" y1="17617" x2="45690" y2="17617"/>
                            <a14:backgroundMark x1="45690" y1="15803" x2="45690" y2="15803"/>
                          </a14:backgroundRemoval>
                        </a14:imgEffect>
                      </a14:imgLayer>
                    </a14:imgProps>
                  </a:ext>
                  <a:ext uri="{28A0092B-C50C-407E-A947-70E740481C1C}">
                    <a14:useLocalDpi xmlns:a14="http://schemas.microsoft.com/office/drawing/2010/main" val="0"/>
                  </a:ext>
                </a:extLst>
              </a:blip>
              <a:srcRect b="66596"/>
              <a:stretch/>
            </p:blipFill>
            <p:spPr>
              <a:xfrm>
                <a:off x="6976255" y="4486274"/>
                <a:ext cx="1385337" cy="307976"/>
              </a:xfrm>
              <a:prstGeom prst="rect">
                <a:avLst/>
              </a:prstGeom>
            </p:spPr>
          </p:pic>
          <p:pic>
            <p:nvPicPr>
              <p:cNvPr id="180" name="Picture 179" descr="Top view of cars from different angles&#10;&#10;Description automatically generated">
                <a:extLst>
                  <a:ext uri="{FF2B5EF4-FFF2-40B4-BE49-F238E27FC236}">
                    <a16:creationId xmlns:a16="http://schemas.microsoft.com/office/drawing/2014/main" id="{8987003A-1E45-1040-F229-2221DD3073DB}"/>
                  </a:ext>
                </a:extLst>
              </p:cNvPr>
              <p:cNvPicPr>
                <a:picLocks noGrp="1" noRot="1" noChangeAspect="1" noMove="1" noResize="1" noEditPoints="1" noAdjustHandles="1" noChangeArrowheads="1" noChangeShapeType="1" noCrop="1"/>
              </p:cNvPicPr>
              <p:nvPr/>
            </p:nvPicPr>
            <p:blipFill rotWithShape="1">
              <a:blip r:embed="rId14">
                <a:extLst>
                  <a:ext uri="{BEBA8EAE-BF5A-486C-A8C5-ECC9F3942E4B}">
                    <a14:imgProps xmlns:a14="http://schemas.microsoft.com/office/drawing/2010/main">
                      <a14:imgLayer r:embed="rId15">
                        <a14:imgEffect>
                          <a14:backgroundRemoval t="9845" b="94560" l="10000" r="90000">
                            <a14:foregroundMark x1="41379" y1="54922" x2="41379" y2="54922"/>
                            <a14:foregroundMark x1="57759" y1="41451" x2="57759" y2="41451"/>
                            <a14:foregroundMark x1="72759" y1="40933" x2="72759" y2="40933"/>
                            <a14:foregroundMark x1="72241" y1="87565" x2="72241" y2="87565"/>
                            <a14:foregroundMark x1="57759" y1="84456" x2="57759" y2="84456"/>
                            <a14:foregroundMark x1="57759" y1="94560" x2="57759" y2="94560"/>
                            <a14:foregroundMark x1="41724" y1="88860" x2="41724" y2="88860"/>
                            <a14:foregroundMark x1="40862" y1="78238" x2="40862" y2="78238"/>
                            <a14:foregroundMark x1="27759" y1="74611" x2="27759" y2="74611"/>
                            <a14:foregroundMark x1="31552" y1="20725" x2="31552" y2="20725"/>
                            <a14:foregroundMark x1="43793" y1="25389" x2="43793" y2="25389"/>
                            <a14:foregroundMark x1="58276" y1="24352" x2="58276" y2="24352"/>
                            <a14:foregroundMark x1="72759" y1="30052" x2="72759" y2="30052"/>
                            <a14:foregroundMark x1="40000" y1="37306" x2="40000" y2="37306"/>
                            <a14:foregroundMark x1="46379" y1="15285" x2="46379" y2="15285"/>
                            <a14:foregroundMark x1="46034" y1="17617" x2="46034" y2="17617"/>
                            <a14:foregroundMark x1="46034" y1="18912" x2="46034" y2="18912"/>
                            <a14:foregroundMark x1="46034" y1="16062" x2="46034" y2="16062"/>
                            <a14:foregroundMark x1="46034" y1="17876" x2="46034" y2="17876"/>
                            <a14:foregroundMark x1="45862" y1="17617" x2="45862" y2="17617"/>
                            <a14:foregroundMark x1="42241" y1="13990" x2="42241" y2="13990"/>
                            <a14:backgroundMark x1="25862" y1="7254" x2="25862" y2="7254"/>
                            <a14:backgroundMark x1="30345" y1="7254" x2="30345" y2="7254"/>
                            <a14:backgroundMark x1="39138" y1="19430" x2="39138" y2="19430"/>
                            <a14:backgroundMark x1="45517" y1="19430" x2="45517" y2="19430"/>
                            <a14:backgroundMark x1="45172" y1="38083" x2="45172" y2="38083"/>
                            <a14:backgroundMark x1="39138" y1="38342" x2="39138" y2="38342"/>
                            <a14:backgroundMark x1="54483" y1="38342" x2="54483" y2="38342"/>
                            <a14:backgroundMark x1="60345" y1="38342" x2="60345" y2="38342"/>
                            <a14:backgroundMark x1="45690" y1="17617" x2="45690" y2="17617"/>
                            <a14:backgroundMark x1="45690" y1="15803" x2="45690" y2="15803"/>
                          </a14:backgroundRemoval>
                        </a14:imgEffect>
                      </a14:imgLayer>
                    </a14:imgProps>
                  </a:ext>
                  <a:ext uri="{28A0092B-C50C-407E-A947-70E740481C1C}">
                    <a14:useLocalDpi xmlns:a14="http://schemas.microsoft.com/office/drawing/2010/main" val="0"/>
                  </a:ext>
                </a:extLst>
              </a:blip>
              <a:srcRect t="31573" b="35023"/>
              <a:stretch/>
            </p:blipFill>
            <p:spPr>
              <a:xfrm>
                <a:off x="6976254" y="4932986"/>
                <a:ext cx="1385337" cy="307976"/>
              </a:xfrm>
              <a:prstGeom prst="rect">
                <a:avLst/>
              </a:prstGeom>
            </p:spPr>
          </p:pic>
          <p:pic>
            <p:nvPicPr>
              <p:cNvPr id="181" name="Picture 180" descr="Top view of cars from different angles&#10;&#10;Description automatically generated">
                <a:extLst>
                  <a:ext uri="{FF2B5EF4-FFF2-40B4-BE49-F238E27FC236}">
                    <a16:creationId xmlns:a16="http://schemas.microsoft.com/office/drawing/2014/main" id="{C0B4A3A1-21B5-C886-ADB0-AED89A00A6CB}"/>
                  </a:ext>
                </a:extLst>
              </p:cNvPr>
              <p:cNvPicPr>
                <a:picLocks noGrp="1" noRot="1" noChangeAspect="1" noMove="1" noResize="1" noEditPoints="1" noAdjustHandles="1" noChangeArrowheads="1" noChangeShapeType="1" noCrop="1"/>
              </p:cNvPicPr>
              <p:nvPr/>
            </p:nvPicPr>
            <p:blipFill rotWithShape="1">
              <a:blip r:embed="rId14">
                <a:extLst>
                  <a:ext uri="{BEBA8EAE-BF5A-486C-A8C5-ECC9F3942E4B}">
                    <a14:imgProps xmlns:a14="http://schemas.microsoft.com/office/drawing/2010/main">
                      <a14:imgLayer r:embed="rId15">
                        <a14:imgEffect>
                          <a14:backgroundRemoval t="9845" b="94560" l="10000" r="90000">
                            <a14:foregroundMark x1="41379" y1="54922" x2="41379" y2="54922"/>
                            <a14:foregroundMark x1="57759" y1="41451" x2="57759" y2="41451"/>
                            <a14:foregroundMark x1="72759" y1="40933" x2="72759" y2="40933"/>
                            <a14:foregroundMark x1="72241" y1="87565" x2="72241" y2="87565"/>
                            <a14:foregroundMark x1="57759" y1="84456" x2="57759" y2="84456"/>
                            <a14:foregroundMark x1="57759" y1="94560" x2="57759" y2="94560"/>
                            <a14:foregroundMark x1="41724" y1="88860" x2="41724" y2="88860"/>
                            <a14:foregroundMark x1="40862" y1="78238" x2="40862" y2="78238"/>
                            <a14:foregroundMark x1="27759" y1="74611" x2="27759" y2="74611"/>
                            <a14:foregroundMark x1="31552" y1="20725" x2="31552" y2="20725"/>
                            <a14:foregroundMark x1="43793" y1="25389" x2="43793" y2="25389"/>
                            <a14:foregroundMark x1="58276" y1="24352" x2="58276" y2="24352"/>
                            <a14:foregroundMark x1="72759" y1="30052" x2="72759" y2="30052"/>
                            <a14:foregroundMark x1="40000" y1="37306" x2="40000" y2="37306"/>
                            <a14:foregroundMark x1="46379" y1="15285" x2="46379" y2="15285"/>
                            <a14:foregroundMark x1="46034" y1="17617" x2="46034" y2="17617"/>
                            <a14:foregroundMark x1="46034" y1="18912" x2="46034" y2="18912"/>
                            <a14:foregroundMark x1="46034" y1="16062" x2="46034" y2="16062"/>
                            <a14:foregroundMark x1="46034" y1="17876" x2="46034" y2="17876"/>
                            <a14:foregroundMark x1="45862" y1="17617" x2="45862" y2="17617"/>
                            <a14:foregroundMark x1="42241" y1="13990" x2="42241" y2="13990"/>
                            <a14:backgroundMark x1="25862" y1="7254" x2="25862" y2="7254"/>
                            <a14:backgroundMark x1="30345" y1="7254" x2="30345" y2="7254"/>
                            <a14:backgroundMark x1="39138" y1="19430" x2="39138" y2="19430"/>
                            <a14:backgroundMark x1="45517" y1="19430" x2="45517" y2="19430"/>
                            <a14:backgroundMark x1="45172" y1="38083" x2="45172" y2="38083"/>
                            <a14:backgroundMark x1="39138" y1="38342" x2="39138" y2="38342"/>
                            <a14:backgroundMark x1="54483" y1="38342" x2="54483" y2="38342"/>
                            <a14:backgroundMark x1="60345" y1="38342" x2="60345" y2="38342"/>
                            <a14:backgroundMark x1="45690" y1="17617" x2="45690" y2="17617"/>
                            <a14:backgroundMark x1="45690" y1="15803" x2="45690" y2="15803"/>
                          </a14:backgroundRemoval>
                        </a14:imgEffect>
                      </a14:imgLayer>
                    </a14:imgProps>
                  </a:ext>
                  <a:ext uri="{28A0092B-C50C-407E-A947-70E740481C1C}">
                    <a14:useLocalDpi xmlns:a14="http://schemas.microsoft.com/office/drawing/2010/main" val="0"/>
                  </a:ext>
                </a:extLst>
              </a:blip>
              <a:srcRect t="67324" b="-728"/>
              <a:stretch/>
            </p:blipFill>
            <p:spPr>
              <a:xfrm>
                <a:off x="6976253" y="5379698"/>
                <a:ext cx="1385337" cy="307976"/>
              </a:xfrm>
              <a:prstGeom prst="rect">
                <a:avLst/>
              </a:prstGeom>
            </p:spPr>
          </p:pic>
          <p:pic>
            <p:nvPicPr>
              <p:cNvPr id="182" name="Picture 181" descr="Top view of cars from different angles&#10;&#10;Description automatically generated">
                <a:extLst>
                  <a:ext uri="{FF2B5EF4-FFF2-40B4-BE49-F238E27FC236}">
                    <a16:creationId xmlns:a16="http://schemas.microsoft.com/office/drawing/2014/main" id="{D9077154-B505-A5EC-91B1-93FBF5FC369E}"/>
                  </a:ext>
                </a:extLst>
              </p:cNvPr>
              <p:cNvPicPr>
                <a:picLocks noGrp="1" noRot="1" noChangeAspect="1" noMove="1" noResize="1" noEditPoints="1" noAdjustHandles="1" noChangeArrowheads="1" noChangeShapeType="1" noCrop="1"/>
              </p:cNvPicPr>
              <p:nvPr/>
            </p:nvPicPr>
            <p:blipFill rotWithShape="1">
              <a:blip r:embed="rId14">
                <a:extLst>
                  <a:ext uri="{BEBA8EAE-BF5A-486C-A8C5-ECC9F3942E4B}">
                    <a14:imgProps xmlns:a14="http://schemas.microsoft.com/office/drawing/2010/main">
                      <a14:imgLayer r:embed="rId15">
                        <a14:imgEffect>
                          <a14:backgroundRemoval t="9845" b="94560" l="10000" r="90000">
                            <a14:foregroundMark x1="41379" y1="54922" x2="41379" y2="54922"/>
                            <a14:foregroundMark x1="57759" y1="41451" x2="57759" y2="41451"/>
                            <a14:foregroundMark x1="72759" y1="40933" x2="72759" y2="40933"/>
                            <a14:foregroundMark x1="72241" y1="87565" x2="72241" y2="87565"/>
                            <a14:foregroundMark x1="57759" y1="84456" x2="57759" y2="84456"/>
                            <a14:foregroundMark x1="57759" y1="94560" x2="57759" y2="94560"/>
                            <a14:foregroundMark x1="41724" y1="88860" x2="41724" y2="88860"/>
                            <a14:foregroundMark x1="40862" y1="78238" x2="40862" y2="78238"/>
                            <a14:foregroundMark x1="27759" y1="74611" x2="27759" y2="74611"/>
                            <a14:foregroundMark x1="31552" y1="20725" x2="31552" y2="20725"/>
                            <a14:foregroundMark x1="43793" y1="25389" x2="43793" y2="25389"/>
                            <a14:foregroundMark x1="58276" y1="24352" x2="58276" y2="24352"/>
                            <a14:foregroundMark x1="72759" y1="30052" x2="72759" y2="30052"/>
                            <a14:foregroundMark x1="40000" y1="37306" x2="40000" y2="37306"/>
                            <a14:foregroundMark x1="46379" y1="15285" x2="46379" y2="15285"/>
                            <a14:foregroundMark x1="46034" y1="17617" x2="46034" y2="17617"/>
                            <a14:foregroundMark x1="46034" y1="18912" x2="46034" y2="18912"/>
                            <a14:foregroundMark x1="46034" y1="16062" x2="46034" y2="16062"/>
                            <a14:foregroundMark x1="46034" y1="17876" x2="46034" y2="17876"/>
                            <a14:foregroundMark x1="45862" y1="17617" x2="45862" y2="17617"/>
                            <a14:foregroundMark x1="42241" y1="13990" x2="42241" y2="13990"/>
                            <a14:backgroundMark x1="25862" y1="7254" x2="25862" y2="7254"/>
                            <a14:backgroundMark x1="30345" y1="7254" x2="30345" y2="7254"/>
                            <a14:backgroundMark x1="39138" y1="19430" x2="39138" y2="19430"/>
                            <a14:backgroundMark x1="45517" y1="19430" x2="45517" y2="19430"/>
                            <a14:backgroundMark x1="45172" y1="38083" x2="45172" y2="38083"/>
                            <a14:backgroundMark x1="39138" y1="38342" x2="39138" y2="38342"/>
                            <a14:backgroundMark x1="54483" y1="38342" x2="54483" y2="38342"/>
                            <a14:backgroundMark x1="60345" y1="38342" x2="60345" y2="38342"/>
                            <a14:backgroundMark x1="45690" y1="17617" x2="45690" y2="17617"/>
                            <a14:backgroundMark x1="45690" y1="15803" x2="45690" y2="15803"/>
                          </a14:backgroundRemoval>
                        </a14:imgEffect>
                      </a14:imgLayer>
                    </a14:imgProps>
                  </a:ext>
                  <a:ext uri="{28A0092B-C50C-407E-A947-70E740481C1C}">
                    <a14:useLocalDpi xmlns:a14="http://schemas.microsoft.com/office/drawing/2010/main" val="0"/>
                  </a:ext>
                </a:extLst>
              </a:blip>
              <a:srcRect b="66596"/>
              <a:stretch/>
            </p:blipFill>
            <p:spPr>
              <a:xfrm flipV="1">
                <a:off x="7805432" y="5379698"/>
                <a:ext cx="1385337" cy="307976"/>
              </a:xfrm>
              <a:prstGeom prst="rect">
                <a:avLst/>
              </a:prstGeom>
            </p:spPr>
          </p:pic>
          <p:pic>
            <p:nvPicPr>
              <p:cNvPr id="183" name="Picture 182" descr="Top view of cars from different angles&#10;&#10;Description automatically generated">
                <a:extLst>
                  <a:ext uri="{FF2B5EF4-FFF2-40B4-BE49-F238E27FC236}">
                    <a16:creationId xmlns:a16="http://schemas.microsoft.com/office/drawing/2014/main" id="{EA926319-FB64-8B11-5D91-FB8B2A6805F7}"/>
                  </a:ext>
                </a:extLst>
              </p:cNvPr>
              <p:cNvPicPr>
                <a:picLocks noGrp="1" noRot="1" noChangeAspect="1" noMove="1" noResize="1" noEditPoints="1" noAdjustHandles="1" noChangeArrowheads="1" noChangeShapeType="1" noCrop="1"/>
              </p:cNvPicPr>
              <p:nvPr/>
            </p:nvPicPr>
            <p:blipFill rotWithShape="1">
              <a:blip r:embed="rId14">
                <a:extLst>
                  <a:ext uri="{BEBA8EAE-BF5A-486C-A8C5-ECC9F3942E4B}">
                    <a14:imgProps xmlns:a14="http://schemas.microsoft.com/office/drawing/2010/main">
                      <a14:imgLayer r:embed="rId15">
                        <a14:imgEffect>
                          <a14:backgroundRemoval t="9845" b="94560" l="10000" r="90000">
                            <a14:foregroundMark x1="41379" y1="54922" x2="41379" y2="54922"/>
                            <a14:foregroundMark x1="57759" y1="41451" x2="57759" y2="41451"/>
                            <a14:foregroundMark x1="72759" y1="40933" x2="72759" y2="40933"/>
                            <a14:foregroundMark x1="72241" y1="87565" x2="72241" y2="87565"/>
                            <a14:foregroundMark x1="57759" y1="84456" x2="57759" y2="84456"/>
                            <a14:foregroundMark x1="57759" y1="94560" x2="57759" y2="94560"/>
                            <a14:foregroundMark x1="41724" y1="88860" x2="41724" y2="88860"/>
                            <a14:foregroundMark x1="40862" y1="78238" x2="40862" y2="78238"/>
                            <a14:foregroundMark x1="27759" y1="74611" x2="27759" y2="74611"/>
                            <a14:foregroundMark x1="31552" y1="20725" x2="31552" y2="20725"/>
                            <a14:foregroundMark x1="43793" y1="25389" x2="43793" y2="25389"/>
                            <a14:foregroundMark x1="58276" y1="24352" x2="58276" y2="24352"/>
                            <a14:foregroundMark x1="72759" y1="30052" x2="72759" y2="30052"/>
                            <a14:foregroundMark x1="40000" y1="37306" x2="40000" y2="37306"/>
                            <a14:foregroundMark x1="46379" y1="15285" x2="46379" y2="15285"/>
                            <a14:foregroundMark x1="46034" y1="17617" x2="46034" y2="17617"/>
                            <a14:foregroundMark x1="46034" y1="18912" x2="46034" y2="18912"/>
                            <a14:foregroundMark x1="46034" y1="16062" x2="46034" y2="16062"/>
                            <a14:foregroundMark x1="46034" y1="17876" x2="46034" y2="17876"/>
                            <a14:foregroundMark x1="45862" y1="17617" x2="45862" y2="17617"/>
                            <a14:foregroundMark x1="42241" y1="13990" x2="42241" y2="13990"/>
                            <a14:backgroundMark x1="25862" y1="7254" x2="25862" y2="7254"/>
                            <a14:backgroundMark x1="30345" y1="7254" x2="30345" y2="7254"/>
                            <a14:backgroundMark x1="39138" y1="19430" x2="39138" y2="19430"/>
                            <a14:backgroundMark x1="45517" y1="19430" x2="45517" y2="19430"/>
                            <a14:backgroundMark x1="45172" y1="38083" x2="45172" y2="38083"/>
                            <a14:backgroundMark x1="39138" y1="38342" x2="39138" y2="38342"/>
                            <a14:backgroundMark x1="54483" y1="38342" x2="54483" y2="38342"/>
                            <a14:backgroundMark x1="60345" y1="38342" x2="60345" y2="38342"/>
                            <a14:backgroundMark x1="45690" y1="17617" x2="45690" y2="17617"/>
                            <a14:backgroundMark x1="45690" y1="15803" x2="45690" y2="15803"/>
                          </a14:backgroundRemoval>
                        </a14:imgEffect>
                      </a14:imgLayer>
                    </a14:imgProps>
                  </a:ext>
                  <a:ext uri="{28A0092B-C50C-407E-A947-70E740481C1C}">
                    <a14:useLocalDpi xmlns:a14="http://schemas.microsoft.com/office/drawing/2010/main" val="0"/>
                  </a:ext>
                </a:extLst>
              </a:blip>
              <a:srcRect t="31573" b="35023"/>
              <a:stretch/>
            </p:blipFill>
            <p:spPr>
              <a:xfrm flipV="1">
                <a:off x="7805431" y="4932986"/>
                <a:ext cx="1385337" cy="307976"/>
              </a:xfrm>
              <a:prstGeom prst="rect">
                <a:avLst/>
              </a:prstGeom>
            </p:spPr>
          </p:pic>
          <p:pic>
            <p:nvPicPr>
              <p:cNvPr id="184" name="Picture 183" descr="Top view of cars from different angles&#10;&#10;Description automatically generated">
                <a:extLst>
                  <a:ext uri="{FF2B5EF4-FFF2-40B4-BE49-F238E27FC236}">
                    <a16:creationId xmlns:a16="http://schemas.microsoft.com/office/drawing/2014/main" id="{B2869C84-7720-372C-17AF-F47F9B30122A}"/>
                  </a:ext>
                </a:extLst>
              </p:cNvPr>
              <p:cNvPicPr>
                <a:picLocks noGrp="1" noRot="1" noChangeAspect="1" noMove="1" noResize="1" noEditPoints="1" noAdjustHandles="1" noChangeArrowheads="1" noChangeShapeType="1" noCrop="1"/>
              </p:cNvPicPr>
              <p:nvPr/>
            </p:nvPicPr>
            <p:blipFill rotWithShape="1">
              <a:blip r:embed="rId14">
                <a:extLst>
                  <a:ext uri="{BEBA8EAE-BF5A-486C-A8C5-ECC9F3942E4B}">
                    <a14:imgProps xmlns:a14="http://schemas.microsoft.com/office/drawing/2010/main">
                      <a14:imgLayer r:embed="rId15">
                        <a14:imgEffect>
                          <a14:backgroundRemoval t="9845" b="94560" l="10000" r="90000">
                            <a14:foregroundMark x1="41379" y1="54922" x2="41379" y2="54922"/>
                            <a14:foregroundMark x1="57759" y1="41451" x2="57759" y2="41451"/>
                            <a14:foregroundMark x1="72759" y1="40933" x2="72759" y2="40933"/>
                            <a14:foregroundMark x1="72241" y1="87565" x2="72241" y2="87565"/>
                            <a14:foregroundMark x1="57759" y1="84456" x2="57759" y2="84456"/>
                            <a14:foregroundMark x1="57759" y1="94560" x2="57759" y2="94560"/>
                            <a14:foregroundMark x1="41724" y1="88860" x2="41724" y2="88860"/>
                            <a14:foregroundMark x1="40862" y1="78238" x2="40862" y2="78238"/>
                            <a14:foregroundMark x1="27759" y1="74611" x2="27759" y2="74611"/>
                            <a14:foregroundMark x1="31552" y1="20725" x2="31552" y2="20725"/>
                            <a14:foregroundMark x1="43793" y1="25389" x2="43793" y2="25389"/>
                            <a14:foregroundMark x1="58276" y1="24352" x2="58276" y2="24352"/>
                            <a14:foregroundMark x1="72759" y1="30052" x2="72759" y2="30052"/>
                            <a14:foregroundMark x1="40000" y1="37306" x2="40000" y2="37306"/>
                            <a14:foregroundMark x1="46379" y1="15285" x2="46379" y2="15285"/>
                            <a14:foregroundMark x1="46034" y1="17617" x2="46034" y2="17617"/>
                            <a14:foregroundMark x1="46034" y1="18912" x2="46034" y2="18912"/>
                            <a14:foregroundMark x1="46034" y1="16062" x2="46034" y2="16062"/>
                            <a14:foregroundMark x1="46034" y1="17876" x2="46034" y2="17876"/>
                            <a14:foregroundMark x1="45862" y1="17617" x2="45862" y2="17617"/>
                            <a14:foregroundMark x1="42241" y1="13990" x2="42241" y2="13990"/>
                            <a14:backgroundMark x1="25862" y1="7254" x2="25862" y2="7254"/>
                            <a14:backgroundMark x1="30345" y1="7254" x2="30345" y2="7254"/>
                            <a14:backgroundMark x1="39138" y1="19430" x2="39138" y2="19430"/>
                            <a14:backgroundMark x1="45517" y1="19430" x2="45517" y2="19430"/>
                            <a14:backgroundMark x1="45172" y1="38083" x2="45172" y2="38083"/>
                            <a14:backgroundMark x1="39138" y1="38342" x2="39138" y2="38342"/>
                            <a14:backgroundMark x1="54483" y1="38342" x2="54483" y2="38342"/>
                            <a14:backgroundMark x1="60345" y1="38342" x2="60345" y2="38342"/>
                            <a14:backgroundMark x1="45690" y1="17617" x2="45690" y2="17617"/>
                            <a14:backgroundMark x1="45690" y1="15803" x2="45690" y2="15803"/>
                          </a14:backgroundRemoval>
                        </a14:imgEffect>
                      </a14:imgLayer>
                    </a14:imgProps>
                  </a:ext>
                  <a:ext uri="{28A0092B-C50C-407E-A947-70E740481C1C}">
                    <a14:useLocalDpi xmlns:a14="http://schemas.microsoft.com/office/drawing/2010/main" val="0"/>
                  </a:ext>
                </a:extLst>
              </a:blip>
              <a:srcRect t="67324" b="-728"/>
              <a:stretch/>
            </p:blipFill>
            <p:spPr>
              <a:xfrm flipV="1">
                <a:off x="7805430" y="4486274"/>
                <a:ext cx="1385337" cy="307976"/>
              </a:xfrm>
              <a:prstGeom prst="rect">
                <a:avLst/>
              </a:prstGeom>
            </p:spPr>
          </p:pic>
        </p:grpSp>
        <p:grpSp>
          <p:nvGrpSpPr>
            <p:cNvPr id="166" name="Group 165">
              <a:extLst>
                <a:ext uri="{FF2B5EF4-FFF2-40B4-BE49-F238E27FC236}">
                  <a16:creationId xmlns:a16="http://schemas.microsoft.com/office/drawing/2014/main" id="{E2221D64-04D6-2364-C724-4E75C65D9693}"/>
                </a:ext>
              </a:extLst>
            </p:cNvPr>
            <p:cNvGrpSpPr>
              <a:grpSpLocks noGrp="1" noUngrp="1" noRot="1" noMove="1" noResize="1"/>
            </p:cNvGrpSpPr>
            <p:nvPr/>
          </p:nvGrpSpPr>
          <p:grpSpPr>
            <a:xfrm>
              <a:off x="9395548" y="4485940"/>
              <a:ext cx="2214516" cy="1201734"/>
              <a:chOff x="9395548" y="4485940"/>
              <a:chExt cx="2214516" cy="1201734"/>
            </a:xfrm>
          </p:grpSpPr>
          <p:grpSp>
            <p:nvGrpSpPr>
              <p:cNvPr id="167" name="Group 166">
                <a:extLst>
                  <a:ext uri="{FF2B5EF4-FFF2-40B4-BE49-F238E27FC236}">
                    <a16:creationId xmlns:a16="http://schemas.microsoft.com/office/drawing/2014/main" id="{01B3BFF5-8CE6-5BED-2BE1-BE188A0B2266}"/>
                  </a:ext>
                </a:extLst>
              </p:cNvPr>
              <p:cNvGrpSpPr>
                <a:grpSpLocks noGrp="1" noUngrp="1" noRot="1" noMove="1" noResize="1"/>
              </p:cNvGrpSpPr>
              <p:nvPr/>
            </p:nvGrpSpPr>
            <p:grpSpPr>
              <a:xfrm>
                <a:off x="9673631" y="4485941"/>
                <a:ext cx="1658353" cy="1201733"/>
                <a:chOff x="7254336" y="3429000"/>
                <a:chExt cx="1658353" cy="2406984"/>
              </a:xfrm>
            </p:grpSpPr>
            <p:cxnSp>
              <p:nvCxnSpPr>
                <p:cNvPr id="173" name="Straight Connector 172">
                  <a:extLst>
                    <a:ext uri="{FF2B5EF4-FFF2-40B4-BE49-F238E27FC236}">
                      <a16:creationId xmlns:a16="http://schemas.microsoft.com/office/drawing/2014/main" id="{DFBB3B84-FC87-39D4-7699-DB27E008CAE7}"/>
                    </a:ext>
                  </a:extLst>
                </p:cNvPr>
                <p:cNvCxnSpPr>
                  <a:cxnSpLocks noGrp="1" noRot="1" noMove="1" noResize="1" noEditPoints="1" noAdjustHandles="1" noChangeArrowheads="1" noChangeShapeType="1"/>
                </p:cNvCxnSpPr>
                <p:nvPr/>
              </p:nvCxnSpPr>
              <p:spPr>
                <a:xfrm flipV="1">
                  <a:off x="7254336" y="3429000"/>
                  <a:ext cx="0" cy="2406984"/>
                </a:xfrm>
                <a:prstGeom prst="line">
                  <a:avLst/>
                </a:prstGeom>
                <a:ln w="381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74" name="Straight Connector 173">
                  <a:extLst>
                    <a:ext uri="{FF2B5EF4-FFF2-40B4-BE49-F238E27FC236}">
                      <a16:creationId xmlns:a16="http://schemas.microsoft.com/office/drawing/2014/main" id="{2E52B21F-D675-18F2-9B92-9B73BF88DD58}"/>
                    </a:ext>
                  </a:extLst>
                </p:cNvPr>
                <p:cNvCxnSpPr>
                  <a:cxnSpLocks noGrp="1" noRot="1" noMove="1" noResize="1" noEditPoints="1" noAdjustHandles="1" noChangeArrowheads="1" noChangeShapeType="1"/>
                </p:cNvCxnSpPr>
                <p:nvPr/>
              </p:nvCxnSpPr>
              <p:spPr>
                <a:xfrm flipV="1">
                  <a:off x="7668924" y="3429000"/>
                  <a:ext cx="0" cy="2406984"/>
                </a:xfrm>
                <a:prstGeom prst="line">
                  <a:avLst/>
                </a:prstGeom>
                <a:ln w="38100">
                  <a:solidFill>
                    <a:schemeClr val="tx1"/>
                  </a:solidFill>
                  <a:prstDash val="sysDash"/>
                  <a:tailEnd type="none"/>
                </a:ln>
                <a:effectLst/>
              </p:spPr>
              <p:style>
                <a:lnRef idx="2">
                  <a:schemeClr val="accent1"/>
                </a:lnRef>
                <a:fillRef idx="0">
                  <a:schemeClr val="accent1"/>
                </a:fillRef>
                <a:effectRef idx="1">
                  <a:schemeClr val="accent1"/>
                </a:effectRef>
                <a:fontRef idx="minor">
                  <a:schemeClr val="tx1"/>
                </a:fontRef>
              </p:style>
            </p:cxnSp>
            <p:cxnSp>
              <p:nvCxnSpPr>
                <p:cNvPr id="175" name="Straight Connector 174">
                  <a:extLst>
                    <a:ext uri="{FF2B5EF4-FFF2-40B4-BE49-F238E27FC236}">
                      <a16:creationId xmlns:a16="http://schemas.microsoft.com/office/drawing/2014/main" id="{611DEDE2-E28D-5879-0EF2-C4A942E74577}"/>
                    </a:ext>
                  </a:extLst>
                </p:cNvPr>
                <p:cNvCxnSpPr>
                  <a:cxnSpLocks noGrp="1" noRot="1" noMove="1" noResize="1" noEditPoints="1" noAdjustHandles="1" noChangeArrowheads="1" noChangeShapeType="1"/>
                </p:cNvCxnSpPr>
                <p:nvPr/>
              </p:nvCxnSpPr>
              <p:spPr>
                <a:xfrm flipV="1">
                  <a:off x="8083512" y="3429000"/>
                  <a:ext cx="0" cy="2406984"/>
                </a:xfrm>
                <a:prstGeom prst="line">
                  <a:avLst/>
                </a:prstGeom>
                <a:ln w="381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76" name="Straight Connector 175">
                  <a:extLst>
                    <a:ext uri="{FF2B5EF4-FFF2-40B4-BE49-F238E27FC236}">
                      <a16:creationId xmlns:a16="http://schemas.microsoft.com/office/drawing/2014/main" id="{049B4272-0D87-4116-9C99-68D9E04713A3}"/>
                    </a:ext>
                  </a:extLst>
                </p:cNvPr>
                <p:cNvCxnSpPr>
                  <a:cxnSpLocks noGrp="1" noRot="1" noMove="1" noResize="1" noEditPoints="1" noAdjustHandles="1" noChangeArrowheads="1" noChangeShapeType="1"/>
                </p:cNvCxnSpPr>
                <p:nvPr/>
              </p:nvCxnSpPr>
              <p:spPr>
                <a:xfrm flipV="1">
                  <a:off x="8498100" y="3429000"/>
                  <a:ext cx="0" cy="2406984"/>
                </a:xfrm>
                <a:prstGeom prst="line">
                  <a:avLst/>
                </a:prstGeom>
                <a:ln w="38100">
                  <a:solidFill>
                    <a:schemeClr val="tx1"/>
                  </a:solidFill>
                  <a:prstDash val="sysDash"/>
                  <a:tailEnd type="none"/>
                </a:ln>
                <a:effectLst/>
              </p:spPr>
              <p:style>
                <a:lnRef idx="2">
                  <a:schemeClr val="accent1"/>
                </a:lnRef>
                <a:fillRef idx="0">
                  <a:schemeClr val="accent1"/>
                </a:fillRef>
                <a:effectRef idx="1">
                  <a:schemeClr val="accent1"/>
                </a:effectRef>
                <a:fontRef idx="minor">
                  <a:schemeClr val="tx1"/>
                </a:fontRef>
              </p:style>
            </p:cxnSp>
            <p:cxnSp>
              <p:nvCxnSpPr>
                <p:cNvPr id="177" name="Straight Connector 176">
                  <a:extLst>
                    <a:ext uri="{FF2B5EF4-FFF2-40B4-BE49-F238E27FC236}">
                      <a16:creationId xmlns:a16="http://schemas.microsoft.com/office/drawing/2014/main" id="{8B3D99AB-2181-A717-8331-7ABED2DE774F}"/>
                    </a:ext>
                  </a:extLst>
                </p:cNvPr>
                <p:cNvCxnSpPr>
                  <a:cxnSpLocks noGrp="1" noRot="1" noMove="1" noResize="1" noEditPoints="1" noAdjustHandles="1" noChangeArrowheads="1" noChangeShapeType="1"/>
                </p:cNvCxnSpPr>
                <p:nvPr/>
              </p:nvCxnSpPr>
              <p:spPr>
                <a:xfrm flipV="1">
                  <a:off x="8912689" y="3429000"/>
                  <a:ext cx="0" cy="2406984"/>
                </a:xfrm>
                <a:prstGeom prst="line">
                  <a:avLst/>
                </a:prstGeom>
                <a:ln w="381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grpSp>
          <p:pic>
            <p:nvPicPr>
              <p:cNvPr id="168" name="Picture 167" descr="Top view of cars from different angles&#10;&#10;Description automatically generated">
                <a:extLst>
                  <a:ext uri="{FF2B5EF4-FFF2-40B4-BE49-F238E27FC236}">
                    <a16:creationId xmlns:a16="http://schemas.microsoft.com/office/drawing/2014/main" id="{BD4155F9-361D-6F72-A0EB-AD5A5FEBA08E}"/>
                  </a:ext>
                </a:extLst>
              </p:cNvPr>
              <p:cNvPicPr>
                <a:picLocks noGrp="1" noRot="1" noChangeAspect="1" noMove="1" noResize="1" noEditPoints="1" noAdjustHandles="1" noChangeArrowheads="1" noChangeShapeType="1" noCrop="1"/>
              </p:cNvPicPr>
              <p:nvPr/>
            </p:nvPicPr>
            <p:blipFill rotWithShape="1">
              <a:blip r:embed="rId14">
                <a:extLst>
                  <a:ext uri="{BEBA8EAE-BF5A-486C-A8C5-ECC9F3942E4B}">
                    <a14:imgProps xmlns:a14="http://schemas.microsoft.com/office/drawing/2010/main">
                      <a14:imgLayer r:embed="rId15">
                        <a14:imgEffect>
                          <a14:backgroundRemoval t="9845" b="94560" l="10000" r="90000">
                            <a14:foregroundMark x1="41379" y1="54922" x2="41379" y2="54922"/>
                            <a14:foregroundMark x1="57759" y1="41451" x2="57759" y2="41451"/>
                            <a14:foregroundMark x1="72759" y1="40933" x2="72759" y2="40933"/>
                            <a14:foregroundMark x1="72241" y1="87565" x2="72241" y2="87565"/>
                            <a14:foregroundMark x1="57759" y1="84456" x2="57759" y2="84456"/>
                            <a14:foregroundMark x1="57759" y1="94560" x2="57759" y2="94560"/>
                            <a14:foregroundMark x1="41724" y1="88860" x2="41724" y2="88860"/>
                            <a14:foregroundMark x1="40862" y1="78238" x2="40862" y2="78238"/>
                            <a14:foregroundMark x1="27759" y1="74611" x2="27759" y2="74611"/>
                            <a14:foregroundMark x1="31552" y1="20725" x2="31552" y2="20725"/>
                            <a14:foregroundMark x1="43793" y1="25389" x2="43793" y2="25389"/>
                            <a14:foregroundMark x1="58276" y1="24352" x2="58276" y2="24352"/>
                            <a14:foregroundMark x1="72759" y1="30052" x2="72759" y2="30052"/>
                            <a14:foregroundMark x1="40000" y1="37306" x2="40000" y2="37306"/>
                            <a14:foregroundMark x1="46379" y1="15285" x2="46379" y2="15285"/>
                            <a14:foregroundMark x1="46034" y1="17617" x2="46034" y2="17617"/>
                            <a14:foregroundMark x1="46034" y1="18912" x2="46034" y2="18912"/>
                            <a14:foregroundMark x1="46034" y1="16062" x2="46034" y2="16062"/>
                            <a14:foregroundMark x1="46034" y1="17876" x2="46034" y2="17876"/>
                            <a14:foregroundMark x1="45862" y1="17617" x2="45862" y2="17617"/>
                            <a14:foregroundMark x1="42241" y1="13990" x2="42241" y2="13990"/>
                            <a14:backgroundMark x1="25862" y1="7254" x2="25862" y2="7254"/>
                            <a14:backgroundMark x1="30345" y1="7254" x2="30345" y2="7254"/>
                            <a14:backgroundMark x1="39138" y1="19430" x2="39138" y2="19430"/>
                            <a14:backgroundMark x1="45517" y1="19430" x2="45517" y2="19430"/>
                            <a14:backgroundMark x1="45172" y1="38083" x2="45172" y2="38083"/>
                            <a14:backgroundMark x1="39138" y1="38342" x2="39138" y2="38342"/>
                            <a14:backgroundMark x1="54483" y1="38342" x2="54483" y2="38342"/>
                            <a14:backgroundMark x1="60345" y1="38342" x2="60345" y2="38342"/>
                            <a14:backgroundMark x1="45690" y1="17617" x2="45690" y2="17617"/>
                            <a14:backgroundMark x1="45690" y1="15803" x2="45690" y2="15803"/>
                          </a14:backgroundRemoval>
                        </a14:imgEffect>
                      </a14:imgLayer>
                    </a14:imgProps>
                  </a:ext>
                  <a:ext uri="{28A0092B-C50C-407E-A947-70E740481C1C}">
                    <a14:useLocalDpi xmlns:a14="http://schemas.microsoft.com/office/drawing/2010/main" val="0"/>
                  </a:ext>
                </a:extLst>
              </a:blip>
              <a:srcRect t="1" b="1817"/>
              <a:stretch/>
            </p:blipFill>
            <p:spPr>
              <a:xfrm>
                <a:off x="9395550" y="4485941"/>
                <a:ext cx="1385337" cy="905208"/>
              </a:xfrm>
              <a:prstGeom prst="rect">
                <a:avLst/>
              </a:prstGeom>
            </p:spPr>
          </p:pic>
          <p:pic>
            <p:nvPicPr>
              <p:cNvPr id="169" name="Picture 168" descr="Top view of cars from different angles&#10;&#10;Description automatically generated">
                <a:extLst>
                  <a:ext uri="{FF2B5EF4-FFF2-40B4-BE49-F238E27FC236}">
                    <a16:creationId xmlns:a16="http://schemas.microsoft.com/office/drawing/2014/main" id="{760F4792-DE26-FA1F-48D2-65A65216F5C6}"/>
                  </a:ext>
                </a:extLst>
              </p:cNvPr>
              <p:cNvPicPr>
                <a:picLocks noGrp="1" noRot="1" noChangeAspect="1" noMove="1" noResize="1" noEditPoints="1" noAdjustHandles="1" noChangeArrowheads="1" noChangeShapeType="1" noCrop="1"/>
              </p:cNvPicPr>
              <p:nvPr/>
            </p:nvPicPr>
            <p:blipFill rotWithShape="1">
              <a:blip r:embed="rId14">
                <a:extLst>
                  <a:ext uri="{BEBA8EAE-BF5A-486C-A8C5-ECC9F3942E4B}">
                    <a14:imgProps xmlns:a14="http://schemas.microsoft.com/office/drawing/2010/main">
                      <a14:imgLayer r:embed="rId15">
                        <a14:imgEffect>
                          <a14:backgroundRemoval t="9845" b="94560" l="10000" r="90000">
                            <a14:foregroundMark x1="41379" y1="54922" x2="41379" y2="54922"/>
                            <a14:foregroundMark x1="57759" y1="41451" x2="57759" y2="41451"/>
                            <a14:foregroundMark x1="72759" y1="40933" x2="72759" y2="40933"/>
                            <a14:foregroundMark x1="72241" y1="87565" x2="72241" y2="87565"/>
                            <a14:foregroundMark x1="57759" y1="84456" x2="57759" y2="84456"/>
                            <a14:foregroundMark x1="57759" y1="94560" x2="57759" y2="94560"/>
                            <a14:foregroundMark x1="41724" y1="88860" x2="41724" y2="88860"/>
                            <a14:foregroundMark x1="40862" y1="78238" x2="40862" y2="78238"/>
                            <a14:foregroundMark x1="27759" y1="74611" x2="27759" y2="74611"/>
                            <a14:foregroundMark x1="31552" y1="20725" x2="31552" y2="20725"/>
                            <a14:foregroundMark x1="43793" y1="25389" x2="43793" y2="25389"/>
                            <a14:foregroundMark x1="58276" y1="24352" x2="58276" y2="24352"/>
                            <a14:foregroundMark x1="72759" y1="30052" x2="72759" y2="30052"/>
                            <a14:foregroundMark x1="40000" y1="37306" x2="40000" y2="37306"/>
                            <a14:foregroundMark x1="46379" y1="15285" x2="46379" y2="15285"/>
                            <a14:foregroundMark x1="46034" y1="17617" x2="46034" y2="17617"/>
                            <a14:foregroundMark x1="46034" y1="18912" x2="46034" y2="18912"/>
                            <a14:foregroundMark x1="46034" y1="16062" x2="46034" y2="16062"/>
                            <a14:foregroundMark x1="46034" y1="17876" x2="46034" y2="17876"/>
                            <a14:foregroundMark x1="45862" y1="17617" x2="45862" y2="17617"/>
                            <a14:foregroundMark x1="42241" y1="13990" x2="42241" y2="13990"/>
                            <a14:backgroundMark x1="25862" y1="7254" x2="25862" y2="7254"/>
                            <a14:backgroundMark x1="30345" y1="7254" x2="30345" y2="7254"/>
                            <a14:backgroundMark x1="39138" y1="19430" x2="39138" y2="19430"/>
                            <a14:backgroundMark x1="45517" y1="19430" x2="45517" y2="19430"/>
                            <a14:backgroundMark x1="45172" y1="38083" x2="45172" y2="38083"/>
                            <a14:backgroundMark x1="39138" y1="38342" x2="39138" y2="38342"/>
                            <a14:backgroundMark x1="54483" y1="38342" x2="54483" y2="38342"/>
                            <a14:backgroundMark x1="60345" y1="38342" x2="60345" y2="38342"/>
                            <a14:backgroundMark x1="45690" y1="17617" x2="45690" y2="17617"/>
                            <a14:backgroundMark x1="45690" y1="15803" x2="45690" y2="15803"/>
                          </a14:backgroundRemoval>
                        </a14:imgEffect>
                      </a14:imgLayer>
                    </a14:imgProps>
                  </a:ext>
                  <a:ext uri="{28A0092B-C50C-407E-A947-70E740481C1C}">
                    <a14:useLocalDpi xmlns:a14="http://schemas.microsoft.com/office/drawing/2010/main" val="0"/>
                  </a:ext>
                </a:extLst>
              </a:blip>
              <a:srcRect t="67324" b="-728"/>
              <a:stretch/>
            </p:blipFill>
            <p:spPr>
              <a:xfrm>
                <a:off x="9395548" y="5379698"/>
                <a:ext cx="1385337" cy="307976"/>
              </a:xfrm>
              <a:prstGeom prst="rect">
                <a:avLst/>
              </a:prstGeom>
            </p:spPr>
          </p:pic>
          <p:grpSp>
            <p:nvGrpSpPr>
              <p:cNvPr id="170" name="Group 169">
                <a:extLst>
                  <a:ext uri="{FF2B5EF4-FFF2-40B4-BE49-F238E27FC236}">
                    <a16:creationId xmlns:a16="http://schemas.microsoft.com/office/drawing/2014/main" id="{A9F5D803-3AE7-6E59-9F4D-526753DD90CA}"/>
                  </a:ext>
                </a:extLst>
              </p:cNvPr>
              <p:cNvGrpSpPr>
                <a:grpSpLocks noGrp="1" noUngrp="1" noRot="1" noMove="1" noResize="1"/>
              </p:cNvGrpSpPr>
              <p:nvPr/>
            </p:nvGrpSpPr>
            <p:grpSpPr>
              <a:xfrm flipV="1">
                <a:off x="10224725" y="4485940"/>
                <a:ext cx="1385339" cy="1201734"/>
                <a:chOff x="6976253" y="4633917"/>
                <a:chExt cx="1385339" cy="1201734"/>
              </a:xfrm>
            </p:grpSpPr>
            <p:pic>
              <p:nvPicPr>
                <p:cNvPr id="171" name="Picture 170" descr="Top view of cars from different angles&#10;&#10;Description automatically generated">
                  <a:extLst>
                    <a:ext uri="{FF2B5EF4-FFF2-40B4-BE49-F238E27FC236}">
                      <a16:creationId xmlns:a16="http://schemas.microsoft.com/office/drawing/2014/main" id="{77200D29-A019-3A2D-FE0F-918796C89500}"/>
                    </a:ext>
                  </a:extLst>
                </p:cNvPr>
                <p:cNvPicPr>
                  <a:picLocks noGrp="1" noRot="1" noChangeAspect="1" noMove="1" noResize="1" noEditPoints="1" noAdjustHandles="1" noChangeArrowheads="1" noChangeShapeType="1" noCrop="1"/>
                </p:cNvPicPr>
                <p:nvPr/>
              </p:nvPicPr>
              <p:blipFill rotWithShape="1">
                <a:blip r:embed="rId14">
                  <a:extLst>
                    <a:ext uri="{BEBA8EAE-BF5A-486C-A8C5-ECC9F3942E4B}">
                      <a14:imgProps xmlns:a14="http://schemas.microsoft.com/office/drawing/2010/main">
                        <a14:imgLayer r:embed="rId15">
                          <a14:imgEffect>
                            <a14:backgroundRemoval t="9845" b="94560" l="10000" r="90000">
                              <a14:foregroundMark x1="41379" y1="54922" x2="41379" y2="54922"/>
                              <a14:foregroundMark x1="57759" y1="41451" x2="57759" y2="41451"/>
                              <a14:foregroundMark x1="72759" y1="40933" x2="72759" y2="40933"/>
                              <a14:foregroundMark x1="72241" y1="87565" x2="72241" y2="87565"/>
                              <a14:foregroundMark x1="57759" y1="84456" x2="57759" y2="84456"/>
                              <a14:foregroundMark x1="57759" y1="94560" x2="57759" y2="94560"/>
                              <a14:foregroundMark x1="41724" y1="88860" x2="41724" y2="88860"/>
                              <a14:foregroundMark x1="40862" y1="78238" x2="40862" y2="78238"/>
                              <a14:foregroundMark x1="27759" y1="74611" x2="27759" y2="74611"/>
                              <a14:foregroundMark x1="31552" y1="20725" x2="31552" y2="20725"/>
                              <a14:foregroundMark x1="43793" y1="25389" x2="43793" y2="25389"/>
                              <a14:foregroundMark x1="58276" y1="24352" x2="58276" y2="24352"/>
                              <a14:foregroundMark x1="72759" y1="30052" x2="72759" y2="30052"/>
                              <a14:foregroundMark x1="40000" y1="37306" x2="40000" y2="37306"/>
                              <a14:foregroundMark x1="46379" y1="15285" x2="46379" y2="15285"/>
                              <a14:foregroundMark x1="46034" y1="17617" x2="46034" y2="17617"/>
                              <a14:foregroundMark x1="46034" y1="18912" x2="46034" y2="18912"/>
                              <a14:foregroundMark x1="46034" y1="16062" x2="46034" y2="16062"/>
                              <a14:foregroundMark x1="46034" y1="17876" x2="46034" y2="17876"/>
                              <a14:foregroundMark x1="45862" y1="17617" x2="45862" y2="17617"/>
                              <a14:foregroundMark x1="42241" y1="13990" x2="42241" y2="13990"/>
                              <a14:backgroundMark x1="25862" y1="7254" x2="25862" y2="7254"/>
                              <a14:backgroundMark x1="30345" y1="7254" x2="30345" y2="7254"/>
                              <a14:backgroundMark x1="39138" y1="19430" x2="39138" y2="19430"/>
                              <a14:backgroundMark x1="45517" y1="19430" x2="45517" y2="19430"/>
                              <a14:backgroundMark x1="45172" y1="38083" x2="45172" y2="38083"/>
                              <a14:backgroundMark x1="39138" y1="38342" x2="39138" y2="38342"/>
                              <a14:backgroundMark x1="54483" y1="38342" x2="54483" y2="38342"/>
                              <a14:backgroundMark x1="60345" y1="38342" x2="60345" y2="38342"/>
                              <a14:backgroundMark x1="45690" y1="17617" x2="45690" y2="17617"/>
                              <a14:backgroundMark x1="45690" y1="15803" x2="45690" y2="15803"/>
                            </a14:backgroundRemoval>
                          </a14:imgEffect>
                        </a14:imgLayer>
                      </a14:imgProps>
                    </a:ext>
                    <a:ext uri="{28A0092B-C50C-407E-A947-70E740481C1C}">
                      <a14:useLocalDpi xmlns:a14="http://schemas.microsoft.com/office/drawing/2010/main" val="0"/>
                    </a:ext>
                  </a:extLst>
                </a:blip>
                <a:srcRect b="66596"/>
                <a:stretch/>
              </p:blipFill>
              <p:spPr>
                <a:xfrm>
                  <a:off x="6976255" y="4633917"/>
                  <a:ext cx="1385337" cy="307976"/>
                </a:xfrm>
                <a:prstGeom prst="rect">
                  <a:avLst/>
                </a:prstGeom>
              </p:spPr>
            </p:pic>
            <p:pic>
              <p:nvPicPr>
                <p:cNvPr id="172" name="Picture 171" descr="Top view of cars from different angles&#10;&#10;Description automatically generated">
                  <a:extLst>
                    <a:ext uri="{FF2B5EF4-FFF2-40B4-BE49-F238E27FC236}">
                      <a16:creationId xmlns:a16="http://schemas.microsoft.com/office/drawing/2014/main" id="{F6A3CCF2-92A0-7F84-072E-4BA14B5E69FF}"/>
                    </a:ext>
                  </a:extLst>
                </p:cNvPr>
                <p:cNvPicPr>
                  <a:picLocks noGrp="1" noRot="1" noChangeAspect="1" noMove="1" noResize="1" noEditPoints="1" noAdjustHandles="1" noChangeArrowheads="1" noChangeShapeType="1" noCrop="1"/>
                </p:cNvPicPr>
                <p:nvPr/>
              </p:nvPicPr>
              <p:blipFill rotWithShape="1">
                <a:blip r:embed="rId14">
                  <a:extLst>
                    <a:ext uri="{BEBA8EAE-BF5A-486C-A8C5-ECC9F3942E4B}">
                      <a14:imgProps xmlns:a14="http://schemas.microsoft.com/office/drawing/2010/main">
                        <a14:imgLayer r:embed="rId15">
                          <a14:imgEffect>
                            <a14:backgroundRemoval t="9845" b="94560" l="10000" r="90000">
                              <a14:foregroundMark x1="41379" y1="54922" x2="41379" y2="54922"/>
                              <a14:foregroundMark x1="57759" y1="41451" x2="57759" y2="41451"/>
                              <a14:foregroundMark x1="72759" y1="40933" x2="72759" y2="40933"/>
                              <a14:foregroundMark x1="72241" y1="87565" x2="72241" y2="87565"/>
                              <a14:foregroundMark x1="57759" y1="84456" x2="57759" y2="84456"/>
                              <a14:foregroundMark x1="57759" y1="94560" x2="57759" y2="94560"/>
                              <a14:foregroundMark x1="41724" y1="88860" x2="41724" y2="88860"/>
                              <a14:foregroundMark x1="40862" y1="78238" x2="40862" y2="78238"/>
                              <a14:foregroundMark x1="27759" y1="74611" x2="27759" y2="74611"/>
                              <a14:foregroundMark x1="31552" y1="20725" x2="31552" y2="20725"/>
                              <a14:foregroundMark x1="43793" y1="25389" x2="43793" y2="25389"/>
                              <a14:foregroundMark x1="58276" y1="24352" x2="58276" y2="24352"/>
                              <a14:foregroundMark x1="72759" y1="30052" x2="72759" y2="30052"/>
                              <a14:foregroundMark x1="40000" y1="37306" x2="40000" y2="37306"/>
                              <a14:foregroundMark x1="46379" y1="15285" x2="46379" y2="15285"/>
                              <a14:foregroundMark x1="46034" y1="17617" x2="46034" y2="17617"/>
                              <a14:foregroundMark x1="46034" y1="18912" x2="46034" y2="18912"/>
                              <a14:foregroundMark x1="46034" y1="16062" x2="46034" y2="16062"/>
                              <a14:foregroundMark x1="46034" y1="17876" x2="46034" y2="17876"/>
                              <a14:foregroundMark x1="45862" y1="17617" x2="45862" y2="17617"/>
                              <a14:foregroundMark x1="42241" y1="13990" x2="42241" y2="13990"/>
                              <a14:backgroundMark x1="25862" y1="7254" x2="25862" y2="7254"/>
                              <a14:backgroundMark x1="30345" y1="7254" x2="30345" y2="7254"/>
                              <a14:backgroundMark x1="39138" y1="19430" x2="39138" y2="19430"/>
                              <a14:backgroundMark x1="45517" y1="19430" x2="45517" y2="19430"/>
                              <a14:backgroundMark x1="45172" y1="38083" x2="45172" y2="38083"/>
                              <a14:backgroundMark x1="39138" y1="38342" x2="39138" y2="38342"/>
                              <a14:backgroundMark x1="54483" y1="38342" x2="54483" y2="38342"/>
                              <a14:backgroundMark x1="60345" y1="38342" x2="60345" y2="38342"/>
                              <a14:backgroundMark x1="45690" y1="17617" x2="45690" y2="17617"/>
                              <a14:backgroundMark x1="45690" y1="15803" x2="45690" y2="15803"/>
                            </a14:backgroundRemoval>
                          </a14:imgEffect>
                        </a14:imgLayer>
                      </a14:imgProps>
                    </a:ext>
                    <a:ext uri="{28A0092B-C50C-407E-A947-70E740481C1C}">
                      <a14:useLocalDpi xmlns:a14="http://schemas.microsoft.com/office/drawing/2010/main" val="0"/>
                    </a:ext>
                  </a:extLst>
                </a:blip>
                <a:srcRect t="2546" b="-728"/>
                <a:stretch/>
              </p:blipFill>
              <p:spPr>
                <a:xfrm>
                  <a:off x="6976253" y="4930442"/>
                  <a:ext cx="1385337" cy="905209"/>
                </a:xfrm>
                <a:prstGeom prst="rect">
                  <a:avLst/>
                </a:prstGeom>
              </p:spPr>
            </p:pic>
          </p:grpSp>
        </p:grpSp>
      </p:grpSp>
      <p:grpSp>
        <p:nvGrpSpPr>
          <p:cNvPr id="8" name="Negative">
            <a:extLst>
              <a:ext uri="{FF2B5EF4-FFF2-40B4-BE49-F238E27FC236}">
                <a16:creationId xmlns:a16="http://schemas.microsoft.com/office/drawing/2014/main" id="{32422E6D-D1FF-27C8-FD15-7876BB8910D5}"/>
              </a:ext>
            </a:extLst>
          </p:cNvPr>
          <p:cNvGrpSpPr>
            <a:grpSpLocks noGrp="1" noUngrp="1" noRot="1" noMove="1" noResize="1"/>
          </p:cNvGrpSpPr>
          <p:nvPr/>
        </p:nvGrpSpPr>
        <p:grpSpPr>
          <a:xfrm>
            <a:off x="6815999" y="1363577"/>
            <a:ext cx="4780800" cy="2498322"/>
            <a:chOff x="6815999" y="1363577"/>
            <a:chExt cx="4780800" cy="2498322"/>
          </a:xfrm>
        </p:grpSpPr>
        <p:pic>
          <p:nvPicPr>
            <p:cNvPr id="211" name="Picture 210" descr="A traffic jam on a road&#10;&#10;Description automatically generated">
              <a:extLst>
                <a:ext uri="{FF2B5EF4-FFF2-40B4-BE49-F238E27FC236}">
                  <a16:creationId xmlns:a16="http://schemas.microsoft.com/office/drawing/2014/main" id="{53F00676-BD23-9103-4656-3D465DCB01B2}"/>
                </a:ext>
              </a:extLst>
            </p:cNvPr>
            <p:cNvPicPr>
              <a:picLocks noGrp="1" noRot="1" noChangeAspect="1" noMove="1" noResize="1" noEditPoints="1" noAdjustHandles="1" noChangeArrowheads="1" noChangeShapeType="1" noCrop="1"/>
            </p:cNvPicPr>
            <p:nvPr/>
          </p:nvPicPr>
          <p:blipFill rotWithShape="1">
            <a:blip r:embed="rId16">
              <a:extLst>
                <a:ext uri="{28A0092B-C50C-407E-A947-70E740481C1C}">
                  <a14:useLocalDpi xmlns:a14="http://schemas.microsoft.com/office/drawing/2010/main" val="0"/>
                </a:ext>
              </a:extLst>
            </a:blip>
            <a:srcRect b="7193"/>
            <a:stretch/>
          </p:blipFill>
          <p:spPr>
            <a:xfrm>
              <a:off x="6815999" y="1363577"/>
              <a:ext cx="4780800" cy="2498322"/>
            </a:xfrm>
            <a:prstGeom prst="rect">
              <a:avLst/>
            </a:prstGeom>
          </p:spPr>
        </p:pic>
        <p:sp>
          <p:nvSpPr>
            <p:cNvPr id="7" name="TextBox 6">
              <a:extLst>
                <a:ext uri="{FF2B5EF4-FFF2-40B4-BE49-F238E27FC236}">
                  <a16:creationId xmlns:a16="http://schemas.microsoft.com/office/drawing/2014/main" id="{A782740D-727A-F2BE-36BE-5C4D9E1EAD20}"/>
                </a:ext>
              </a:extLst>
            </p:cNvPr>
            <p:cNvSpPr txBox="1">
              <a:spLocks noGrp="1" noRot="1" noMove="1" noResize="1" noEditPoints="1" noAdjustHandles="1" noChangeArrowheads="1" noChangeShapeType="1"/>
            </p:cNvSpPr>
            <p:nvPr/>
          </p:nvSpPr>
          <p:spPr>
            <a:xfrm>
              <a:off x="8861045" y="3600289"/>
              <a:ext cx="2735754" cy="261610"/>
            </a:xfrm>
            <a:prstGeom prst="rect">
              <a:avLst/>
            </a:prstGeom>
            <a:noFill/>
          </p:spPr>
          <p:txBody>
            <a:bodyPr wrap="square">
              <a:spAutoFit/>
            </a:bodyPr>
            <a:lstStyle/>
            <a:p>
              <a:pPr algn="r"/>
              <a:r>
                <a:rPr lang="en-AU" sz="1100" b="1">
                  <a:solidFill>
                    <a:schemeClr val="bg1"/>
                  </a:solidFill>
                  <a:effectLst>
                    <a:glow rad="63500">
                      <a:schemeClr val="accent4">
                        <a:satMod val="175000"/>
                        <a:alpha val="40000"/>
                      </a:schemeClr>
                    </a:glow>
                    <a:outerShdw blurRad="50800" dist="38100" dir="2700000" algn="tl" rotWithShape="0">
                      <a:prstClr val="black">
                        <a:alpha val="40000"/>
                      </a:prstClr>
                    </a:outerShdw>
                  </a:effectLst>
                  <a:latin typeface="Tw Cen MT" panose="020B0602020104020603" pitchFamily="34" charset="0"/>
                </a:rPr>
                <a:t>Source: The Daily Telegraph</a:t>
              </a:r>
            </a:p>
          </p:txBody>
        </p:sp>
      </p:grpSp>
    </p:spTree>
    <p:extLst>
      <p:ext uri="{BB962C8B-B14F-4D97-AF65-F5344CB8AC3E}">
        <p14:creationId xmlns:p14="http://schemas.microsoft.com/office/powerpoint/2010/main" val="74936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5"/>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7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9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1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6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164"/>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8" end="8"/>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
                                            <p:txEl>
                                              <p:pRg st="9" end="9"/>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
                                            <p:txEl>
                                              <p:pRg st="10" end="10"/>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
                                            <p:txEl>
                                              <p:pRg st="11" end="11"/>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a:lstStyle/>
          <a:p>
            <a:r>
              <a:rPr lang="en-AU" sz="2800">
                <a:solidFill>
                  <a:srgbClr val="1F487C"/>
                </a:solidFill>
              </a:rPr>
              <a:t>Problem</a:t>
            </a:r>
          </a:p>
        </p:txBody>
      </p:sp>
      <p:grpSp>
        <p:nvGrpSpPr>
          <p:cNvPr id="35" name="Group 34">
            <a:extLst>
              <a:ext uri="{FF2B5EF4-FFF2-40B4-BE49-F238E27FC236}">
                <a16:creationId xmlns:a16="http://schemas.microsoft.com/office/drawing/2014/main" id="{E1FE848A-CDC4-BA9D-8811-635CA9CD2917}"/>
              </a:ext>
            </a:extLst>
          </p:cNvPr>
          <p:cNvGrpSpPr>
            <a:grpSpLocks noGrp="1" noUngrp="1" noRot="1" noMove="1" noResize="1"/>
          </p:cNvGrpSpPr>
          <p:nvPr/>
        </p:nvGrpSpPr>
        <p:grpSpPr>
          <a:xfrm>
            <a:off x="6303963" y="0"/>
            <a:ext cx="5924117" cy="6858000"/>
            <a:chOff x="6303963" y="0"/>
            <a:chExt cx="5924117" cy="6858000"/>
          </a:xfrm>
        </p:grpSpPr>
        <p:sp>
          <p:nvSpPr>
            <p:cNvPr id="16" name="Rectangle 15">
              <a:extLst>
                <a:ext uri="{FF2B5EF4-FFF2-40B4-BE49-F238E27FC236}">
                  <a16:creationId xmlns:a16="http://schemas.microsoft.com/office/drawing/2014/main" id="{5DF14D82-FB51-05BB-F734-588091546667}"/>
                </a:ext>
              </a:extLst>
            </p:cNvPr>
            <p:cNvSpPr>
              <a:spLocks noGrp="1" noRot="1" noMove="1" noResize="1" noEditPoints="1" noAdjustHandles="1" noChangeArrowheads="1" noChangeShapeType="1"/>
            </p:cNvSpPr>
            <p:nvPr/>
          </p:nvSpPr>
          <p:spPr>
            <a:xfrm>
              <a:off x="6303963" y="0"/>
              <a:ext cx="5917386" cy="6858000"/>
            </a:xfrm>
            <a:prstGeom prst="rect">
              <a:avLst/>
            </a:prstGeom>
            <a:solidFill>
              <a:srgbClr val="224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pic>
          <p:nvPicPr>
            <p:cNvPr id="33" name="Graphic 32" descr="A city block with various buildings, skyscrapers and trees">
              <a:extLst>
                <a:ext uri="{FF2B5EF4-FFF2-40B4-BE49-F238E27FC236}">
                  <a16:creationId xmlns:a16="http://schemas.microsoft.com/office/drawing/2014/main" id="{8CB7C5A8-C65A-74FE-3006-8D2BDF635B70}"/>
                </a:ext>
              </a:extLst>
            </p:cNvPr>
            <p:cNvPicPr>
              <a:picLocks noGrp="1" noRot="1" noChangeAspec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65462" r="-1" b="24959"/>
            <a:stretch/>
          </p:blipFill>
          <p:spPr>
            <a:xfrm>
              <a:off x="6310694" y="4373750"/>
              <a:ext cx="1143411" cy="2484250"/>
            </a:xfrm>
            <a:prstGeom prst="rect">
              <a:avLst/>
            </a:prstGeom>
          </p:spPr>
        </p:pic>
        <p:pic>
          <p:nvPicPr>
            <p:cNvPr id="34" name="Graphic 33" descr="A city block with various buildings, skyscrapers and trees">
              <a:extLst>
                <a:ext uri="{FF2B5EF4-FFF2-40B4-BE49-F238E27FC236}">
                  <a16:creationId xmlns:a16="http://schemas.microsoft.com/office/drawing/2014/main" id="{55066D67-B9F8-A47B-62D3-F3F669471BD4}"/>
                </a:ext>
              </a:extLst>
            </p:cNvPr>
            <p:cNvPicPr>
              <a:picLocks noGrp="1" noRot="1" noChangeAspec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4" r="51939" b="24959"/>
            <a:stretch/>
          </p:blipFill>
          <p:spPr>
            <a:xfrm>
              <a:off x="10625946" y="4373750"/>
              <a:ext cx="1602134" cy="2484250"/>
            </a:xfrm>
            <a:prstGeom prst="rect">
              <a:avLst/>
            </a:prstGeom>
          </p:spPr>
        </p:pic>
      </p:grpSp>
      <p:sp>
        <p:nvSpPr>
          <p:cNvPr id="37" name="Content Placeholder 2">
            <a:extLst>
              <a:ext uri="{FF2B5EF4-FFF2-40B4-BE49-F238E27FC236}">
                <a16:creationId xmlns:a16="http://schemas.microsoft.com/office/drawing/2014/main" id="{8143991A-2DF6-03BF-805C-1B83129D9D56}"/>
              </a:ext>
            </a:extLst>
          </p:cNvPr>
          <p:cNvSpPr txBox="1">
            <a:spLocks/>
          </p:cNvSpPr>
          <p:nvPr/>
        </p:nvSpPr>
        <p:spPr>
          <a:xfrm>
            <a:off x="550272" y="1358902"/>
            <a:ext cx="5486400" cy="4766399"/>
          </a:xfrm>
          <a:prstGeom prst="rect">
            <a:avLst/>
          </a:prstGeom>
        </p:spPr>
        <p:txBody>
          <a:bodyPr vert="horz" lIns="91440" tIns="45720" rIns="91440" bIns="45720" rtlCol="0" anchor="t">
            <a:normAutofit/>
          </a:bodyPr>
          <a:lstStyle>
            <a:lvl1pPr marL="342900" indent="-342900" algn="l" defTabSz="457200" rtl="0" eaLnBrk="1" fontAlgn="base" hangingPunct="1">
              <a:lnSpc>
                <a:spcPct val="90000"/>
              </a:lnSpc>
              <a:spcBef>
                <a:spcPct val="20000"/>
              </a:spcBef>
              <a:spcAft>
                <a:spcPct val="0"/>
              </a:spcAft>
              <a:buFont typeface="Lucida Grande" charset="0"/>
              <a:buChar char="–"/>
              <a:defRPr sz="2000" kern="1200">
                <a:solidFill>
                  <a:schemeClr val="tx1"/>
                </a:solidFill>
                <a:latin typeface="Tw Cen MT"/>
                <a:ea typeface="ＭＳ Ｐゴシック" charset="0"/>
                <a:cs typeface="Tw Cen MT"/>
              </a:defRPr>
            </a:lvl1pPr>
            <a:lvl2pPr marL="742950" indent="-285750" algn="l" defTabSz="457200" rtl="0" eaLnBrk="1" fontAlgn="base" hangingPunct="1">
              <a:lnSpc>
                <a:spcPct val="90000"/>
              </a:lnSpc>
              <a:spcBef>
                <a:spcPct val="20000"/>
              </a:spcBef>
              <a:spcAft>
                <a:spcPct val="0"/>
              </a:spcAft>
              <a:buFont typeface="Lucida Grande"/>
              <a:buChar char="–"/>
              <a:defRPr sz="1800" kern="1200">
                <a:solidFill>
                  <a:schemeClr val="tx1"/>
                </a:solidFill>
                <a:latin typeface="Tw Cen MT"/>
                <a:ea typeface="ＭＳ Ｐゴシック" charset="0"/>
                <a:cs typeface="Tw Cen MT"/>
              </a:defRPr>
            </a:lvl2pPr>
            <a:lvl3pPr marL="1143000" indent="-228600" algn="l" defTabSz="457200" rtl="0" eaLnBrk="1" fontAlgn="base" hangingPunct="1">
              <a:lnSpc>
                <a:spcPct val="90000"/>
              </a:lnSpc>
              <a:spcBef>
                <a:spcPct val="20000"/>
              </a:spcBef>
              <a:spcAft>
                <a:spcPct val="0"/>
              </a:spcAft>
              <a:buFont typeface="Arial" charset="0"/>
              <a:buChar char="•"/>
              <a:defRPr sz="16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Lucida Grande" charset="0"/>
              <a:buNone/>
            </a:pPr>
            <a:r>
              <a:rPr lang="en-US" sz="2200" b="1"/>
              <a:t>Positive impact will mainly be accrued by AVs owners while negative impact are more pronounced on transport-disadvantaged individuals. </a:t>
            </a:r>
          </a:p>
        </p:txBody>
      </p:sp>
      <p:grpSp>
        <p:nvGrpSpPr>
          <p:cNvPr id="9" name="Group 8">
            <a:extLst>
              <a:ext uri="{FF2B5EF4-FFF2-40B4-BE49-F238E27FC236}">
                <a16:creationId xmlns:a16="http://schemas.microsoft.com/office/drawing/2014/main" id="{E423D0C1-8F9C-4B20-BCB5-49A18C34412C}"/>
              </a:ext>
            </a:extLst>
          </p:cNvPr>
          <p:cNvGrpSpPr>
            <a:grpSpLocks/>
          </p:cNvGrpSpPr>
          <p:nvPr/>
        </p:nvGrpSpPr>
        <p:grpSpPr>
          <a:xfrm>
            <a:off x="7993561" y="895537"/>
            <a:ext cx="2441187" cy="1226682"/>
            <a:chOff x="4937323" y="320328"/>
            <a:chExt cx="2317353" cy="1164456"/>
          </a:xfrm>
        </p:grpSpPr>
        <p:pic>
          <p:nvPicPr>
            <p:cNvPr id="10" name="Graphic 9" descr="Boy in a wheelchair">
              <a:extLst>
                <a:ext uri="{FF2B5EF4-FFF2-40B4-BE49-F238E27FC236}">
                  <a16:creationId xmlns:a16="http://schemas.microsoft.com/office/drawing/2014/main" id="{B22DD5AE-22C1-13EE-1186-758EE851108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6200382" y="567474"/>
              <a:ext cx="712520" cy="827358"/>
            </a:xfrm>
            <a:prstGeom prst="rect">
              <a:avLst/>
            </a:prstGeom>
          </p:spPr>
        </p:pic>
        <p:pic>
          <p:nvPicPr>
            <p:cNvPr id="11" name="Graphic 10" descr="Blind man wearing sunglasses">
              <a:extLst>
                <a:ext uri="{FF2B5EF4-FFF2-40B4-BE49-F238E27FC236}">
                  <a16:creationId xmlns:a16="http://schemas.microsoft.com/office/drawing/2014/main" id="{106CE30C-BFD1-9E5B-6A06-8EC926C09A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14744" y="330510"/>
              <a:ext cx="582829" cy="1152000"/>
            </a:xfrm>
            <a:prstGeom prst="rect">
              <a:avLst/>
            </a:prstGeom>
          </p:spPr>
        </p:pic>
        <p:pic>
          <p:nvPicPr>
            <p:cNvPr id="12" name="Graphic 11" descr="Blind woman using stick">
              <a:extLst>
                <a:ext uri="{FF2B5EF4-FFF2-40B4-BE49-F238E27FC236}">
                  <a16:creationId xmlns:a16="http://schemas.microsoft.com/office/drawing/2014/main" id="{CECAA070-D3F2-B73C-3FCC-94D63D6CB6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99229" y="332784"/>
              <a:ext cx="380959" cy="1152000"/>
            </a:xfrm>
            <a:prstGeom prst="rect">
              <a:avLst/>
            </a:prstGeom>
          </p:spPr>
        </p:pic>
        <p:pic>
          <p:nvPicPr>
            <p:cNvPr id="13" name="Graphic 12" descr="Old man wearing jacket">
              <a:extLst>
                <a:ext uri="{FF2B5EF4-FFF2-40B4-BE49-F238E27FC236}">
                  <a16:creationId xmlns:a16="http://schemas.microsoft.com/office/drawing/2014/main" id="{7296D18F-A33C-412C-F3AA-3B12B5AC815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6032129" y="355922"/>
              <a:ext cx="333697" cy="1038909"/>
            </a:xfrm>
            <a:prstGeom prst="rect">
              <a:avLst/>
            </a:prstGeom>
          </p:spPr>
        </p:pic>
        <p:pic>
          <p:nvPicPr>
            <p:cNvPr id="14" name="Graphic 13" descr="Old man using cane">
              <a:extLst>
                <a:ext uri="{FF2B5EF4-FFF2-40B4-BE49-F238E27FC236}">
                  <a16:creationId xmlns:a16="http://schemas.microsoft.com/office/drawing/2014/main" id="{3151211F-AD7D-3B1F-E594-DB3AAC1EB7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flipH="1">
              <a:off x="6747457" y="320328"/>
              <a:ext cx="507219" cy="1074504"/>
            </a:xfrm>
            <a:prstGeom prst="rect">
              <a:avLst/>
            </a:prstGeom>
          </p:spPr>
        </p:pic>
        <p:pic>
          <p:nvPicPr>
            <p:cNvPr id="15" name="Graphic 14" descr="Woman in a wheelchair">
              <a:extLst>
                <a:ext uri="{FF2B5EF4-FFF2-40B4-BE49-F238E27FC236}">
                  <a16:creationId xmlns:a16="http://schemas.microsoft.com/office/drawing/2014/main" id="{0BC3FCFB-CEF0-D615-8ED3-150A3F9A3BE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37323" y="567264"/>
              <a:ext cx="627350" cy="827568"/>
            </a:xfrm>
            <a:prstGeom prst="rect">
              <a:avLst/>
            </a:prstGeom>
          </p:spPr>
        </p:pic>
      </p:grpSp>
      <p:sp>
        <p:nvSpPr>
          <p:cNvPr id="45" name="Speech Bubble: Rectangle with Corners Rounded 44">
            <a:extLst>
              <a:ext uri="{FF2B5EF4-FFF2-40B4-BE49-F238E27FC236}">
                <a16:creationId xmlns:a16="http://schemas.microsoft.com/office/drawing/2014/main" id="{2BBEC30F-48C3-C40F-6E32-451B3624DDD5}"/>
              </a:ext>
            </a:extLst>
          </p:cNvPr>
          <p:cNvSpPr>
            <a:spLocks/>
          </p:cNvSpPr>
          <p:nvPr/>
        </p:nvSpPr>
        <p:spPr>
          <a:xfrm>
            <a:off x="10223964" y="464564"/>
            <a:ext cx="1830230" cy="439546"/>
          </a:xfrm>
          <a:prstGeom prst="wedgeRoundRectCallout">
            <a:avLst>
              <a:gd name="adj1" fmla="val -37487"/>
              <a:gd name="adj2" fmla="val 72429"/>
              <a:gd name="adj3" fmla="val 16667"/>
            </a:avLst>
          </a:prstGeom>
          <a:solidFill>
            <a:schemeClr val="tx2">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100">
                <a:latin typeface="Tw Cen MT" panose="020B0602020104020603" pitchFamily="34" charset="0"/>
              </a:rPr>
              <a:t>Less affluent</a:t>
            </a:r>
          </a:p>
        </p:txBody>
      </p:sp>
      <p:sp>
        <p:nvSpPr>
          <p:cNvPr id="46" name="Speech Bubble: Rectangle with Corners Rounded 45">
            <a:extLst>
              <a:ext uri="{FF2B5EF4-FFF2-40B4-BE49-F238E27FC236}">
                <a16:creationId xmlns:a16="http://schemas.microsoft.com/office/drawing/2014/main" id="{AF640F94-AB5A-FC94-515D-124116EB373E}"/>
              </a:ext>
            </a:extLst>
          </p:cNvPr>
          <p:cNvSpPr>
            <a:spLocks/>
          </p:cNvSpPr>
          <p:nvPr/>
        </p:nvSpPr>
        <p:spPr>
          <a:xfrm flipH="1">
            <a:off x="6377510" y="464564"/>
            <a:ext cx="1830230" cy="439546"/>
          </a:xfrm>
          <a:prstGeom prst="wedgeRoundRectCallout">
            <a:avLst>
              <a:gd name="adj1" fmla="val -48311"/>
              <a:gd name="adj2" fmla="val 77845"/>
              <a:gd name="adj3" fmla="val 16667"/>
            </a:avLst>
          </a:prstGeom>
          <a:solidFill>
            <a:schemeClr val="tx2">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100">
                <a:latin typeface="Tw Cen MT" panose="020B0602020104020603" pitchFamily="34" charset="0"/>
              </a:rPr>
              <a:t>Less inclined toward new technology</a:t>
            </a:r>
          </a:p>
        </p:txBody>
      </p:sp>
      <p:sp>
        <p:nvSpPr>
          <p:cNvPr id="47" name="Speech Bubble: Rectangle with Corners Rounded 46">
            <a:extLst>
              <a:ext uri="{FF2B5EF4-FFF2-40B4-BE49-F238E27FC236}">
                <a16:creationId xmlns:a16="http://schemas.microsoft.com/office/drawing/2014/main" id="{F3D2B9B6-BD07-E822-3CB4-DE0BB9AFC440}"/>
              </a:ext>
            </a:extLst>
          </p:cNvPr>
          <p:cNvSpPr>
            <a:spLocks/>
          </p:cNvSpPr>
          <p:nvPr/>
        </p:nvSpPr>
        <p:spPr>
          <a:xfrm flipH="1">
            <a:off x="6377510" y="2279019"/>
            <a:ext cx="1830230" cy="439546"/>
          </a:xfrm>
          <a:prstGeom prst="wedgeRoundRectCallout">
            <a:avLst>
              <a:gd name="adj1" fmla="val -47062"/>
              <a:gd name="adj2" fmla="val -97249"/>
              <a:gd name="adj3" fmla="val 16667"/>
            </a:avLst>
          </a:prstGeom>
          <a:solidFill>
            <a:schemeClr val="tx2">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100">
                <a:latin typeface="Tw Cen MT" panose="020B0602020104020603" pitchFamily="34" charset="0"/>
              </a:rPr>
              <a:t>High risk of TRSE</a:t>
            </a:r>
          </a:p>
        </p:txBody>
      </p:sp>
      <p:sp>
        <p:nvSpPr>
          <p:cNvPr id="48" name="Speech Bubble: Rectangle with Corners Rounded 47">
            <a:extLst>
              <a:ext uri="{FF2B5EF4-FFF2-40B4-BE49-F238E27FC236}">
                <a16:creationId xmlns:a16="http://schemas.microsoft.com/office/drawing/2014/main" id="{66B83DDA-C2AF-81C1-FBAF-AAFA98D9A880}"/>
              </a:ext>
            </a:extLst>
          </p:cNvPr>
          <p:cNvSpPr>
            <a:spLocks/>
          </p:cNvSpPr>
          <p:nvPr/>
        </p:nvSpPr>
        <p:spPr>
          <a:xfrm>
            <a:off x="10223964" y="2279019"/>
            <a:ext cx="1830230" cy="439546"/>
          </a:xfrm>
          <a:prstGeom prst="wedgeRoundRectCallout">
            <a:avLst>
              <a:gd name="adj1" fmla="val -47062"/>
              <a:gd name="adj2" fmla="val -97249"/>
              <a:gd name="adj3" fmla="val 16667"/>
            </a:avLst>
          </a:prstGeom>
          <a:solidFill>
            <a:schemeClr val="tx2">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100">
                <a:latin typeface="Tw Cen MT" panose="020B0602020104020603" pitchFamily="34" charset="0"/>
              </a:rPr>
              <a:t>Habitual travel choice</a:t>
            </a:r>
          </a:p>
        </p:txBody>
      </p:sp>
      <p:graphicFrame>
        <p:nvGraphicFramePr>
          <p:cNvPr id="57" name="Diagram 56">
            <a:extLst>
              <a:ext uri="{FF2B5EF4-FFF2-40B4-BE49-F238E27FC236}">
                <a16:creationId xmlns:a16="http://schemas.microsoft.com/office/drawing/2014/main" id="{147FDA92-D950-0FE9-5DC6-AAA664EF7385}"/>
              </a:ext>
            </a:extLst>
          </p:cNvPr>
          <p:cNvGraphicFramePr/>
          <p:nvPr>
            <p:extLst>
              <p:ext uri="{D42A27DB-BD31-4B8C-83A1-F6EECF244321}">
                <p14:modId xmlns:p14="http://schemas.microsoft.com/office/powerpoint/2010/main" val="306781126"/>
              </p:ext>
            </p:extLst>
          </p:nvPr>
        </p:nvGraphicFramePr>
        <p:xfrm>
          <a:off x="531813" y="2874689"/>
          <a:ext cx="5523318" cy="3682212"/>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grpSp>
        <p:nvGrpSpPr>
          <p:cNvPr id="17" name="Group 16">
            <a:extLst>
              <a:ext uri="{FF2B5EF4-FFF2-40B4-BE49-F238E27FC236}">
                <a16:creationId xmlns:a16="http://schemas.microsoft.com/office/drawing/2014/main" id="{E0FF2D21-6977-1023-75D5-C27F09461DA3}"/>
              </a:ext>
            </a:extLst>
          </p:cNvPr>
          <p:cNvGrpSpPr/>
          <p:nvPr/>
        </p:nvGrpSpPr>
        <p:grpSpPr>
          <a:xfrm>
            <a:off x="8358944" y="4216586"/>
            <a:ext cx="1814155" cy="2046045"/>
            <a:chOff x="7401697" y="4216586"/>
            <a:chExt cx="1814155" cy="2046045"/>
          </a:xfrm>
        </p:grpSpPr>
        <p:pic>
          <p:nvPicPr>
            <p:cNvPr id="18" name="Picture 17">
              <a:extLst>
                <a:ext uri="{FF2B5EF4-FFF2-40B4-BE49-F238E27FC236}">
                  <a16:creationId xmlns:a16="http://schemas.microsoft.com/office/drawing/2014/main" id="{26E7E324-AAAC-FE0A-6E84-060A31127BD8}"/>
                </a:ext>
              </a:extLst>
            </p:cNvPr>
            <p:cNvPicPr>
              <a:picLocks noChangeAspect="1"/>
            </p:cNvPicPr>
            <p:nvPr/>
          </p:nvPicPr>
          <p:blipFill>
            <a:blip r:embed="rId15">
              <a:extLst>
                <a:ext uri="{BEBA8EAE-BF5A-486C-A8C5-ECC9F3942E4B}">
                  <a14:imgProps xmlns:a14="http://schemas.microsoft.com/office/drawing/2010/main">
                    <a14:imgLayer r:embed="rId16">
                      <a14:imgEffect>
                        <a14:colorTemperature colorTemp="8800"/>
                      </a14:imgEffect>
                    </a14:imgLayer>
                  </a14:imgProps>
                </a:ext>
              </a:extLst>
            </a:blip>
            <a:stretch>
              <a:fillRect/>
            </a:stretch>
          </p:blipFill>
          <p:spPr>
            <a:xfrm>
              <a:off x="7554839" y="4216586"/>
              <a:ext cx="1463883" cy="2046045"/>
            </a:xfrm>
            <a:prstGeom prst="rect">
              <a:avLst/>
            </a:prstGeom>
          </p:spPr>
        </p:pic>
        <p:sp>
          <p:nvSpPr>
            <p:cNvPr id="22" name="TextBox 21">
              <a:extLst>
                <a:ext uri="{FF2B5EF4-FFF2-40B4-BE49-F238E27FC236}">
                  <a16:creationId xmlns:a16="http://schemas.microsoft.com/office/drawing/2014/main" id="{C4C5C573-2598-8A83-5EDA-10165612ABFF}"/>
                </a:ext>
              </a:extLst>
            </p:cNvPr>
            <p:cNvSpPr txBox="1"/>
            <p:nvPr/>
          </p:nvSpPr>
          <p:spPr>
            <a:xfrm>
              <a:off x="7401697" y="4904626"/>
              <a:ext cx="871998" cy="209900"/>
            </a:xfrm>
            <a:prstGeom prst="rect">
              <a:avLst/>
            </a:prstGeom>
            <a:noFill/>
          </p:spPr>
          <p:txBody>
            <a:bodyPr wrap="square">
              <a:spAutoFit/>
            </a:bodyPr>
            <a:lstStyle/>
            <a:p>
              <a:pPr algn="ctr"/>
              <a:r>
                <a:rPr lang="en-AU" sz="1100" b="1">
                  <a:solidFill>
                    <a:srgbClr val="00B050"/>
                  </a:solidFill>
                  <a:latin typeface="Tw Cen MT" panose="020B0602020104020603" pitchFamily="34" charset="0"/>
                </a:rPr>
                <a:t>Positive Impact</a:t>
              </a:r>
            </a:p>
          </p:txBody>
        </p:sp>
        <p:sp>
          <p:nvSpPr>
            <p:cNvPr id="23" name="TextBox 22">
              <a:extLst>
                <a:ext uri="{FF2B5EF4-FFF2-40B4-BE49-F238E27FC236}">
                  <a16:creationId xmlns:a16="http://schemas.microsoft.com/office/drawing/2014/main" id="{85CBF410-7B64-DAB4-A501-31F3D49AF96E}"/>
                </a:ext>
              </a:extLst>
            </p:cNvPr>
            <p:cNvSpPr txBox="1"/>
            <p:nvPr/>
          </p:nvSpPr>
          <p:spPr>
            <a:xfrm>
              <a:off x="8343854" y="5431306"/>
              <a:ext cx="871998" cy="430887"/>
            </a:xfrm>
            <a:prstGeom prst="rect">
              <a:avLst/>
            </a:prstGeom>
            <a:noFill/>
          </p:spPr>
          <p:txBody>
            <a:bodyPr wrap="square">
              <a:spAutoFit/>
            </a:bodyPr>
            <a:lstStyle/>
            <a:p>
              <a:pPr algn="ctr"/>
              <a:r>
                <a:rPr lang="en-AU" sz="1100" b="1">
                  <a:solidFill>
                    <a:srgbClr val="FF0000"/>
                  </a:solidFill>
                  <a:latin typeface="Tw Cen MT" panose="020B0602020104020603" pitchFamily="34" charset="0"/>
                </a:rPr>
                <a:t>Negative Impact</a:t>
              </a:r>
            </a:p>
          </p:txBody>
        </p:sp>
      </p:grpSp>
      <p:grpSp>
        <p:nvGrpSpPr>
          <p:cNvPr id="19" name="Group 18">
            <a:extLst>
              <a:ext uri="{FF2B5EF4-FFF2-40B4-BE49-F238E27FC236}">
                <a16:creationId xmlns:a16="http://schemas.microsoft.com/office/drawing/2014/main" id="{AF3E7E17-8632-99C0-286F-9A6312FCA470}"/>
              </a:ext>
            </a:extLst>
          </p:cNvPr>
          <p:cNvGrpSpPr/>
          <p:nvPr/>
        </p:nvGrpSpPr>
        <p:grpSpPr>
          <a:xfrm>
            <a:off x="8375395" y="4216586"/>
            <a:ext cx="1801070" cy="2046045"/>
            <a:chOff x="9322544" y="4216586"/>
            <a:chExt cx="1801070" cy="2046045"/>
          </a:xfrm>
        </p:grpSpPr>
        <p:pic>
          <p:nvPicPr>
            <p:cNvPr id="4" name="Picture 3">
              <a:extLst>
                <a:ext uri="{FF2B5EF4-FFF2-40B4-BE49-F238E27FC236}">
                  <a16:creationId xmlns:a16="http://schemas.microsoft.com/office/drawing/2014/main" id="{CC4E3E36-E6B0-3F2D-6E52-BCB0913D352F}"/>
                </a:ext>
              </a:extLst>
            </p:cNvPr>
            <p:cNvPicPr>
              <a:picLocks noChangeAspect="1"/>
            </p:cNvPicPr>
            <p:nvPr/>
          </p:nvPicPr>
          <p:blipFill>
            <a:blip r:embed="rId15">
              <a:alphaModFix/>
              <a:extLst>
                <a:ext uri="{BEBA8EAE-BF5A-486C-A8C5-ECC9F3942E4B}">
                  <a14:imgProps xmlns:a14="http://schemas.microsoft.com/office/drawing/2010/main">
                    <a14:imgLayer r:embed="rId16">
                      <a14:imgEffect>
                        <a14:colorTemperature colorTemp="8800"/>
                      </a14:imgEffect>
                    </a14:imgLayer>
                  </a14:imgProps>
                </a:ext>
              </a:extLst>
            </a:blip>
            <a:stretch>
              <a:fillRect/>
            </a:stretch>
          </p:blipFill>
          <p:spPr>
            <a:xfrm flipH="1">
              <a:off x="9462601" y="4216586"/>
              <a:ext cx="1463882" cy="2046045"/>
            </a:xfrm>
            <a:prstGeom prst="rect">
              <a:avLst/>
            </a:prstGeom>
          </p:spPr>
        </p:pic>
        <p:sp>
          <p:nvSpPr>
            <p:cNvPr id="5" name="TextBox 4">
              <a:extLst>
                <a:ext uri="{FF2B5EF4-FFF2-40B4-BE49-F238E27FC236}">
                  <a16:creationId xmlns:a16="http://schemas.microsoft.com/office/drawing/2014/main" id="{1E761A7E-E9FA-E460-5FFA-58EE9ADAC119}"/>
                </a:ext>
              </a:extLst>
            </p:cNvPr>
            <p:cNvSpPr txBox="1"/>
            <p:nvPr/>
          </p:nvSpPr>
          <p:spPr>
            <a:xfrm>
              <a:off x="10251616" y="4904626"/>
              <a:ext cx="871998" cy="430887"/>
            </a:xfrm>
            <a:prstGeom prst="rect">
              <a:avLst/>
            </a:prstGeom>
            <a:noFill/>
          </p:spPr>
          <p:txBody>
            <a:bodyPr wrap="square">
              <a:spAutoFit/>
            </a:bodyPr>
            <a:lstStyle/>
            <a:p>
              <a:pPr algn="ctr"/>
              <a:r>
                <a:rPr lang="en-AU" sz="1100" b="1">
                  <a:solidFill>
                    <a:srgbClr val="FF0000"/>
                  </a:solidFill>
                  <a:latin typeface="Tw Cen MT" panose="020B0602020104020603" pitchFamily="34" charset="0"/>
                </a:rPr>
                <a:t>Negative Impact</a:t>
              </a:r>
            </a:p>
          </p:txBody>
        </p:sp>
        <p:sp>
          <p:nvSpPr>
            <p:cNvPr id="6" name="TextBox 5">
              <a:extLst>
                <a:ext uri="{FF2B5EF4-FFF2-40B4-BE49-F238E27FC236}">
                  <a16:creationId xmlns:a16="http://schemas.microsoft.com/office/drawing/2014/main" id="{A0D8561B-C376-095F-C8E6-505EED0CD5A0}"/>
                </a:ext>
              </a:extLst>
            </p:cNvPr>
            <p:cNvSpPr txBox="1"/>
            <p:nvPr/>
          </p:nvSpPr>
          <p:spPr>
            <a:xfrm>
              <a:off x="9322544" y="5431306"/>
              <a:ext cx="871998" cy="430887"/>
            </a:xfrm>
            <a:prstGeom prst="rect">
              <a:avLst/>
            </a:prstGeom>
            <a:noFill/>
          </p:spPr>
          <p:txBody>
            <a:bodyPr wrap="square">
              <a:spAutoFit/>
            </a:bodyPr>
            <a:lstStyle/>
            <a:p>
              <a:pPr algn="ctr"/>
              <a:r>
                <a:rPr lang="en-AU" sz="1100" b="1">
                  <a:solidFill>
                    <a:srgbClr val="00B050"/>
                  </a:solidFill>
                  <a:latin typeface="Tw Cen MT" panose="020B0602020104020603" pitchFamily="34" charset="0"/>
                </a:rPr>
                <a:t>Positive Impact</a:t>
              </a:r>
            </a:p>
          </p:txBody>
        </p:sp>
      </p:grpSp>
      <p:sp>
        <p:nvSpPr>
          <p:cNvPr id="3" name="TextBox 2">
            <a:extLst>
              <a:ext uri="{FF2B5EF4-FFF2-40B4-BE49-F238E27FC236}">
                <a16:creationId xmlns:a16="http://schemas.microsoft.com/office/drawing/2014/main" id="{AFD6AB0C-FA26-AB85-1174-1DE34203FB4D}"/>
              </a:ext>
            </a:extLst>
          </p:cNvPr>
          <p:cNvSpPr txBox="1"/>
          <p:nvPr/>
        </p:nvSpPr>
        <p:spPr>
          <a:xfrm>
            <a:off x="8359320" y="6295291"/>
            <a:ext cx="1813403" cy="261610"/>
          </a:xfrm>
          <a:prstGeom prst="rect">
            <a:avLst/>
          </a:prstGeom>
          <a:noFill/>
        </p:spPr>
        <p:txBody>
          <a:bodyPr wrap="square">
            <a:spAutoFit/>
          </a:bodyPr>
          <a:lstStyle/>
          <a:p>
            <a:pPr algn="ctr"/>
            <a:r>
              <a:rPr lang="en-AU" sz="1100" b="1" dirty="0">
                <a:solidFill>
                  <a:schemeClr val="bg1"/>
                </a:solidFill>
                <a:latin typeface="Tw Cen MT" panose="020B0602020104020603" pitchFamily="34" charset="0"/>
              </a:rPr>
              <a:t>Possible Future </a:t>
            </a:r>
          </a:p>
        </p:txBody>
      </p:sp>
    </p:spTree>
    <p:extLst>
      <p:ext uri="{BB962C8B-B14F-4D97-AF65-F5344CB8AC3E}">
        <p14:creationId xmlns:p14="http://schemas.microsoft.com/office/powerpoint/2010/main" val="690698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7"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p:txBody>
          <a:bodyPr/>
          <a:lstStyle/>
          <a:p>
            <a:r>
              <a:rPr lang="en-AU" sz="2800">
                <a:solidFill>
                  <a:srgbClr val="1F487C"/>
                </a:solidFill>
              </a:rPr>
              <a:t>Aim and Objectives</a:t>
            </a:r>
          </a:p>
        </p:txBody>
      </p:sp>
      <p:sp>
        <p:nvSpPr>
          <p:cNvPr id="3" name="Content Placeholder 2">
            <a:extLst>
              <a:ext uri="{FF2B5EF4-FFF2-40B4-BE49-F238E27FC236}">
                <a16:creationId xmlns:a16="http://schemas.microsoft.com/office/drawing/2014/main" id="{7FFE9A8E-669D-4866-2DD7-34E78B111A0D}"/>
              </a:ext>
            </a:extLst>
          </p:cNvPr>
          <p:cNvSpPr>
            <a:spLocks noGrp="1"/>
          </p:cNvSpPr>
          <p:nvPr>
            <p:ph idx="1"/>
          </p:nvPr>
        </p:nvSpPr>
        <p:spPr>
          <a:xfrm>
            <a:off x="609600" y="1358901"/>
            <a:ext cx="10972800" cy="4767263"/>
          </a:xfrm>
        </p:spPr>
        <p:txBody>
          <a:bodyPr/>
          <a:lstStyle/>
          <a:p>
            <a:pPr marL="0" indent="0">
              <a:buNone/>
            </a:pPr>
            <a:r>
              <a:rPr lang="en-AU" sz="2200" b="1"/>
              <a:t>Aim</a:t>
            </a:r>
          </a:p>
          <a:p>
            <a:pPr marL="0" indent="0">
              <a:buNone/>
            </a:pPr>
            <a:r>
              <a:rPr lang="en-AU" sz="1900"/>
              <a:t>To understand transport-disadvantaged individuals’ potential change in </a:t>
            </a:r>
            <a:r>
              <a:rPr lang="en-AU" sz="1900" b="1">
                <a:solidFill>
                  <a:srgbClr val="00B0F0"/>
                </a:solidFill>
              </a:rPr>
              <a:t>travel behaviour </a:t>
            </a:r>
            <a:r>
              <a:rPr lang="en-AU" sz="1900"/>
              <a:t>in the AV era as well as how those changes influence </a:t>
            </a:r>
            <a:r>
              <a:rPr lang="en-AU" sz="1900" b="1">
                <a:solidFill>
                  <a:srgbClr val="00B0F0"/>
                </a:solidFill>
              </a:rPr>
              <a:t>accessibility</a:t>
            </a:r>
            <a:r>
              <a:rPr lang="en-AU" sz="1900"/>
              <a:t> as a whole. </a:t>
            </a:r>
          </a:p>
          <a:p>
            <a:pPr marL="0" indent="0">
              <a:buNone/>
            </a:pPr>
            <a:endParaRPr lang="en-AU"/>
          </a:p>
        </p:txBody>
      </p:sp>
      <p:graphicFrame>
        <p:nvGraphicFramePr>
          <p:cNvPr id="6" name="Diagram 5">
            <a:extLst>
              <a:ext uri="{FF2B5EF4-FFF2-40B4-BE49-F238E27FC236}">
                <a16:creationId xmlns:a16="http://schemas.microsoft.com/office/drawing/2014/main" id="{AAE43F2B-2673-7CAD-CEA0-5917814530B4}"/>
              </a:ext>
            </a:extLst>
          </p:cNvPr>
          <p:cNvGraphicFramePr/>
          <p:nvPr>
            <p:extLst>
              <p:ext uri="{D42A27DB-BD31-4B8C-83A1-F6EECF244321}">
                <p14:modId xmlns:p14="http://schemas.microsoft.com/office/powerpoint/2010/main" val="598248938"/>
              </p:ext>
            </p:extLst>
          </p:nvPr>
        </p:nvGraphicFramePr>
        <p:xfrm>
          <a:off x="609600" y="2446655"/>
          <a:ext cx="10972800" cy="2016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4" name="Group 13">
            <a:extLst>
              <a:ext uri="{FF2B5EF4-FFF2-40B4-BE49-F238E27FC236}">
                <a16:creationId xmlns:a16="http://schemas.microsoft.com/office/drawing/2014/main" id="{5D2A9B2C-2133-D9B0-085F-4BF29A6A2C0D}"/>
              </a:ext>
            </a:extLst>
          </p:cNvPr>
          <p:cNvGrpSpPr/>
          <p:nvPr/>
        </p:nvGrpSpPr>
        <p:grpSpPr>
          <a:xfrm>
            <a:off x="609600" y="4561205"/>
            <a:ext cx="10972800" cy="1871345"/>
            <a:chOff x="609600" y="4561205"/>
            <a:chExt cx="10972800" cy="1871345"/>
          </a:xfrm>
          <a:solidFill>
            <a:srgbClr val="1F487C"/>
          </a:solidFill>
          <a:effectLst>
            <a:outerShdw blurRad="50800" dist="38100" dir="5400000" algn="t" rotWithShape="0">
              <a:prstClr val="black">
                <a:alpha val="40000"/>
              </a:prstClr>
            </a:outerShdw>
          </a:effectLst>
        </p:grpSpPr>
        <p:sp>
          <p:nvSpPr>
            <p:cNvPr id="7" name="Arrow: Down 6">
              <a:extLst>
                <a:ext uri="{FF2B5EF4-FFF2-40B4-BE49-F238E27FC236}">
                  <a16:creationId xmlns:a16="http://schemas.microsoft.com/office/drawing/2014/main" id="{49D9DE6D-D55F-BB6F-553B-10A09D858E37}"/>
                </a:ext>
              </a:extLst>
            </p:cNvPr>
            <p:cNvSpPr/>
            <p:nvPr/>
          </p:nvSpPr>
          <p:spPr>
            <a:xfrm>
              <a:off x="2103320" y="4561205"/>
              <a:ext cx="507600" cy="507999"/>
            </a:xfrm>
            <a:prstGeom prst="downArrow">
              <a:avLst/>
            </a:prstGeom>
            <a:solidFill>
              <a:srgbClr val="CCCF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500"/>
            </a:p>
          </p:txBody>
        </p:sp>
        <p:sp>
          <p:nvSpPr>
            <p:cNvPr id="8" name="Rectangle: Rounded Corners 7">
              <a:extLst>
                <a:ext uri="{FF2B5EF4-FFF2-40B4-BE49-F238E27FC236}">
                  <a16:creationId xmlns:a16="http://schemas.microsoft.com/office/drawing/2014/main" id="{7954B6FF-27D1-FEC9-BC11-8664D74001C6}"/>
                </a:ext>
              </a:extLst>
            </p:cNvPr>
            <p:cNvSpPr/>
            <p:nvPr/>
          </p:nvSpPr>
          <p:spPr>
            <a:xfrm>
              <a:off x="609600" y="5167630"/>
              <a:ext cx="3482340" cy="1264920"/>
            </a:xfrm>
            <a:prstGeom prst="round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a:latin typeface="Tw Cen MT" panose="020B0602020104020603" pitchFamily="34" charset="0"/>
                </a:rPr>
                <a:t>Study 1: Investigation of potential changes in travel and activity frequencies of transport-disadvantaged people</a:t>
              </a:r>
            </a:p>
          </p:txBody>
        </p:sp>
        <p:sp>
          <p:nvSpPr>
            <p:cNvPr id="9" name="Arrow: Down 8">
              <a:extLst>
                <a:ext uri="{FF2B5EF4-FFF2-40B4-BE49-F238E27FC236}">
                  <a16:creationId xmlns:a16="http://schemas.microsoft.com/office/drawing/2014/main" id="{5C3B5E9D-0991-3D25-AB14-62DA24A45FD2}"/>
                </a:ext>
              </a:extLst>
            </p:cNvPr>
            <p:cNvSpPr/>
            <p:nvPr/>
          </p:nvSpPr>
          <p:spPr>
            <a:xfrm>
              <a:off x="5847280" y="4561205"/>
              <a:ext cx="507600" cy="507999"/>
            </a:xfrm>
            <a:prstGeom prst="downArrow">
              <a:avLst/>
            </a:prstGeom>
            <a:solidFill>
              <a:srgbClr val="CCCF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500"/>
            </a:p>
          </p:txBody>
        </p:sp>
        <p:sp>
          <p:nvSpPr>
            <p:cNvPr id="11" name="Arrow: Down 10">
              <a:extLst>
                <a:ext uri="{FF2B5EF4-FFF2-40B4-BE49-F238E27FC236}">
                  <a16:creationId xmlns:a16="http://schemas.microsoft.com/office/drawing/2014/main" id="{FA24A221-C12B-B365-8E1E-A34625513487}"/>
                </a:ext>
              </a:extLst>
            </p:cNvPr>
            <p:cNvSpPr/>
            <p:nvPr/>
          </p:nvSpPr>
          <p:spPr>
            <a:xfrm>
              <a:off x="9591240" y="4561205"/>
              <a:ext cx="507600" cy="507999"/>
            </a:xfrm>
            <a:prstGeom prst="downArrow">
              <a:avLst/>
            </a:prstGeom>
            <a:solidFill>
              <a:srgbClr val="CCCF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500"/>
            </a:p>
          </p:txBody>
        </p:sp>
        <p:sp>
          <p:nvSpPr>
            <p:cNvPr id="12" name="Rectangle: Rounded Corners 11">
              <a:extLst>
                <a:ext uri="{FF2B5EF4-FFF2-40B4-BE49-F238E27FC236}">
                  <a16:creationId xmlns:a16="http://schemas.microsoft.com/office/drawing/2014/main" id="{4CA8D67A-C968-52AB-A94D-0246A209A51D}"/>
                </a:ext>
              </a:extLst>
            </p:cNvPr>
            <p:cNvSpPr/>
            <p:nvPr/>
          </p:nvSpPr>
          <p:spPr>
            <a:xfrm>
              <a:off x="4354830" y="5167630"/>
              <a:ext cx="3482340" cy="1264920"/>
            </a:xfrm>
            <a:prstGeom prst="round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a:latin typeface="Tw Cen MT" panose="020B0602020104020603" pitchFamily="34" charset="0"/>
                </a:rPr>
                <a:t>Study 2: Analysing Mode Choices of Transport-disadvantaged people</a:t>
              </a:r>
            </a:p>
          </p:txBody>
        </p:sp>
        <p:sp>
          <p:nvSpPr>
            <p:cNvPr id="13" name="Rectangle: Rounded Corners 12">
              <a:extLst>
                <a:ext uri="{FF2B5EF4-FFF2-40B4-BE49-F238E27FC236}">
                  <a16:creationId xmlns:a16="http://schemas.microsoft.com/office/drawing/2014/main" id="{A1126A07-98A3-5BDC-FBB5-0BF4A87BAE5C}"/>
                </a:ext>
              </a:extLst>
            </p:cNvPr>
            <p:cNvSpPr/>
            <p:nvPr/>
          </p:nvSpPr>
          <p:spPr>
            <a:xfrm>
              <a:off x="8100060" y="5167630"/>
              <a:ext cx="3482340" cy="1264920"/>
            </a:xfrm>
            <a:prstGeom prst="round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a:latin typeface="Tw Cen MT" panose="020B0602020104020603" pitchFamily="34" charset="0"/>
                </a:rPr>
                <a:t>Study 3: Evaluation of Potential Impact of AVs on Accessibility and TRSE</a:t>
              </a:r>
            </a:p>
          </p:txBody>
        </p:sp>
      </p:grpSp>
    </p:spTree>
    <p:extLst>
      <p:ext uri="{BB962C8B-B14F-4D97-AF65-F5344CB8AC3E}">
        <p14:creationId xmlns:p14="http://schemas.microsoft.com/office/powerpoint/2010/main" val="1482928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448C5-CD3D-B595-0EFB-3F65B9FAFD9C}"/>
              </a:ext>
            </a:extLst>
          </p:cNvPr>
          <p:cNvSpPr>
            <a:spLocks noGrp="1"/>
          </p:cNvSpPr>
          <p:nvPr>
            <p:ph type="title"/>
          </p:nvPr>
        </p:nvSpPr>
        <p:spPr/>
        <p:txBody>
          <a:bodyPr/>
          <a:lstStyle/>
          <a:p>
            <a:r>
              <a:rPr lang="en-AU"/>
              <a:t>Study 1</a:t>
            </a:r>
          </a:p>
        </p:txBody>
      </p:sp>
      <p:sp>
        <p:nvSpPr>
          <p:cNvPr id="3" name="Text Placeholder 2">
            <a:extLst>
              <a:ext uri="{FF2B5EF4-FFF2-40B4-BE49-F238E27FC236}">
                <a16:creationId xmlns:a16="http://schemas.microsoft.com/office/drawing/2014/main" id="{73403D2D-AF6A-7DDE-FAAD-477C9F216677}"/>
              </a:ext>
            </a:extLst>
          </p:cNvPr>
          <p:cNvSpPr>
            <a:spLocks noGrp="1"/>
          </p:cNvSpPr>
          <p:nvPr>
            <p:ph type="body" sz="quarter" idx="11"/>
          </p:nvPr>
        </p:nvSpPr>
        <p:spPr/>
        <p:txBody>
          <a:bodyPr>
            <a:normAutofit fontScale="92500" lnSpcReduction="20000"/>
          </a:bodyPr>
          <a:lstStyle/>
          <a:p>
            <a:r>
              <a:rPr lang="en-AU">
                <a:solidFill>
                  <a:schemeClr val="bg1"/>
                </a:solidFill>
                <a:latin typeface="Tw Cen MT" panose="020B0602020104020603" pitchFamily="34" charset="0"/>
              </a:rPr>
              <a:t>Investigation of potential changes in travel and activity frequencies of transport-disadvantaged people</a:t>
            </a:r>
            <a:endParaRPr lang="en-AU">
              <a:solidFill>
                <a:schemeClr val="bg1"/>
              </a:solidFill>
            </a:endParaRPr>
          </a:p>
        </p:txBody>
      </p:sp>
      <p:pic>
        <p:nvPicPr>
          <p:cNvPr id="7" name="Graphic 6" descr="An organic corner shape">
            <a:extLst>
              <a:ext uri="{FF2B5EF4-FFF2-40B4-BE49-F238E27FC236}">
                <a16:creationId xmlns:a16="http://schemas.microsoft.com/office/drawing/2014/main" id="{F8F95844-C03F-4900-3548-8DEC287C7813}"/>
              </a:ext>
            </a:extLst>
          </p:cNvPr>
          <p:cNvPicPr>
            <a:picLocks noGrp="1" noRo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300257" y="0"/>
            <a:ext cx="1891742" cy="1891742"/>
          </a:xfrm>
          <a:prstGeom prst="rect">
            <a:avLst/>
          </a:prstGeom>
        </p:spPr>
      </p:pic>
      <p:pic>
        <p:nvPicPr>
          <p:cNvPr id="9" name="Graphic 8" descr="Microscope with chemical flasks">
            <a:extLst>
              <a:ext uri="{FF2B5EF4-FFF2-40B4-BE49-F238E27FC236}">
                <a16:creationId xmlns:a16="http://schemas.microsoft.com/office/drawing/2014/main" id="{BE3D3372-84A3-0C0C-5E34-6CB3D01EE18F}"/>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4984" y="2708920"/>
            <a:ext cx="4841776" cy="4841776"/>
          </a:xfrm>
          <a:prstGeom prst="rect">
            <a:avLst/>
          </a:prstGeom>
        </p:spPr>
      </p:pic>
    </p:spTree>
    <p:extLst>
      <p:ext uri="{BB962C8B-B14F-4D97-AF65-F5344CB8AC3E}">
        <p14:creationId xmlns:p14="http://schemas.microsoft.com/office/powerpoint/2010/main" val="2722507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p:txBody>
          <a:bodyPr/>
          <a:lstStyle/>
          <a:p>
            <a:r>
              <a:rPr lang="en-AU" sz="2800" dirty="0">
                <a:solidFill>
                  <a:srgbClr val="1F487C"/>
                </a:solidFill>
              </a:rPr>
              <a:t>Literature Review : Investigation of potential changes in travel and activity frequencies of transport-disadvantaged people</a:t>
            </a:r>
          </a:p>
        </p:txBody>
      </p:sp>
      <p:sp>
        <p:nvSpPr>
          <p:cNvPr id="3" name="Content Placeholder 2">
            <a:extLst>
              <a:ext uri="{FF2B5EF4-FFF2-40B4-BE49-F238E27FC236}">
                <a16:creationId xmlns:a16="http://schemas.microsoft.com/office/drawing/2014/main" id="{7FFE9A8E-669D-4866-2DD7-34E78B111A0D}"/>
              </a:ext>
            </a:extLst>
          </p:cNvPr>
          <p:cNvSpPr>
            <a:spLocks noGrp="1"/>
          </p:cNvSpPr>
          <p:nvPr>
            <p:ph idx="1"/>
          </p:nvPr>
        </p:nvSpPr>
        <p:spPr>
          <a:xfrm>
            <a:off x="609600" y="1358901"/>
            <a:ext cx="5557838" cy="4767263"/>
          </a:xfrm>
        </p:spPr>
        <p:txBody>
          <a:bodyPr/>
          <a:lstStyle/>
          <a:p>
            <a:pPr marL="0" indent="0">
              <a:buNone/>
            </a:pPr>
            <a:r>
              <a:rPr lang="en-AU" sz="2200" b="1"/>
              <a:t>Summary of Literature Review</a:t>
            </a:r>
          </a:p>
          <a:p>
            <a:pPr>
              <a:buFont typeface="Arial" panose="020B0604020202020204" pitchFamily="34" charset="0"/>
              <a:buChar char="•"/>
            </a:pPr>
            <a:r>
              <a:rPr lang="en-AU" sz="1900"/>
              <a:t>14% </a:t>
            </a:r>
            <a:r>
              <a:rPr lang="en-AU" sz="1900" b="1">
                <a:solidFill>
                  <a:srgbClr val="00B0F0"/>
                </a:solidFill>
              </a:rPr>
              <a:t>increase</a:t>
            </a:r>
            <a:r>
              <a:rPr lang="en-AU" sz="1900"/>
              <a:t> in annual vehicle mile travel (Harper et al., 2016)</a:t>
            </a:r>
          </a:p>
          <a:p>
            <a:pPr>
              <a:buFont typeface="Arial" panose="020B0604020202020204" pitchFamily="34" charset="0"/>
              <a:buChar char="•"/>
            </a:pPr>
            <a:r>
              <a:rPr lang="en-AU" sz="1900"/>
              <a:t>2 – 10% </a:t>
            </a:r>
            <a:r>
              <a:rPr lang="en-AU" sz="1900" b="1">
                <a:solidFill>
                  <a:srgbClr val="00B0F0"/>
                </a:solidFill>
              </a:rPr>
              <a:t>increase</a:t>
            </a:r>
            <a:r>
              <a:rPr lang="en-AU" sz="1900"/>
              <a:t> in overall vehicle travel (</a:t>
            </a:r>
            <a:r>
              <a:rPr lang="en-AU" sz="1900" err="1"/>
              <a:t>Wadud</a:t>
            </a:r>
            <a:r>
              <a:rPr lang="en-AU" sz="1900"/>
              <a:t> et al., 2016)</a:t>
            </a:r>
          </a:p>
          <a:p>
            <a:pPr>
              <a:buFont typeface="Arial" panose="020B0604020202020204" pitchFamily="34" charset="0"/>
              <a:buChar char="•"/>
            </a:pPr>
            <a:r>
              <a:rPr lang="en-AU" sz="1900"/>
              <a:t>4.14 % </a:t>
            </a:r>
            <a:r>
              <a:rPr lang="en-AU" sz="1900" b="1">
                <a:solidFill>
                  <a:srgbClr val="00B0F0"/>
                </a:solidFill>
              </a:rPr>
              <a:t>increase</a:t>
            </a:r>
            <a:r>
              <a:rPr lang="en-AU" sz="1900"/>
              <a:t> in daily trips (Truong et al., 2017)</a:t>
            </a:r>
          </a:p>
          <a:p>
            <a:pPr>
              <a:buFont typeface="Arial" panose="020B0604020202020204" pitchFamily="34" charset="0"/>
              <a:buChar char="•"/>
            </a:pPr>
            <a:endParaRPr lang="en-AU"/>
          </a:p>
          <a:p>
            <a:pPr marL="0" indent="0">
              <a:buNone/>
            </a:pPr>
            <a:r>
              <a:rPr lang="en-AU" sz="2200" b="1"/>
              <a:t>Research Gap</a:t>
            </a:r>
          </a:p>
          <a:p>
            <a:pPr>
              <a:buFont typeface="Arial" panose="020B0604020202020204" pitchFamily="34" charset="0"/>
              <a:buChar char="•"/>
            </a:pPr>
            <a:r>
              <a:rPr lang="en-AU" sz="1900"/>
              <a:t>Handful of studies</a:t>
            </a:r>
          </a:p>
          <a:p>
            <a:pPr>
              <a:buFont typeface="Arial" panose="020B0604020202020204" pitchFamily="34" charset="0"/>
              <a:buChar char="•"/>
            </a:pPr>
            <a:r>
              <a:rPr lang="en-AU" sz="1900"/>
              <a:t>Rely on strong assumptions</a:t>
            </a:r>
          </a:p>
          <a:p>
            <a:pPr>
              <a:buFont typeface="Arial" panose="020B0604020202020204" pitchFamily="34" charset="0"/>
              <a:buChar char="•"/>
            </a:pPr>
            <a:r>
              <a:rPr lang="en-AU" sz="1900"/>
              <a:t>Need to control socio-economic factors such as income, work status, education levels, travel attitude</a:t>
            </a:r>
          </a:p>
          <a:p>
            <a:pPr>
              <a:buFont typeface="Arial" panose="020B0604020202020204" pitchFamily="34" charset="0"/>
              <a:buChar char="•"/>
            </a:pPr>
            <a:endParaRPr lang="en-AU"/>
          </a:p>
          <a:p>
            <a:pPr marL="0" indent="0">
              <a:buNone/>
            </a:pPr>
            <a:endParaRPr lang="en-AU"/>
          </a:p>
        </p:txBody>
      </p:sp>
      <p:grpSp>
        <p:nvGrpSpPr>
          <p:cNvPr id="8" name="Group 7">
            <a:extLst>
              <a:ext uri="{FF2B5EF4-FFF2-40B4-BE49-F238E27FC236}">
                <a16:creationId xmlns:a16="http://schemas.microsoft.com/office/drawing/2014/main" id="{8A68BE8B-2DD0-FC70-334B-CA8E25A86857}"/>
              </a:ext>
            </a:extLst>
          </p:cNvPr>
          <p:cNvGrpSpPr/>
          <p:nvPr/>
        </p:nvGrpSpPr>
        <p:grpSpPr>
          <a:xfrm>
            <a:off x="7259886" y="1282950"/>
            <a:ext cx="3460451" cy="4708816"/>
            <a:chOff x="7259886" y="1305425"/>
            <a:chExt cx="3460451" cy="4708816"/>
          </a:xfrm>
        </p:grpSpPr>
        <p:pic>
          <p:nvPicPr>
            <p:cNvPr id="6" name="With 1">
              <a:extLst>
                <a:ext uri="{FF2B5EF4-FFF2-40B4-BE49-F238E27FC236}">
                  <a16:creationId xmlns:a16="http://schemas.microsoft.com/office/drawing/2014/main" id="{CE724A08-D5FE-8351-D5FC-EA7F4A92DE63}"/>
                </a:ext>
              </a:extLst>
            </p:cNvPr>
            <p:cNvPicPr>
              <a:picLocks noChangeAspect="1"/>
            </p:cNvPicPr>
            <p:nvPr/>
          </p:nvPicPr>
          <p:blipFill>
            <a:blip r:embed="rId3"/>
            <a:stretch>
              <a:fillRect/>
            </a:stretch>
          </p:blipFill>
          <p:spPr>
            <a:xfrm>
              <a:off x="7259886" y="3659833"/>
              <a:ext cx="3456384" cy="2354408"/>
            </a:xfrm>
            <a:prstGeom prst="rect">
              <a:avLst/>
            </a:prstGeom>
          </p:spPr>
        </p:pic>
        <p:pic>
          <p:nvPicPr>
            <p:cNvPr id="7" name="Without 1">
              <a:extLst>
                <a:ext uri="{FF2B5EF4-FFF2-40B4-BE49-F238E27FC236}">
                  <a16:creationId xmlns:a16="http://schemas.microsoft.com/office/drawing/2014/main" id="{CE870CAF-8E33-E111-7F85-238F29FA3A5D}"/>
                </a:ext>
              </a:extLst>
            </p:cNvPr>
            <p:cNvPicPr>
              <a:picLocks noChangeAspect="1"/>
            </p:cNvPicPr>
            <p:nvPr/>
          </p:nvPicPr>
          <p:blipFill>
            <a:blip r:embed="rId4"/>
            <a:stretch>
              <a:fillRect/>
            </a:stretch>
          </p:blipFill>
          <p:spPr>
            <a:xfrm>
              <a:off x="7259886" y="1305425"/>
              <a:ext cx="3460451" cy="2354408"/>
            </a:xfrm>
            <a:prstGeom prst="rect">
              <a:avLst/>
            </a:prstGeom>
          </p:spPr>
        </p:pic>
      </p:grpSp>
      <p:pic>
        <p:nvPicPr>
          <p:cNvPr id="5" name="Picture 4">
            <a:extLst>
              <a:ext uri="{FF2B5EF4-FFF2-40B4-BE49-F238E27FC236}">
                <a16:creationId xmlns:a16="http://schemas.microsoft.com/office/drawing/2014/main" id="{CA959EEC-A3F2-36CE-747F-D83E673DAF02}"/>
              </a:ext>
            </a:extLst>
          </p:cNvPr>
          <p:cNvPicPr>
            <a:picLocks noChangeAspect="1"/>
          </p:cNvPicPr>
          <p:nvPr/>
        </p:nvPicPr>
        <p:blipFill>
          <a:blip r:embed="rId5"/>
          <a:stretch>
            <a:fillRect/>
          </a:stretch>
        </p:blipFill>
        <p:spPr>
          <a:xfrm>
            <a:off x="7026078" y="2460158"/>
            <a:ext cx="3923999" cy="2354400"/>
          </a:xfrm>
          <a:prstGeom prst="rect">
            <a:avLst/>
          </a:prstGeom>
        </p:spPr>
      </p:pic>
      <p:grpSp>
        <p:nvGrpSpPr>
          <p:cNvPr id="22" name="Group 21">
            <a:extLst>
              <a:ext uri="{FF2B5EF4-FFF2-40B4-BE49-F238E27FC236}">
                <a16:creationId xmlns:a16="http://schemas.microsoft.com/office/drawing/2014/main" id="{D337F601-C0B5-7231-7389-3F2C81AFC1B6}"/>
              </a:ext>
            </a:extLst>
          </p:cNvPr>
          <p:cNvGrpSpPr/>
          <p:nvPr/>
        </p:nvGrpSpPr>
        <p:grpSpPr>
          <a:xfrm>
            <a:off x="8020050" y="2068421"/>
            <a:ext cx="2528887" cy="1787651"/>
            <a:chOff x="8020050" y="2068421"/>
            <a:chExt cx="2528887" cy="1787651"/>
          </a:xfrm>
        </p:grpSpPr>
        <p:grpSp>
          <p:nvGrpSpPr>
            <p:cNvPr id="21" name="Group 20">
              <a:extLst>
                <a:ext uri="{FF2B5EF4-FFF2-40B4-BE49-F238E27FC236}">
                  <a16:creationId xmlns:a16="http://schemas.microsoft.com/office/drawing/2014/main" id="{636ECF74-F13A-3481-F17D-05D2549546BF}"/>
                </a:ext>
              </a:extLst>
            </p:cNvPr>
            <p:cNvGrpSpPr/>
            <p:nvPr/>
          </p:nvGrpSpPr>
          <p:grpSpPr>
            <a:xfrm>
              <a:off x="8020050" y="2819434"/>
              <a:ext cx="2528887" cy="1036638"/>
              <a:chOff x="8020050" y="2819434"/>
              <a:chExt cx="2528887" cy="1036638"/>
            </a:xfrm>
          </p:grpSpPr>
          <p:sp>
            <p:nvSpPr>
              <p:cNvPr id="10" name="Rectangle 9">
                <a:extLst>
                  <a:ext uri="{FF2B5EF4-FFF2-40B4-BE49-F238E27FC236}">
                    <a16:creationId xmlns:a16="http://schemas.microsoft.com/office/drawing/2014/main" id="{669361A0-D5DB-8DE8-B33E-BA702302102B}"/>
                  </a:ext>
                </a:extLst>
              </p:cNvPr>
              <p:cNvSpPr/>
              <p:nvPr/>
            </p:nvSpPr>
            <p:spPr>
              <a:xfrm>
                <a:off x="8020050" y="2819434"/>
                <a:ext cx="952500" cy="526550"/>
              </a:xfrm>
              <a:custGeom>
                <a:avLst/>
                <a:gdLst>
                  <a:gd name="connsiteX0" fmla="*/ 0 w 1047750"/>
                  <a:gd name="connsiteY0" fmla="*/ 0 h 466725"/>
                  <a:gd name="connsiteX1" fmla="*/ 1047750 w 1047750"/>
                  <a:gd name="connsiteY1" fmla="*/ 0 h 466725"/>
                  <a:gd name="connsiteX2" fmla="*/ 1047750 w 1047750"/>
                  <a:gd name="connsiteY2" fmla="*/ 466725 h 466725"/>
                  <a:gd name="connsiteX3" fmla="*/ 0 w 1047750"/>
                  <a:gd name="connsiteY3" fmla="*/ 466725 h 466725"/>
                  <a:gd name="connsiteX4" fmla="*/ 0 w 1047750"/>
                  <a:gd name="connsiteY4" fmla="*/ 0 h 466725"/>
                  <a:gd name="connsiteX0" fmla="*/ 0 w 1047750"/>
                  <a:gd name="connsiteY0" fmla="*/ 334962 h 801687"/>
                  <a:gd name="connsiteX1" fmla="*/ 952500 w 1047750"/>
                  <a:gd name="connsiteY1" fmla="*/ 0 h 801687"/>
                  <a:gd name="connsiteX2" fmla="*/ 1047750 w 1047750"/>
                  <a:gd name="connsiteY2" fmla="*/ 801687 h 801687"/>
                  <a:gd name="connsiteX3" fmla="*/ 0 w 1047750"/>
                  <a:gd name="connsiteY3" fmla="*/ 801687 h 801687"/>
                  <a:gd name="connsiteX4" fmla="*/ 0 w 1047750"/>
                  <a:gd name="connsiteY4" fmla="*/ 334962 h 801687"/>
                  <a:gd name="connsiteX0" fmla="*/ 0 w 952500"/>
                  <a:gd name="connsiteY0" fmla="*/ 334962 h 801687"/>
                  <a:gd name="connsiteX1" fmla="*/ 952500 w 952500"/>
                  <a:gd name="connsiteY1" fmla="*/ 0 h 801687"/>
                  <a:gd name="connsiteX2" fmla="*/ 931862 w 952500"/>
                  <a:gd name="connsiteY2" fmla="*/ 50799 h 801687"/>
                  <a:gd name="connsiteX3" fmla="*/ 0 w 952500"/>
                  <a:gd name="connsiteY3" fmla="*/ 801687 h 801687"/>
                  <a:gd name="connsiteX4" fmla="*/ 0 w 952500"/>
                  <a:gd name="connsiteY4" fmla="*/ 334962 h 801687"/>
                  <a:gd name="connsiteX0" fmla="*/ 1587 w 954087"/>
                  <a:gd name="connsiteY0" fmla="*/ 334962 h 801687"/>
                  <a:gd name="connsiteX1" fmla="*/ 954087 w 954087"/>
                  <a:gd name="connsiteY1" fmla="*/ 0 h 801687"/>
                  <a:gd name="connsiteX2" fmla="*/ 933449 w 954087"/>
                  <a:gd name="connsiteY2" fmla="*/ 50799 h 801687"/>
                  <a:gd name="connsiteX3" fmla="*/ 1587 w 954087"/>
                  <a:gd name="connsiteY3" fmla="*/ 801687 h 801687"/>
                  <a:gd name="connsiteX4" fmla="*/ 0 w 954087"/>
                  <a:gd name="connsiteY4" fmla="*/ 567824 h 801687"/>
                  <a:gd name="connsiteX5" fmla="*/ 1587 w 954087"/>
                  <a:gd name="connsiteY5" fmla="*/ 334962 h 801687"/>
                  <a:gd name="connsiteX0" fmla="*/ 1587 w 954087"/>
                  <a:gd name="connsiteY0" fmla="*/ 334962 h 567824"/>
                  <a:gd name="connsiteX1" fmla="*/ 954087 w 954087"/>
                  <a:gd name="connsiteY1" fmla="*/ 0 h 567824"/>
                  <a:gd name="connsiteX2" fmla="*/ 933449 w 954087"/>
                  <a:gd name="connsiteY2" fmla="*/ 50799 h 567824"/>
                  <a:gd name="connsiteX3" fmla="*/ 657225 w 954087"/>
                  <a:gd name="connsiteY3" fmla="*/ 260350 h 567824"/>
                  <a:gd name="connsiteX4" fmla="*/ 0 w 954087"/>
                  <a:gd name="connsiteY4" fmla="*/ 567824 h 567824"/>
                  <a:gd name="connsiteX5" fmla="*/ 1587 w 954087"/>
                  <a:gd name="connsiteY5" fmla="*/ 334962 h 567824"/>
                  <a:gd name="connsiteX0" fmla="*/ 0 w 952500"/>
                  <a:gd name="connsiteY0" fmla="*/ 334962 h 336049"/>
                  <a:gd name="connsiteX1" fmla="*/ 952500 w 952500"/>
                  <a:gd name="connsiteY1" fmla="*/ 0 h 336049"/>
                  <a:gd name="connsiteX2" fmla="*/ 931862 w 952500"/>
                  <a:gd name="connsiteY2" fmla="*/ 50799 h 336049"/>
                  <a:gd name="connsiteX3" fmla="*/ 655638 w 952500"/>
                  <a:gd name="connsiteY3" fmla="*/ 260350 h 336049"/>
                  <a:gd name="connsiteX4" fmla="*/ 482601 w 952500"/>
                  <a:gd name="connsiteY4" fmla="*/ 336049 h 336049"/>
                  <a:gd name="connsiteX5" fmla="*/ 0 w 952500"/>
                  <a:gd name="connsiteY5" fmla="*/ 334962 h 336049"/>
                  <a:gd name="connsiteX0" fmla="*/ 0 w 952500"/>
                  <a:gd name="connsiteY0" fmla="*/ 334962 h 336049"/>
                  <a:gd name="connsiteX1" fmla="*/ 952500 w 952500"/>
                  <a:gd name="connsiteY1" fmla="*/ 0 h 336049"/>
                  <a:gd name="connsiteX2" fmla="*/ 931862 w 952500"/>
                  <a:gd name="connsiteY2" fmla="*/ 50799 h 336049"/>
                  <a:gd name="connsiteX3" fmla="*/ 655638 w 952500"/>
                  <a:gd name="connsiteY3" fmla="*/ 260350 h 336049"/>
                  <a:gd name="connsiteX4" fmla="*/ 482601 w 952500"/>
                  <a:gd name="connsiteY4" fmla="*/ 336049 h 336049"/>
                  <a:gd name="connsiteX5" fmla="*/ 247650 w 952500"/>
                  <a:gd name="connsiteY5" fmla="*/ 334463 h 336049"/>
                  <a:gd name="connsiteX6" fmla="*/ 0 w 952500"/>
                  <a:gd name="connsiteY6" fmla="*/ 334962 h 336049"/>
                  <a:gd name="connsiteX0" fmla="*/ 0 w 952500"/>
                  <a:gd name="connsiteY0" fmla="*/ 334962 h 428125"/>
                  <a:gd name="connsiteX1" fmla="*/ 952500 w 952500"/>
                  <a:gd name="connsiteY1" fmla="*/ 0 h 428125"/>
                  <a:gd name="connsiteX2" fmla="*/ 931862 w 952500"/>
                  <a:gd name="connsiteY2" fmla="*/ 50799 h 428125"/>
                  <a:gd name="connsiteX3" fmla="*/ 655638 w 952500"/>
                  <a:gd name="connsiteY3" fmla="*/ 260350 h 428125"/>
                  <a:gd name="connsiteX4" fmla="*/ 482601 w 952500"/>
                  <a:gd name="connsiteY4" fmla="*/ 336049 h 428125"/>
                  <a:gd name="connsiteX5" fmla="*/ 341313 w 952500"/>
                  <a:gd name="connsiteY5" fmla="*/ 428125 h 428125"/>
                  <a:gd name="connsiteX6" fmla="*/ 0 w 952500"/>
                  <a:gd name="connsiteY6" fmla="*/ 334962 h 428125"/>
                  <a:gd name="connsiteX0" fmla="*/ 0 w 952500"/>
                  <a:gd name="connsiteY0" fmla="*/ 334962 h 428125"/>
                  <a:gd name="connsiteX1" fmla="*/ 952500 w 952500"/>
                  <a:gd name="connsiteY1" fmla="*/ 0 h 428125"/>
                  <a:gd name="connsiteX2" fmla="*/ 931862 w 952500"/>
                  <a:gd name="connsiteY2" fmla="*/ 50799 h 428125"/>
                  <a:gd name="connsiteX3" fmla="*/ 655638 w 952500"/>
                  <a:gd name="connsiteY3" fmla="*/ 260350 h 428125"/>
                  <a:gd name="connsiteX4" fmla="*/ 482601 w 952500"/>
                  <a:gd name="connsiteY4" fmla="*/ 336049 h 428125"/>
                  <a:gd name="connsiteX5" fmla="*/ 341313 w 952500"/>
                  <a:gd name="connsiteY5" fmla="*/ 428125 h 428125"/>
                  <a:gd name="connsiteX6" fmla="*/ 176213 w 952500"/>
                  <a:gd name="connsiteY6" fmla="*/ 382088 h 428125"/>
                  <a:gd name="connsiteX7" fmla="*/ 0 w 952500"/>
                  <a:gd name="connsiteY7" fmla="*/ 334962 h 428125"/>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0 w 952500"/>
                  <a:gd name="connsiteY7"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80963 w 952500"/>
                  <a:gd name="connsiteY7" fmla="*/ 431299 h 526550"/>
                  <a:gd name="connsiteX8" fmla="*/ 0 w 952500"/>
                  <a:gd name="connsiteY8"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0 w 952500"/>
                  <a:gd name="connsiteY8"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68263 w 952500"/>
                  <a:gd name="connsiteY8" fmla="*/ 388437 h 526550"/>
                  <a:gd name="connsiteX9" fmla="*/ 0 w 952500"/>
                  <a:gd name="connsiteY9"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106363 w 952500"/>
                  <a:gd name="connsiteY8" fmla="*/ 380499 h 526550"/>
                  <a:gd name="connsiteX9" fmla="*/ 0 w 952500"/>
                  <a:gd name="connsiteY9"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106363 w 952500"/>
                  <a:gd name="connsiteY8" fmla="*/ 380499 h 526550"/>
                  <a:gd name="connsiteX9" fmla="*/ 41275 w 952500"/>
                  <a:gd name="connsiteY9" fmla="*/ 350337 h 526550"/>
                  <a:gd name="connsiteX10" fmla="*/ 0 w 952500"/>
                  <a:gd name="connsiteY10"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106363 w 952500"/>
                  <a:gd name="connsiteY8" fmla="*/ 380499 h 526550"/>
                  <a:gd name="connsiteX9" fmla="*/ 65088 w 952500"/>
                  <a:gd name="connsiteY9" fmla="*/ 417012 h 526550"/>
                  <a:gd name="connsiteX10" fmla="*/ 0 w 952500"/>
                  <a:gd name="connsiteY10" fmla="*/ 334962 h 52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500" h="526550">
                    <a:moveTo>
                      <a:pt x="0" y="334962"/>
                    </a:moveTo>
                    <a:lnTo>
                      <a:pt x="952500" y="0"/>
                    </a:lnTo>
                    <a:lnTo>
                      <a:pt x="931862" y="50799"/>
                    </a:lnTo>
                    <a:lnTo>
                      <a:pt x="655638" y="260350"/>
                    </a:lnTo>
                    <a:lnTo>
                      <a:pt x="482601" y="336049"/>
                    </a:lnTo>
                    <a:lnTo>
                      <a:pt x="341313" y="428125"/>
                    </a:lnTo>
                    <a:lnTo>
                      <a:pt x="168275" y="526550"/>
                    </a:lnTo>
                    <a:lnTo>
                      <a:pt x="144463" y="440824"/>
                    </a:lnTo>
                    <a:lnTo>
                      <a:pt x="106363" y="380499"/>
                    </a:lnTo>
                    <a:lnTo>
                      <a:pt x="65088" y="417012"/>
                    </a:lnTo>
                    <a:lnTo>
                      <a:pt x="0" y="334962"/>
                    </a:lnTo>
                    <a:close/>
                  </a:path>
                </a:pathLst>
              </a:custGeom>
              <a:solidFill>
                <a:srgbClr val="FF0000">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1" name="Rectangle 9">
                <a:extLst>
                  <a:ext uri="{FF2B5EF4-FFF2-40B4-BE49-F238E27FC236}">
                    <a16:creationId xmlns:a16="http://schemas.microsoft.com/office/drawing/2014/main" id="{075DE8DB-496E-743B-8CBB-331E78F9B92A}"/>
                  </a:ext>
                </a:extLst>
              </p:cNvPr>
              <p:cNvSpPr/>
              <p:nvPr/>
            </p:nvSpPr>
            <p:spPr>
              <a:xfrm>
                <a:off x="9633207" y="3087912"/>
                <a:ext cx="915730" cy="768160"/>
              </a:xfrm>
              <a:custGeom>
                <a:avLst/>
                <a:gdLst>
                  <a:gd name="connsiteX0" fmla="*/ 0 w 1047750"/>
                  <a:gd name="connsiteY0" fmla="*/ 0 h 466725"/>
                  <a:gd name="connsiteX1" fmla="*/ 1047750 w 1047750"/>
                  <a:gd name="connsiteY1" fmla="*/ 0 h 466725"/>
                  <a:gd name="connsiteX2" fmla="*/ 1047750 w 1047750"/>
                  <a:gd name="connsiteY2" fmla="*/ 466725 h 466725"/>
                  <a:gd name="connsiteX3" fmla="*/ 0 w 1047750"/>
                  <a:gd name="connsiteY3" fmla="*/ 466725 h 466725"/>
                  <a:gd name="connsiteX4" fmla="*/ 0 w 1047750"/>
                  <a:gd name="connsiteY4" fmla="*/ 0 h 466725"/>
                  <a:gd name="connsiteX0" fmla="*/ 0 w 1047750"/>
                  <a:gd name="connsiteY0" fmla="*/ 334962 h 801687"/>
                  <a:gd name="connsiteX1" fmla="*/ 952500 w 1047750"/>
                  <a:gd name="connsiteY1" fmla="*/ 0 h 801687"/>
                  <a:gd name="connsiteX2" fmla="*/ 1047750 w 1047750"/>
                  <a:gd name="connsiteY2" fmla="*/ 801687 h 801687"/>
                  <a:gd name="connsiteX3" fmla="*/ 0 w 1047750"/>
                  <a:gd name="connsiteY3" fmla="*/ 801687 h 801687"/>
                  <a:gd name="connsiteX4" fmla="*/ 0 w 1047750"/>
                  <a:gd name="connsiteY4" fmla="*/ 334962 h 801687"/>
                  <a:gd name="connsiteX0" fmla="*/ 0 w 952500"/>
                  <a:gd name="connsiteY0" fmla="*/ 334962 h 801687"/>
                  <a:gd name="connsiteX1" fmla="*/ 952500 w 952500"/>
                  <a:gd name="connsiteY1" fmla="*/ 0 h 801687"/>
                  <a:gd name="connsiteX2" fmla="*/ 931862 w 952500"/>
                  <a:gd name="connsiteY2" fmla="*/ 50799 h 801687"/>
                  <a:gd name="connsiteX3" fmla="*/ 0 w 952500"/>
                  <a:gd name="connsiteY3" fmla="*/ 801687 h 801687"/>
                  <a:gd name="connsiteX4" fmla="*/ 0 w 952500"/>
                  <a:gd name="connsiteY4" fmla="*/ 334962 h 801687"/>
                  <a:gd name="connsiteX0" fmla="*/ 1587 w 954087"/>
                  <a:gd name="connsiteY0" fmla="*/ 334962 h 801687"/>
                  <a:gd name="connsiteX1" fmla="*/ 954087 w 954087"/>
                  <a:gd name="connsiteY1" fmla="*/ 0 h 801687"/>
                  <a:gd name="connsiteX2" fmla="*/ 933449 w 954087"/>
                  <a:gd name="connsiteY2" fmla="*/ 50799 h 801687"/>
                  <a:gd name="connsiteX3" fmla="*/ 1587 w 954087"/>
                  <a:gd name="connsiteY3" fmla="*/ 801687 h 801687"/>
                  <a:gd name="connsiteX4" fmla="*/ 0 w 954087"/>
                  <a:gd name="connsiteY4" fmla="*/ 567824 h 801687"/>
                  <a:gd name="connsiteX5" fmla="*/ 1587 w 954087"/>
                  <a:gd name="connsiteY5" fmla="*/ 334962 h 801687"/>
                  <a:gd name="connsiteX0" fmla="*/ 1587 w 954087"/>
                  <a:gd name="connsiteY0" fmla="*/ 334962 h 567824"/>
                  <a:gd name="connsiteX1" fmla="*/ 954087 w 954087"/>
                  <a:gd name="connsiteY1" fmla="*/ 0 h 567824"/>
                  <a:gd name="connsiteX2" fmla="*/ 933449 w 954087"/>
                  <a:gd name="connsiteY2" fmla="*/ 50799 h 567824"/>
                  <a:gd name="connsiteX3" fmla="*/ 657225 w 954087"/>
                  <a:gd name="connsiteY3" fmla="*/ 260350 h 567824"/>
                  <a:gd name="connsiteX4" fmla="*/ 0 w 954087"/>
                  <a:gd name="connsiteY4" fmla="*/ 567824 h 567824"/>
                  <a:gd name="connsiteX5" fmla="*/ 1587 w 954087"/>
                  <a:gd name="connsiteY5" fmla="*/ 334962 h 567824"/>
                  <a:gd name="connsiteX0" fmla="*/ 0 w 952500"/>
                  <a:gd name="connsiteY0" fmla="*/ 334962 h 336049"/>
                  <a:gd name="connsiteX1" fmla="*/ 952500 w 952500"/>
                  <a:gd name="connsiteY1" fmla="*/ 0 h 336049"/>
                  <a:gd name="connsiteX2" fmla="*/ 931862 w 952500"/>
                  <a:gd name="connsiteY2" fmla="*/ 50799 h 336049"/>
                  <a:gd name="connsiteX3" fmla="*/ 655638 w 952500"/>
                  <a:gd name="connsiteY3" fmla="*/ 260350 h 336049"/>
                  <a:gd name="connsiteX4" fmla="*/ 482601 w 952500"/>
                  <a:gd name="connsiteY4" fmla="*/ 336049 h 336049"/>
                  <a:gd name="connsiteX5" fmla="*/ 0 w 952500"/>
                  <a:gd name="connsiteY5" fmla="*/ 334962 h 336049"/>
                  <a:gd name="connsiteX0" fmla="*/ 0 w 952500"/>
                  <a:gd name="connsiteY0" fmla="*/ 334962 h 336049"/>
                  <a:gd name="connsiteX1" fmla="*/ 952500 w 952500"/>
                  <a:gd name="connsiteY1" fmla="*/ 0 h 336049"/>
                  <a:gd name="connsiteX2" fmla="*/ 931862 w 952500"/>
                  <a:gd name="connsiteY2" fmla="*/ 50799 h 336049"/>
                  <a:gd name="connsiteX3" fmla="*/ 655638 w 952500"/>
                  <a:gd name="connsiteY3" fmla="*/ 260350 h 336049"/>
                  <a:gd name="connsiteX4" fmla="*/ 482601 w 952500"/>
                  <a:gd name="connsiteY4" fmla="*/ 336049 h 336049"/>
                  <a:gd name="connsiteX5" fmla="*/ 247650 w 952500"/>
                  <a:gd name="connsiteY5" fmla="*/ 334463 h 336049"/>
                  <a:gd name="connsiteX6" fmla="*/ 0 w 952500"/>
                  <a:gd name="connsiteY6" fmla="*/ 334962 h 336049"/>
                  <a:gd name="connsiteX0" fmla="*/ 0 w 952500"/>
                  <a:gd name="connsiteY0" fmla="*/ 334962 h 428125"/>
                  <a:gd name="connsiteX1" fmla="*/ 952500 w 952500"/>
                  <a:gd name="connsiteY1" fmla="*/ 0 h 428125"/>
                  <a:gd name="connsiteX2" fmla="*/ 931862 w 952500"/>
                  <a:gd name="connsiteY2" fmla="*/ 50799 h 428125"/>
                  <a:gd name="connsiteX3" fmla="*/ 655638 w 952500"/>
                  <a:gd name="connsiteY3" fmla="*/ 260350 h 428125"/>
                  <a:gd name="connsiteX4" fmla="*/ 482601 w 952500"/>
                  <a:gd name="connsiteY4" fmla="*/ 336049 h 428125"/>
                  <a:gd name="connsiteX5" fmla="*/ 341313 w 952500"/>
                  <a:gd name="connsiteY5" fmla="*/ 428125 h 428125"/>
                  <a:gd name="connsiteX6" fmla="*/ 0 w 952500"/>
                  <a:gd name="connsiteY6" fmla="*/ 334962 h 428125"/>
                  <a:gd name="connsiteX0" fmla="*/ 0 w 952500"/>
                  <a:gd name="connsiteY0" fmla="*/ 334962 h 428125"/>
                  <a:gd name="connsiteX1" fmla="*/ 952500 w 952500"/>
                  <a:gd name="connsiteY1" fmla="*/ 0 h 428125"/>
                  <a:gd name="connsiteX2" fmla="*/ 931862 w 952500"/>
                  <a:gd name="connsiteY2" fmla="*/ 50799 h 428125"/>
                  <a:gd name="connsiteX3" fmla="*/ 655638 w 952500"/>
                  <a:gd name="connsiteY3" fmla="*/ 260350 h 428125"/>
                  <a:gd name="connsiteX4" fmla="*/ 482601 w 952500"/>
                  <a:gd name="connsiteY4" fmla="*/ 336049 h 428125"/>
                  <a:gd name="connsiteX5" fmla="*/ 341313 w 952500"/>
                  <a:gd name="connsiteY5" fmla="*/ 428125 h 428125"/>
                  <a:gd name="connsiteX6" fmla="*/ 176213 w 952500"/>
                  <a:gd name="connsiteY6" fmla="*/ 382088 h 428125"/>
                  <a:gd name="connsiteX7" fmla="*/ 0 w 952500"/>
                  <a:gd name="connsiteY7" fmla="*/ 334962 h 428125"/>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0 w 952500"/>
                  <a:gd name="connsiteY7"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80963 w 952500"/>
                  <a:gd name="connsiteY7" fmla="*/ 431299 h 526550"/>
                  <a:gd name="connsiteX8" fmla="*/ 0 w 952500"/>
                  <a:gd name="connsiteY8"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0 w 952500"/>
                  <a:gd name="connsiteY8"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68263 w 952500"/>
                  <a:gd name="connsiteY8" fmla="*/ 388437 h 526550"/>
                  <a:gd name="connsiteX9" fmla="*/ 0 w 952500"/>
                  <a:gd name="connsiteY9"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106363 w 952500"/>
                  <a:gd name="connsiteY8" fmla="*/ 380499 h 526550"/>
                  <a:gd name="connsiteX9" fmla="*/ 0 w 952500"/>
                  <a:gd name="connsiteY9"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106363 w 952500"/>
                  <a:gd name="connsiteY8" fmla="*/ 380499 h 526550"/>
                  <a:gd name="connsiteX9" fmla="*/ 41275 w 952500"/>
                  <a:gd name="connsiteY9" fmla="*/ 350337 h 526550"/>
                  <a:gd name="connsiteX10" fmla="*/ 0 w 952500"/>
                  <a:gd name="connsiteY10"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106363 w 952500"/>
                  <a:gd name="connsiteY8" fmla="*/ 380499 h 526550"/>
                  <a:gd name="connsiteX9" fmla="*/ 65088 w 952500"/>
                  <a:gd name="connsiteY9" fmla="*/ 417012 h 526550"/>
                  <a:gd name="connsiteX10" fmla="*/ 0 w 952500"/>
                  <a:gd name="connsiteY10" fmla="*/ 334962 h 526550"/>
                  <a:gd name="connsiteX0" fmla="*/ 0 w 971550"/>
                  <a:gd name="connsiteY0" fmla="*/ 0 h 953588"/>
                  <a:gd name="connsiteX1" fmla="*/ 971550 w 971550"/>
                  <a:gd name="connsiteY1" fmla="*/ 427038 h 953588"/>
                  <a:gd name="connsiteX2" fmla="*/ 950912 w 971550"/>
                  <a:gd name="connsiteY2" fmla="*/ 477837 h 953588"/>
                  <a:gd name="connsiteX3" fmla="*/ 674688 w 971550"/>
                  <a:gd name="connsiteY3" fmla="*/ 687388 h 953588"/>
                  <a:gd name="connsiteX4" fmla="*/ 501651 w 971550"/>
                  <a:gd name="connsiteY4" fmla="*/ 763087 h 953588"/>
                  <a:gd name="connsiteX5" fmla="*/ 360363 w 971550"/>
                  <a:gd name="connsiteY5" fmla="*/ 855163 h 953588"/>
                  <a:gd name="connsiteX6" fmla="*/ 187325 w 971550"/>
                  <a:gd name="connsiteY6" fmla="*/ 953588 h 953588"/>
                  <a:gd name="connsiteX7" fmla="*/ 163513 w 971550"/>
                  <a:gd name="connsiteY7" fmla="*/ 867862 h 953588"/>
                  <a:gd name="connsiteX8" fmla="*/ 125413 w 971550"/>
                  <a:gd name="connsiteY8" fmla="*/ 807537 h 953588"/>
                  <a:gd name="connsiteX9" fmla="*/ 84138 w 971550"/>
                  <a:gd name="connsiteY9" fmla="*/ 844050 h 953588"/>
                  <a:gd name="connsiteX10" fmla="*/ 0 w 971550"/>
                  <a:gd name="connsiteY10" fmla="*/ 0 h 953588"/>
                  <a:gd name="connsiteX0" fmla="*/ 0 w 950912"/>
                  <a:gd name="connsiteY0" fmla="*/ 0 h 953588"/>
                  <a:gd name="connsiteX1" fmla="*/ 912812 w 950912"/>
                  <a:gd name="connsiteY1" fmla="*/ 696913 h 953588"/>
                  <a:gd name="connsiteX2" fmla="*/ 950912 w 950912"/>
                  <a:gd name="connsiteY2" fmla="*/ 477837 h 953588"/>
                  <a:gd name="connsiteX3" fmla="*/ 674688 w 950912"/>
                  <a:gd name="connsiteY3" fmla="*/ 687388 h 953588"/>
                  <a:gd name="connsiteX4" fmla="*/ 501651 w 950912"/>
                  <a:gd name="connsiteY4" fmla="*/ 763087 h 953588"/>
                  <a:gd name="connsiteX5" fmla="*/ 360363 w 950912"/>
                  <a:gd name="connsiteY5" fmla="*/ 855163 h 953588"/>
                  <a:gd name="connsiteX6" fmla="*/ 187325 w 950912"/>
                  <a:gd name="connsiteY6" fmla="*/ 953588 h 953588"/>
                  <a:gd name="connsiteX7" fmla="*/ 163513 w 950912"/>
                  <a:gd name="connsiteY7" fmla="*/ 867862 h 953588"/>
                  <a:gd name="connsiteX8" fmla="*/ 125413 w 950912"/>
                  <a:gd name="connsiteY8" fmla="*/ 807537 h 953588"/>
                  <a:gd name="connsiteX9" fmla="*/ 84138 w 950912"/>
                  <a:gd name="connsiteY9" fmla="*/ 844050 h 953588"/>
                  <a:gd name="connsiteX10" fmla="*/ 0 w 950912"/>
                  <a:gd name="connsiteY10" fmla="*/ 0 h 953588"/>
                  <a:gd name="connsiteX0" fmla="*/ 0 w 912812"/>
                  <a:gd name="connsiteY0" fmla="*/ 0 h 953588"/>
                  <a:gd name="connsiteX1" fmla="*/ 912812 w 912812"/>
                  <a:gd name="connsiteY1" fmla="*/ 696913 h 953588"/>
                  <a:gd name="connsiteX2" fmla="*/ 801687 w 912812"/>
                  <a:gd name="connsiteY2" fmla="*/ 765175 h 953588"/>
                  <a:gd name="connsiteX3" fmla="*/ 674688 w 912812"/>
                  <a:gd name="connsiteY3" fmla="*/ 687388 h 953588"/>
                  <a:gd name="connsiteX4" fmla="*/ 501651 w 912812"/>
                  <a:gd name="connsiteY4" fmla="*/ 763087 h 953588"/>
                  <a:gd name="connsiteX5" fmla="*/ 360363 w 912812"/>
                  <a:gd name="connsiteY5" fmla="*/ 855163 h 953588"/>
                  <a:gd name="connsiteX6" fmla="*/ 187325 w 912812"/>
                  <a:gd name="connsiteY6" fmla="*/ 953588 h 953588"/>
                  <a:gd name="connsiteX7" fmla="*/ 163513 w 912812"/>
                  <a:gd name="connsiteY7" fmla="*/ 867862 h 953588"/>
                  <a:gd name="connsiteX8" fmla="*/ 125413 w 912812"/>
                  <a:gd name="connsiteY8" fmla="*/ 807537 h 953588"/>
                  <a:gd name="connsiteX9" fmla="*/ 84138 w 912812"/>
                  <a:gd name="connsiteY9" fmla="*/ 844050 h 953588"/>
                  <a:gd name="connsiteX10" fmla="*/ 0 w 912812"/>
                  <a:gd name="connsiteY10" fmla="*/ 0 h 953588"/>
                  <a:gd name="connsiteX0" fmla="*/ 0 w 912812"/>
                  <a:gd name="connsiteY0" fmla="*/ 0 h 953588"/>
                  <a:gd name="connsiteX1" fmla="*/ 912812 w 912812"/>
                  <a:gd name="connsiteY1" fmla="*/ 696913 h 953588"/>
                  <a:gd name="connsiteX2" fmla="*/ 801687 w 912812"/>
                  <a:gd name="connsiteY2" fmla="*/ 765175 h 953588"/>
                  <a:gd name="connsiteX3" fmla="*/ 663576 w 912812"/>
                  <a:gd name="connsiteY3" fmla="*/ 608013 h 953588"/>
                  <a:gd name="connsiteX4" fmla="*/ 501651 w 912812"/>
                  <a:gd name="connsiteY4" fmla="*/ 763087 h 953588"/>
                  <a:gd name="connsiteX5" fmla="*/ 360363 w 912812"/>
                  <a:gd name="connsiteY5" fmla="*/ 855163 h 953588"/>
                  <a:gd name="connsiteX6" fmla="*/ 187325 w 912812"/>
                  <a:gd name="connsiteY6" fmla="*/ 953588 h 953588"/>
                  <a:gd name="connsiteX7" fmla="*/ 163513 w 912812"/>
                  <a:gd name="connsiteY7" fmla="*/ 867862 h 953588"/>
                  <a:gd name="connsiteX8" fmla="*/ 125413 w 912812"/>
                  <a:gd name="connsiteY8" fmla="*/ 807537 h 953588"/>
                  <a:gd name="connsiteX9" fmla="*/ 84138 w 912812"/>
                  <a:gd name="connsiteY9" fmla="*/ 844050 h 953588"/>
                  <a:gd name="connsiteX10" fmla="*/ 0 w 912812"/>
                  <a:gd name="connsiteY10" fmla="*/ 0 h 953588"/>
                  <a:gd name="connsiteX0" fmla="*/ 0 w 912812"/>
                  <a:gd name="connsiteY0" fmla="*/ 0 h 953588"/>
                  <a:gd name="connsiteX1" fmla="*/ 912812 w 912812"/>
                  <a:gd name="connsiteY1" fmla="*/ 696913 h 953588"/>
                  <a:gd name="connsiteX2" fmla="*/ 801687 w 912812"/>
                  <a:gd name="connsiteY2" fmla="*/ 765175 h 953588"/>
                  <a:gd name="connsiteX3" fmla="*/ 663576 w 912812"/>
                  <a:gd name="connsiteY3" fmla="*/ 608013 h 953588"/>
                  <a:gd name="connsiteX4" fmla="*/ 601663 w 912812"/>
                  <a:gd name="connsiteY4" fmla="*/ 715462 h 953588"/>
                  <a:gd name="connsiteX5" fmla="*/ 360363 w 912812"/>
                  <a:gd name="connsiteY5" fmla="*/ 855163 h 953588"/>
                  <a:gd name="connsiteX6" fmla="*/ 187325 w 912812"/>
                  <a:gd name="connsiteY6" fmla="*/ 953588 h 953588"/>
                  <a:gd name="connsiteX7" fmla="*/ 163513 w 912812"/>
                  <a:gd name="connsiteY7" fmla="*/ 867862 h 953588"/>
                  <a:gd name="connsiteX8" fmla="*/ 125413 w 912812"/>
                  <a:gd name="connsiteY8" fmla="*/ 807537 h 953588"/>
                  <a:gd name="connsiteX9" fmla="*/ 84138 w 912812"/>
                  <a:gd name="connsiteY9" fmla="*/ 844050 h 953588"/>
                  <a:gd name="connsiteX10" fmla="*/ 0 w 912812"/>
                  <a:gd name="connsiteY10" fmla="*/ 0 h 953588"/>
                  <a:gd name="connsiteX0" fmla="*/ 0 w 912812"/>
                  <a:gd name="connsiteY0" fmla="*/ 0 h 953588"/>
                  <a:gd name="connsiteX1" fmla="*/ 912812 w 912812"/>
                  <a:gd name="connsiteY1" fmla="*/ 696913 h 953588"/>
                  <a:gd name="connsiteX2" fmla="*/ 801687 w 912812"/>
                  <a:gd name="connsiteY2" fmla="*/ 765175 h 953588"/>
                  <a:gd name="connsiteX3" fmla="*/ 663576 w 912812"/>
                  <a:gd name="connsiteY3" fmla="*/ 608013 h 953588"/>
                  <a:gd name="connsiteX4" fmla="*/ 601663 w 912812"/>
                  <a:gd name="connsiteY4" fmla="*/ 715462 h 953588"/>
                  <a:gd name="connsiteX5" fmla="*/ 187325 w 912812"/>
                  <a:gd name="connsiteY5" fmla="*/ 953588 h 953588"/>
                  <a:gd name="connsiteX6" fmla="*/ 163513 w 912812"/>
                  <a:gd name="connsiteY6" fmla="*/ 867862 h 953588"/>
                  <a:gd name="connsiteX7" fmla="*/ 125413 w 912812"/>
                  <a:gd name="connsiteY7" fmla="*/ 807537 h 953588"/>
                  <a:gd name="connsiteX8" fmla="*/ 84138 w 912812"/>
                  <a:gd name="connsiteY8" fmla="*/ 844050 h 953588"/>
                  <a:gd name="connsiteX9" fmla="*/ 0 w 912812"/>
                  <a:gd name="connsiteY9" fmla="*/ 0 h 953588"/>
                  <a:gd name="connsiteX0" fmla="*/ 0 w 912812"/>
                  <a:gd name="connsiteY0" fmla="*/ 0 h 867862"/>
                  <a:gd name="connsiteX1" fmla="*/ 912812 w 912812"/>
                  <a:gd name="connsiteY1" fmla="*/ 696913 h 867862"/>
                  <a:gd name="connsiteX2" fmla="*/ 801687 w 912812"/>
                  <a:gd name="connsiteY2" fmla="*/ 765175 h 867862"/>
                  <a:gd name="connsiteX3" fmla="*/ 663576 w 912812"/>
                  <a:gd name="connsiteY3" fmla="*/ 608013 h 867862"/>
                  <a:gd name="connsiteX4" fmla="*/ 601663 w 912812"/>
                  <a:gd name="connsiteY4" fmla="*/ 715462 h 867862"/>
                  <a:gd name="connsiteX5" fmla="*/ 163513 w 912812"/>
                  <a:gd name="connsiteY5" fmla="*/ 867862 h 867862"/>
                  <a:gd name="connsiteX6" fmla="*/ 125413 w 912812"/>
                  <a:gd name="connsiteY6" fmla="*/ 807537 h 867862"/>
                  <a:gd name="connsiteX7" fmla="*/ 84138 w 912812"/>
                  <a:gd name="connsiteY7" fmla="*/ 844050 h 867862"/>
                  <a:gd name="connsiteX8" fmla="*/ 0 w 912812"/>
                  <a:gd name="connsiteY8" fmla="*/ 0 h 867862"/>
                  <a:gd name="connsiteX0" fmla="*/ 0 w 912812"/>
                  <a:gd name="connsiteY0" fmla="*/ 0 h 844050"/>
                  <a:gd name="connsiteX1" fmla="*/ 912812 w 912812"/>
                  <a:gd name="connsiteY1" fmla="*/ 696913 h 844050"/>
                  <a:gd name="connsiteX2" fmla="*/ 801687 w 912812"/>
                  <a:gd name="connsiteY2" fmla="*/ 765175 h 844050"/>
                  <a:gd name="connsiteX3" fmla="*/ 663576 w 912812"/>
                  <a:gd name="connsiteY3" fmla="*/ 608013 h 844050"/>
                  <a:gd name="connsiteX4" fmla="*/ 601663 w 912812"/>
                  <a:gd name="connsiteY4" fmla="*/ 715462 h 844050"/>
                  <a:gd name="connsiteX5" fmla="*/ 125413 w 912812"/>
                  <a:gd name="connsiteY5" fmla="*/ 807537 h 844050"/>
                  <a:gd name="connsiteX6" fmla="*/ 84138 w 912812"/>
                  <a:gd name="connsiteY6" fmla="*/ 844050 h 844050"/>
                  <a:gd name="connsiteX7" fmla="*/ 0 w 912812"/>
                  <a:gd name="connsiteY7" fmla="*/ 0 h 844050"/>
                  <a:gd name="connsiteX0" fmla="*/ 0 w 912812"/>
                  <a:gd name="connsiteY0" fmla="*/ 0 h 844050"/>
                  <a:gd name="connsiteX1" fmla="*/ 912812 w 912812"/>
                  <a:gd name="connsiteY1" fmla="*/ 696913 h 844050"/>
                  <a:gd name="connsiteX2" fmla="*/ 801687 w 912812"/>
                  <a:gd name="connsiteY2" fmla="*/ 765175 h 844050"/>
                  <a:gd name="connsiteX3" fmla="*/ 663576 w 912812"/>
                  <a:gd name="connsiteY3" fmla="*/ 608013 h 844050"/>
                  <a:gd name="connsiteX4" fmla="*/ 601663 w 912812"/>
                  <a:gd name="connsiteY4" fmla="*/ 715462 h 844050"/>
                  <a:gd name="connsiteX5" fmla="*/ 84138 w 912812"/>
                  <a:gd name="connsiteY5" fmla="*/ 844050 h 844050"/>
                  <a:gd name="connsiteX6" fmla="*/ 0 w 912812"/>
                  <a:gd name="connsiteY6" fmla="*/ 0 h 844050"/>
                  <a:gd name="connsiteX0" fmla="*/ 0 w 912812"/>
                  <a:gd name="connsiteY0" fmla="*/ 0 h 844050"/>
                  <a:gd name="connsiteX1" fmla="*/ 912812 w 912812"/>
                  <a:gd name="connsiteY1" fmla="*/ 696913 h 844050"/>
                  <a:gd name="connsiteX2" fmla="*/ 801687 w 912812"/>
                  <a:gd name="connsiteY2" fmla="*/ 765175 h 844050"/>
                  <a:gd name="connsiteX3" fmla="*/ 663576 w 912812"/>
                  <a:gd name="connsiteY3" fmla="*/ 608013 h 844050"/>
                  <a:gd name="connsiteX4" fmla="*/ 601663 w 912812"/>
                  <a:gd name="connsiteY4" fmla="*/ 715462 h 844050"/>
                  <a:gd name="connsiteX5" fmla="*/ 350838 w 912812"/>
                  <a:gd name="connsiteY5" fmla="*/ 493212 h 844050"/>
                  <a:gd name="connsiteX6" fmla="*/ 84138 w 912812"/>
                  <a:gd name="connsiteY6" fmla="*/ 844050 h 844050"/>
                  <a:gd name="connsiteX7" fmla="*/ 0 w 912812"/>
                  <a:gd name="connsiteY7" fmla="*/ 0 h 844050"/>
                  <a:gd name="connsiteX0" fmla="*/ 0 w 912812"/>
                  <a:gd name="connsiteY0" fmla="*/ 0 h 880457"/>
                  <a:gd name="connsiteX1" fmla="*/ 912812 w 912812"/>
                  <a:gd name="connsiteY1" fmla="*/ 696913 h 880457"/>
                  <a:gd name="connsiteX2" fmla="*/ 801687 w 912812"/>
                  <a:gd name="connsiteY2" fmla="*/ 765175 h 880457"/>
                  <a:gd name="connsiteX3" fmla="*/ 663576 w 912812"/>
                  <a:gd name="connsiteY3" fmla="*/ 608013 h 880457"/>
                  <a:gd name="connsiteX4" fmla="*/ 601663 w 912812"/>
                  <a:gd name="connsiteY4" fmla="*/ 715462 h 880457"/>
                  <a:gd name="connsiteX5" fmla="*/ 84138 w 912812"/>
                  <a:gd name="connsiteY5" fmla="*/ 844050 h 880457"/>
                  <a:gd name="connsiteX6" fmla="*/ 0 w 912812"/>
                  <a:gd name="connsiteY6" fmla="*/ 0 h 880457"/>
                  <a:gd name="connsiteX0" fmla="*/ 3481 w 916293"/>
                  <a:gd name="connsiteY0" fmla="*/ 0 h 765175"/>
                  <a:gd name="connsiteX1" fmla="*/ 916293 w 916293"/>
                  <a:gd name="connsiteY1" fmla="*/ 696913 h 765175"/>
                  <a:gd name="connsiteX2" fmla="*/ 805168 w 916293"/>
                  <a:gd name="connsiteY2" fmla="*/ 765175 h 765175"/>
                  <a:gd name="connsiteX3" fmla="*/ 667057 w 916293"/>
                  <a:gd name="connsiteY3" fmla="*/ 608013 h 765175"/>
                  <a:gd name="connsiteX4" fmla="*/ 605144 w 916293"/>
                  <a:gd name="connsiteY4" fmla="*/ 715462 h 765175"/>
                  <a:gd name="connsiteX5" fmla="*/ 3481 w 916293"/>
                  <a:gd name="connsiteY5" fmla="*/ 0 h 765175"/>
                  <a:gd name="connsiteX0" fmla="*/ 29617 w 942429"/>
                  <a:gd name="connsiteY0" fmla="*/ 9873 h 775048"/>
                  <a:gd name="connsiteX1" fmla="*/ 942429 w 942429"/>
                  <a:gd name="connsiteY1" fmla="*/ 706786 h 775048"/>
                  <a:gd name="connsiteX2" fmla="*/ 831304 w 942429"/>
                  <a:gd name="connsiteY2" fmla="*/ 775048 h 775048"/>
                  <a:gd name="connsiteX3" fmla="*/ 693193 w 942429"/>
                  <a:gd name="connsiteY3" fmla="*/ 617886 h 775048"/>
                  <a:gd name="connsiteX4" fmla="*/ 631280 w 942429"/>
                  <a:gd name="connsiteY4" fmla="*/ 725335 h 775048"/>
                  <a:gd name="connsiteX5" fmla="*/ 259806 w 942429"/>
                  <a:gd name="connsiteY5" fmla="*/ 325285 h 775048"/>
                  <a:gd name="connsiteX6" fmla="*/ 29617 w 942429"/>
                  <a:gd name="connsiteY6" fmla="*/ 9873 h 775048"/>
                  <a:gd name="connsiteX0" fmla="*/ 27662 w 940474"/>
                  <a:gd name="connsiteY0" fmla="*/ 10077 h 775252"/>
                  <a:gd name="connsiteX1" fmla="*/ 940474 w 940474"/>
                  <a:gd name="connsiteY1" fmla="*/ 706990 h 775252"/>
                  <a:gd name="connsiteX2" fmla="*/ 829349 w 940474"/>
                  <a:gd name="connsiteY2" fmla="*/ 775252 h 775252"/>
                  <a:gd name="connsiteX3" fmla="*/ 691238 w 940474"/>
                  <a:gd name="connsiteY3" fmla="*/ 618090 h 775252"/>
                  <a:gd name="connsiteX4" fmla="*/ 629325 w 940474"/>
                  <a:gd name="connsiteY4" fmla="*/ 725539 h 775252"/>
                  <a:gd name="connsiteX5" fmla="*/ 281663 w 940474"/>
                  <a:gd name="connsiteY5" fmla="*/ 319139 h 775252"/>
                  <a:gd name="connsiteX6" fmla="*/ 27662 w 940474"/>
                  <a:gd name="connsiteY6" fmla="*/ 10077 h 775252"/>
                  <a:gd name="connsiteX0" fmla="*/ 60895 w 973707"/>
                  <a:gd name="connsiteY0" fmla="*/ 36609 h 801784"/>
                  <a:gd name="connsiteX1" fmla="*/ 973707 w 973707"/>
                  <a:gd name="connsiteY1" fmla="*/ 733522 h 801784"/>
                  <a:gd name="connsiteX2" fmla="*/ 862582 w 973707"/>
                  <a:gd name="connsiteY2" fmla="*/ 801784 h 801784"/>
                  <a:gd name="connsiteX3" fmla="*/ 724471 w 973707"/>
                  <a:gd name="connsiteY3" fmla="*/ 644622 h 801784"/>
                  <a:gd name="connsiteX4" fmla="*/ 662558 w 973707"/>
                  <a:gd name="connsiteY4" fmla="*/ 752071 h 801784"/>
                  <a:gd name="connsiteX5" fmla="*/ 314896 w 973707"/>
                  <a:gd name="connsiteY5" fmla="*/ 345671 h 801784"/>
                  <a:gd name="connsiteX6" fmla="*/ 110108 w 973707"/>
                  <a:gd name="connsiteY6" fmla="*/ 123421 h 801784"/>
                  <a:gd name="connsiteX7" fmla="*/ 60895 w 973707"/>
                  <a:gd name="connsiteY7" fmla="*/ 36609 h 801784"/>
                  <a:gd name="connsiteX0" fmla="*/ 49319 w 962131"/>
                  <a:gd name="connsiteY0" fmla="*/ 29712 h 794887"/>
                  <a:gd name="connsiteX1" fmla="*/ 962131 w 962131"/>
                  <a:gd name="connsiteY1" fmla="*/ 726625 h 794887"/>
                  <a:gd name="connsiteX2" fmla="*/ 851006 w 962131"/>
                  <a:gd name="connsiteY2" fmla="*/ 794887 h 794887"/>
                  <a:gd name="connsiteX3" fmla="*/ 712895 w 962131"/>
                  <a:gd name="connsiteY3" fmla="*/ 637725 h 794887"/>
                  <a:gd name="connsiteX4" fmla="*/ 650982 w 962131"/>
                  <a:gd name="connsiteY4" fmla="*/ 745174 h 794887"/>
                  <a:gd name="connsiteX5" fmla="*/ 303320 w 962131"/>
                  <a:gd name="connsiteY5" fmla="*/ 338774 h 794887"/>
                  <a:gd name="connsiteX6" fmla="*/ 160444 w 962131"/>
                  <a:gd name="connsiteY6" fmla="*/ 167324 h 794887"/>
                  <a:gd name="connsiteX7" fmla="*/ 49319 w 962131"/>
                  <a:gd name="connsiteY7" fmla="*/ 29712 h 794887"/>
                  <a:gd name="connsiteX0" fmla="*/ 2918 w 915730"/>
                  <a:gd name="connsiteY0" fmla="*/ 2985 h 768160"/>
                  <a:gd name="connsiteX1" fmla="*/ 915730 w 915730"/>
                  <a:gd name="connsiteY1" fmla="*/ 699898 h 768160"/>
                  <a:gd name="connsiteX2" fmla="*/ 804605 w 915730"/>
                  <a:gd name="connsiteY2" fmla="*/ 768160 h 768160"/>
                  <a:gd name="connsiteX3" fmla="*/ 666494 w 915730"/>
                  <a:gd name="connsiteY3" fmla="*/ 610998 h 768160"/>
                  <a:gd name="connsiteX4" fmla="*/ 604581 w 915730"/>
                  <a:gd name="connsiteY4" fmla="*/ 718447 h 768160"/>
                  <a:gd name="connsiteX5" fmla="*/ 256919 w 915730"/>
                  <a:gd name="connsiteY5" fmla="*/ 312047 h 768160"/>
                  <a:gd name="connsiteX6" fmla="*/ 114043 w 915730"/>
                  <a:gd name="connsiteY6" fmla="*/ 140597 h 768160"/>
                  <a:gd name="connsiteX7" fmla="*/ 2918 w 915730"/>
                  <a:gd name="connsiteY7" fmla="*/ 2985 h 76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730" h="768160">
                    <a:moveTo>
                      <a:pt x="2918" y="2985"/>
                    </a:moveTo>
                    <a:lnTo>
                      <a:pt x="915730" y="699898"/>
                    </a:lnTo>
                    <a:lnTo>
                      <a:pt x="804605" y="768160"/>
                    </a:lnTo>
                    <a:lnTo>
                      <a:pt x="666494" y="610998"/>
                    </a:lnTo>
                    <a:lnTo>
                      <a:pt x="604581" y="718447"/>
                    </a:lnTo>
                    <a:cubicBezTo>
                      <a:pt x="532350" y="669680"/>
                      <a:pt x="357196" y="431291"/>
                      <a:pt x="256919" y="312047"/>
                    </a:cubicBezTo>
                    <a:cubicBezTo>
                      <a:pt x="164844" y="207272"/>
                      <a:pt x="156377" y="192107"/>
                      <a:pt x="114043" y="140597"/>
                    </a:cubicBezTo>
                    <a:cubicBezTo>
                      <a:pt x="71709" y="89087"/>
                      <a:pt x="-17190" y="-19323"/>
                      <a:pt x="2918" y="2985"/>
                    </a:cubicBezTo>
                    <a:close/>
                  </a:path>
                </a:pathLst>
              </a:custGeom>
              <a:solidFill>
                <a:srgbClr val="FF0000">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grpSp>
          <p:nvGrpSpPr>
            <p:cNvPr id="20" name="Group 19">
              <a:extLst>
                <a:ext uri="{FF2B5EF4-FFF2-40B4-BE49-F238E27FC236}">
                  <a16:creationId xmlns:a16="http://schemas.microsoft.com/office/drawing/2014/main" id="{056B9C0F-D3DE-00E6-1091-43D1AA3FEFED}"/>
                </a:ext>
              </a:extLst>
            </p:cNvPr>
            <p:cNvGrpSpPr/>
            <p:nvPr/>
          </p:nvGrpSpPr>
          <p:grpSpPr>
            <a:xfrm>
              <a:off x="8081375" y="2068421"/>
              <a:ext cx="2008869" cy="1443596"/>
              <a:chOff x="8081375" y="2068421"/>
              <a:chExt cx="2008869" cy="1443596"/>
            </a:xfrm>
          </p:grpSpPr>
          <p:sp>
            <p:nvSpPr>
              <p:cNvPr id="12" name="TextBox 11">
                <a:extLst>
                  <a:ext uri="{FF2B5EF4-FFF2-40B4-BE49-F238E27FC236}">
                    <a16:creationId xmlns:a16="http://schemas.microsoft.com/office/drawing/2014/main" id="{D604DF93-D4B1-D0BF-B0F9-82BBD17A93A7}"/>
                  </a:ext>
                </a:extLst>
              </p:cNvPr>
              <p:cNvSpPr txBox="1"/>
              <p:nvPr/>
            </p:nvSpPr>
            <p:spPr>
              <a:xfrm>
                <a:off x="8081375" y="2068421"/>
                <a:ext cx="1813403" cy="430887"/>
              </a:xfrm>
              <a:prstGeom prst="rect">
                <a:avLst/>
              </a:prstGeom>
              <a:noFill/>
            </p:spPr>
            <p:txBody>
              <a:bodyPr wrap="square">
                <a:spAutoFit/>
              </a:bodyPr>
              <a:lstStyle/>
              <a:p>
                <a:pPr algn="ctr"/>
                <a:r>
                  <a:rPr lang="en-AU" sz="1100" b="1" dirty="0">
                    <a:latin typeface="Tw Cen MT" panose="020B0602020104020603" pitchFamily="34" charset="0"/>
                  </a:rPr>
                  <a:t>Increased in trip rate due to AVs </a:t>
                </a:r>
              </a:p>
            </p:txBody>
          </p:sp>
          <p:cxnSp>
            <p:nvCxnSpPr>
              <p:cNvPr id="13" name="Straight Arrow Connector 12">
                <a:extLst>
                  <a:ext uri="{FF2B5EF4-FFF2-40B4-BE49-F238E27FC236}">
                    <a16:creationId xmlns:a16="http://schemas.microsoft.com/office/drawing/2014/main" id="{3BCB5F48-EB3D-04D8-2F24-44BE19FD904A}"/>
                  </a:ext>
                </a:extLst>
              </p:cNvPr>
              <p:cNvCxnSpPr>
                <a:cxnSpLocks/>
                <a:stCxn id="12" idx="2"/>
              </p:cNvCxnSpPr>
              <p:nvPr/>
            </p:nvCxnSpPr>
            <p:spPr>
              <a:xfrm flipH="1">
                <a:off x="8401050" y="2499308"/>
                <a:ext cx="587027" cy="62150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F4AB893-FBD4-4F72-8FCB-24DBD362BD50}"/>
                  </a:ext>
                </a:extLst>
              </p:cNvPr>
              <p:cNvCxnSpPr>
                <a:cxnSpLocks/>
                <a:stCxn id="12" idx="2"/>
              </p:cNvCxnSpPr>
              <p:nvPr/>
            </p:nvCxnSpPr>
            <p:spPr>
              <a:xfrm>
                <a:off x="8988077" y="2499308"/>
                <a:ext cx="1102167" cy="1012709"/>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397756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a:lstStyle/>
          <a:p>
            <a:r>
              <a:rPr lang="en-AU" sz="2800">
                <a:solidFill>
                  <a:srgbClr val="1F487C"/>
                </a:solidFill>
              </a:rPr>
              <a:t>Methodology : Investigation of potential changes in travel and activity frequencies of transport-disadvantaged people</a:t>
            </a:r>
          </a:p>
        </p:txBody>
      </p:sp>
      <p:sp>
        <p:nvSpPr>
          <p:cNvPr id="18" name="Content Placeholder 2">
            <a:extLst>
              <a:ext uri="{FF2B5EF4-FFF2-40B4-BE49-F238E27FC236}">
                <a16:creationId xmlns:a16="http://schemas.microsoft.com/office/drawing/2014/main" id="{56946E0A-B908-F93A-7AC6-8F76E115E5AA}"/>
              </a:ext>
            </a:extLst>
          </p:cNvPr>
          <p:cNvSpPr txBox="1">
            <a:spLocks/>
          </p:cNvSpPr>
          <p:nvPr/>
        </p:nvSpPr>
        <p:spPr>
          <a:xfrm>
            <a:off x="609599" y="1358901"/>
            <a:ext cx="5763072" cy="4767262"/>
          </a:xfrm>
          <a:prstGeom prst="rect">
            <a:avLst/>
          </a:prstGeom>
        </p:spPr>
        <p:txBody>
          <a:bodyPr vert="horz" lIns="91440" tIns="45720" rIns="91440" bIns="45720" rtlCol="0" anchor="t">
            <a:normAutofit/>
          </a:bodyPr>
          <a:lstStyle>
            <a:lvl1pPr marL="342900" indent="-342900" algn="l" defTabSz="457200" rtl="0" eaLnBrk="1" fontAlgn="base" hangingPunct="1">
              <a:lnSpc>
                <a:spcPct val="90000"/>
              </a:lnSpc>
              <a:spcBef>
                <a:spcPct val="20000"/>
              </a:spcBef>
              <a:spcAft>
                <a:spcPct val="0"/>
              </a:spcAft>
              <a:buFont typeface="Lucida Grande" charset="0"/>
              <a:buChar char="–"/>
              <a:defRPr sz="2000" kern="1200">
                <a:solidFill>
                  <a:schemeClr val="tx1"/>
                </a:solidFill>
                <a:latin typeface="Tw Cen MT"/>
                <a:ea typeface="ＭＳ Ｐゴシック" charset="0"/>
                <a:cs typeface="Tw Cen MT"/>
              </a:defRPr>
            </a:lvl1pPr>
            <a:lvl2pPr marL="742950" indent="-285750" algn="l" defTabSz="457200" rtl="0" eaLnBrk="1" fontAlgn="base" hangingPunct="1">
              <a:lnSpc>
                <a:spcPct val="90000"/>
              </a:lnSpc>
              <a:spcBef>
                <a:spcPct val="20000"/>
              </a:spcBef>
              <a:spcAft>
                <a:spcPct val="0"/>
              </a:spcAft>
              <a:buFont typeface="Lucida Grande"/>
              <a:buChar char="–"/>
              <a:defRPr sz="1800" kern="1200">
                <a:solidFill>
                  <a:schemeClr val="tx1"/>
                </a:solidFill>
                <a:latin typeface="Tw Cen MT"/>
                <a:ea typeface="ＭＳ Ｐゴシック" charset="0"/>
                <a:cs typeface="Tw Cen MT"/>
              </a:defRPr>
            </a:lvl2pPr>
            <a:lvl3pPr marL="1143000" indent="-228600" algn="l" defTabSz="457200" rtl="0" eaLnBrk="1" fontAlgn="base" hangingPunct="1">
              <a:lnSpc>
                <a:spcPct val="90000"/>
              </a:lnSpc>
              <a:spcBef>
                <a:spcPct val="20000"/>
              </a:spcBef>
              <a:spcAft>
                <a:spcPct val="0"/>
              </a:spcAft>
              <a:buFont typeface="Arial" charset="0"/>
              <a:buChar char="•"/>
              <a:defRPr sz="16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AU" sz="2200" b="1"/>
              <a:t>Quantitative Research</a:t>
            </a:r>
          </a:p>
          <a:p>
            <a:pPr>
              <a:buFont typeface="Arial" panose="020B0604020202020204" pitchFamily="34" charset="0"/>
              <a:buChar char="•"/>
            </a:pPr>
            <a:r>
              <a:rPr lang="en-AU" sz="1900"/>
              <a:t>To quantify the extent to which AVs influence travel and activity frequency among transport-disadvantaged peoples</a:t>
            </a:r>
          </a:p>
          <a:p>
            <a:pPr marL="0" indent="0">
              <a:buNone/>
            </a:pPr>
            <a:r>
              <a:rPr lang="en-AU" sz="1900"/>
              <a:t>Data Collection: </a:t>
            </a:r>
            <a:r>
              <a:rPr lang="en-AU" sz="1900" b="1">
                <a:solidFill>
                  <a:srgbClr val="00B0F0"/>
                </a:solidFill>
              </a:rPr>
              <a:t>Sydney Household Travel Survey Data</a:t>
            </a:r>
          </a:p>
          <a:p>
            <a:pPr marL="0" indent="0">
              <a:buNone/>
            </a:pPr>
            <a:r>
              <a:rPr lang="en-AU" sz="1900"/>
              <a:t>Data Analysis: </a:t>
            </a:r>
            <a:r>
              <a:rPr lang="en-AU" sz="1900" b="1">
                <a:solidFill>
                  <a:srgbClr val="00B0F0"/>
                </a:solidFill>
              </a:rPr>
              <a:t>Propensity matching score</a:t>
            </a:r>
          </a:p>
          <a:p>
            <a:pPr marL="0" indent="0">
              <a:buNone/>
            </a:pPr>
            <a:endParaRPr lang="en-AU" sz="1900" b="1">
              <a:solidFill>
                <a:srgbClr val="FF0000"/>
              </a:solidFill>
            </a:endParaRPr>
          </a:p>
          <a:p>
            <a:pPr marL="0" indent="0">
              <a:buNone/>
            </a:pPr>
            <a:r>
              <a:rPr lang="en-AU" sz="2200" b="1"/>
              <a:t>Qualitative Research</a:t>
            </a:r>
          </a:p>
          <a:p>
            <a:pPr>
              <a:buFont typeface="Arial" panose="020B0604020202020204" pitchFamily="34" charset="0"/>
              <a:buChar char="•"/>
            </a:pPr>
            <a:r>
              <a:rPr lang="en-AU" sz="1900"/>
              <a:t>To explore perceptions of transport-disadvantaged individuals regarding AVs as a solution to their mobility barriers, </a:t>
            </a:r>
          </a:p>
          <a:p>
            <a:pPr>
              <a:buFont typeface="Arial" panose="020B0604020202020204" pitchFamily="34" charset="0"/>
              <a:buChar char="•"/>
            </a:pPr>
            <a:r>
              <a:rPr lang="en-AU" sz="1900"/>
              <a:t>To prompt anticipated changes in their travel and activity pattern</a:t>
            </a:r>
          </a:p>
          <a:p>
            <a:pPr marL="0" indent="0">
              <a:buNone/>
            </a:pPr>
            <a:r>
              <a:rPr lang="en-AU" sz="1900"/>
              <a:t>Data Collection: </a:t>
            </a:r>
            <a:r>
              <a:rPr lang="en-AU" sz="1900" b="1">
                <a:solidFill>
                  <a:srgbClr val="00B0F0"/>
                </a:solidFill>
              </a:rPr>
              <a:t>Focus group</a:t>
            </a:r>
          </a:p>
          <a:p>
            <a:pPr marL="0" indent="0">
              <a:buNone/>
            </a:pPr>
            <a:r>
              <a:rPr lang="en-AU" sz="1900"/>
              <a:t>Data Analysis: </a:t>
            </a:r>
            <a:r>
              <a:rPr lang="en-AU" sz="1900" b="1">
                <a:solidFill>
                  <a:srgbClr val="00B0F0"/>
                </a:solidFill>
              </a:rPr>
              <a:t>Thematic analysis</a:t>
            </a:r>
          </a:p>
        </p:txBody>
      </p:sp>
      <p:grpSp>
        <p:nvGrpSpPr>
          <p:cNvPr id="24" name="Group 23">
            <a:extLst>
              <a:ext uri="{FF2B5EF4-FFF2-40B4-BE49-F238E27FC236}">
                <a16:creationId xmlns:a16="http://schemas.microsoft.com/office/drawing/2014/main" id="{23B9C0E1-4B47-B834-F1E6-6DA4E0B6917C}"/>
              </a:ext>
            </a:extLst>
          </p:cNvPr>
          <p:cNvGrpSpPr/>
          <p:nvPr/>
        </p:nvGrpSpPr>
        <p:grpSpPr>
          <a:xfrm>
            <a:off x="6397823" y="1664804"/>
            <a:ext cx="5184577" cy="3528392"/>
            <a:chOff x="6673733" y="1664804"/>
            <a:chExt cx="5184577" cy="3528392"/>
          </a:xfrm>
        </p:grpSpPr>
        <p:sp>
          <p:nvSpPr>
            <p:cNvPr id="58" name="Rectangle: Rounded Corners 57">
              <a:extLst>
                <a:ext uri="{FF2B5EF4-FFF2-40B4-BE49-F238E27FC236}">
                  <a16:creationId xmlns:a16="http://schemas.microsoft.com/office/drawing/2014/main" id="{21BFA1D1-ACE7-8849-D622-D8E54DF2429A}"/>
                </a:ext>
              </a:extLst>
            </p:cNvPr>
            <p:cNvSpPr/>
            <p:nvPr/>
          </p:nvSpPr>
          <p:spPr>
            <a:xfrm>
              <a:off x="6673733" y="1664804"/>
              <a:ext cx="5184577" cy="3528392"/>
            </a:xfrm>
            <a:prstGeom prst="roundRect">
              <a:avLst/>
            </a:prstGeom>
            <a:solidFill>
              <a:srgbClr val="CCCFD7"/>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AU" sz="2200" b="1">
                  <a:solidFill>
                    <a:schemeClr val="tx1"/>
                  </a:solidFill>
                  <a:latin typeface="Tw Cen MT" panose="020B0602020104020603" pitchFamily="34" charset="0"/>
                </a:rPr>
                <a:t>Propensity matching score</a:t>
              </a:r>
            </a:p>
          </p:txBody>
        </p:sp>
        <p:grpSp>
          <p:nvGrpSpPr>
            <p:cNvPr id="9" name="Group 8">
              <a:extLst>
                <a:ext uri="{FF2B5EF4-FFF2-40B4-BE49-F238E27FC236}">
                  <a16:creationId xmlns:a16="http://schemas.microsoft.com/office/drawing/2014/main" id="{050B793D-4D1E-FD1C-4833-BF09DB7C77F2}"/>
                </a:ext>
              </a:extLst>
            </p:cNvPr>
            <p:cNvGrpSpPr/>
            <p:nvPr/>
          </p:nvGrpSpPr>
          <p:grpSpPr>
            <a:xfrm>
              <a:off x="6961765" y="2261632"/>
              <a:ext cx="4608512" cy="2334736"/>
              <a:chOff x="7032104" y="2849072"/>
              <a:chExt cx="4608512" cy="2334736"/>
            </a:xfrm>
          </p:grpSpPr>
          <p:sp>
            <p:nvSpPr>
              <p:cNvPr id="5" name="Rectangle: Rounded Corners 4">
                <a:extLst>
                  <a:ext uri="{FF2B5EF4-FFF2-40B4-BE49-F238E27FC236}">
                    <a16:creationId xmlns:a16="http://schemas.microsoft.com/office/drawing/2014/main" id="{6CF9F3FF-666A-88C9-C128-3EB776572BF0}"/>
                  </a:ext>
                </a:extLst>
              </p:cNvPr>
              <p:cNvSpPr/>
              <p:nvPr/>
            </p:nvSpPr>
            <p:spPr>
              <a:xfrm>
                <a:off x="7032104" y="2878440"/>
                <a:ext cx="1224136" cy="2304256"/>
              </a:xfrm>
              <a:prstGeom prst="roundRect">
                <a:avLst/>
              </a:prstGeom>
              <a:solidFill>
                <a:srgbClr val="224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a:latin typeface="Tw Cen MT" panose="020B0602020104020603" pitchFamily="34" charset="0"/>
                  </a:rPr>
                  <a:t>Treatment Group</a:t>
                </a:r>
              </a:p>
            </p:txBody>
          </p:sp>
          <p:sp>
            <p:nvSpPr>
              <p:cNvPr id="6" name="Rectangle: Rounded Corners 5">
                <a:extLst>
                  <a:ext uri="{FF2B5EF4-FFF2-40B4-BE49-F238E27FC236}">
                    <a16:creationId xmlns:a16="http://schemas.microsoft.com/office/drawing/2014/main" id="{2EC4EC3F-9FB5-7E35-C1DB-A0E352A3F71A}"/>
                  </a:ext>
                </a:extLst>
              </p:cNvPr>
              <p:cNvSpPr/>
              <p:nvPr/>
            </p:nvSpPr>
            <p:spPr>
              <a:xfrm>
                <a:off x="8724292" y="2879552"/>
                <a:ext cx="1224136" cy="2304256"/>
              </a:xfrm>
              <a:prstGeom prst="roundRect">
                <a:avLst/>
              </a:prstGeom>
              <a:solidFill>
                <a:srgbClr val="224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a:latin typeface="Tw Cen MT" panose="020B0602020104020603" pitchFamily="34" charset="0"/>
                  </a:rPr>
                  <a:t>Controlled Group</a:t>
                </a:r>
              </a:p>
            </p:txBody>
          </p:sp>
          <p:sp>
            <p:nvSpPr>
              <p:cNvPr id="8" name="Rectangle: Rounded Corners 7">
                <a:extLst>
                  <a:ext uri="{FF2B5EF4-FFF2-40B4-BE49-F238E27FC236}">
                    <a16:creationId xmlns:a16="http://schemas.microsoft.com/office/drawing/2014/main" id="{8AEF4ABA-1CBF-3D82-FE01-448A8C4D45DA}"/>
                  </a:ext>
                </a:extLst>
              </p:cNvPr>
              <p:cNvSpPr/>
              <p:nvPr/>
            </p:nvSpPr>
            <p:spPr>
              <a:xfrm>
                <a:off x="10416480" y="2849072"/>
                <a:ext cx="1224136" cy="2304256"/>
              </a:xfrm>
              <a:prstGeom prst="roundRect">
                <a:avLst/>
              </a:prstGeom>
              <a:solidFill>
                <a:srgbClr val="224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a:latin typeface="Tw Cen MT" panose="020B0602020104020603" pitchFamily="34" charset="0"/>
                  </a:rPr>
                  <a:t>Impact of Treatment on Trip and Activity Frequency</a:t>
                </a:r>
              </a:p>
            </p:txBody>
          </p:sp>
        </p:grpSp>
        <p:sp>
          <p:nvSpPr>
            <p:cNvPr id="10" name="TextBox 9">
              <a:extLst>
                <a:ext uri="{FF2B5EF4-FFF2-40B4-BE49-F238E27FC236}">
                  <a16:creationId xmlns:a16="http://schemas.microsoft.com/office/drawing/2014/main" id="{0BB49184-DB34-C563-C1FD-9958184A8435}"/>
                </a:ext>
              </a:extLst>
            </p:cNvPr>
            <p:cNvSpPr txBox="1"/>
            <p:nvPr/>
          </p:nvSpPr>
          <p:spPr>
            <a:xfrm>
              <a:off x="8201121" y="3198168"/>
              <a:ext cx="432048" cy="461665"/>
            </a:xfrm>
            <a:prstGeom prst="rect">
              <a:avLst/>
            </a:prstGeom>
            <a:noFill/>
          </p:spPr>
          <p:txBody>
            <a:bodyPr wrap="square">
              <a:spAutoFit/>
            </a:bodyPr>
            <a:lstStyle/>
            <a:p>
              <a:pPr algn="ctr"/>
              <a:r>
                <a:rPr lang="en-AU" sz="2400" b="1">
                  <a:latin typeface="Tw Cen MT" panose="020B0602020104020603" pitchFamily="34" charset="0"/>
                  <a:ea typeface="Segoe UI Symbol" panose="020B0502040204020203" pitchFamily="34" charset="0"/>
                </a:rPr>
                <a:t>−</a:t>
              </a:r>
              <a:endParaRPr lang="en-AU" sz="2400" b="1">
                <a:latin typeface="Tw Cen MT" panose="020B0602020104020603" pitchFamily="34" charset="0"/>
              </a:endParaRPr>
            </a:p>
          </p:txBody>
        </p:sp>
        <p:sp>
          <p:nvSpPr>
            <p:cNvPr id="11" name="TextBox 10">
              <a:extLst>
                <a:ext uri="{FF2B5EF4-FFF2-40B4-BE49-F238E27FC236}">
                  <a16:creationId xmlns:a16="http://schemas.microsoft.com/office/drawing/2014/main" id="{77A7B99C-AC94-6AF7-014A-092DFBA68C56}"/>
                </a:ext>
              </a:extLst>
            </p:cNvPr>
            <p:cNvSpPr txBox="1"/>
            <p:nvPr/>
          </p:nvSpPr>
          <p:spPr>
            <a:xfrm>
              <a:off x="9914093" y="3198168"/>
              <a:ext cx="432048" cy="461665"/>
            </a:xfrm>
            <a:prstGeom prst="rect">
              <a:avLst/>
            </a:prstGeom>
            <a:noFill/>
          </p:spPr>
          <p:txBody>
            <a:bodyPr wrap="square">
              <a:spAutoFit/>
            </a:bodyPr>
            <a:lstStyle/>
            <a:p>
              <a:pPr algn="ctr"/>
              <a:r>
                <a:rPr lang="en-AU" sz="2400" b="1">
                  <a:latin typeface="Tw Cen MT" panose="020B0602020104020603" pitchFamily="34" charset="0"/>
                </a:rPr>
                <a:t>=</a:t>
              </a:r>
            </a:p>
          </p:txBody>
        </p:sp>
        <p:pic>
          <p:nvPicPr>
            <p:cNvPr id="14" name="Graphic 13" descr="Group with solid fill">
              <a:extLst>
                <a:ext uri="{FF2B5EF4-FFF2-40B4-BE49-F238E27FC236}">
                  <a16:creationId xmlns:a16="http://schemas.microsoft.com/office/drawing/2014/main" id="{0FD639CE-F74B-317A-7C62-E9A6DCBE595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16633" y="3680856"/>
              <a:ext cx="914400" cy="914400"/>
            </a:xfrm>
            <a:prstGeom prst="rect">
              <a:avLst/>
            </a:prstGeom>
          </p:spPr>
        </p:pic>
        <p:pic>
          <p:nvPicPr>
            <p:cNvPr id="16" name="Graphic 15" descr="Group outline">
              <a:extLst>
                <a:ext uri="{FF2B5EF4-FFF2-40B4-BE49-F238E27FC236}">
                  <a16:creationId xmlns:a16="http://schemas.microsoft.com/office/drawing/2014/main" id="{A9752F97-3C16-7B83-80AA-EDFEBC81B1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07213" y="3680856"/>
              <a:ext cx="914400" cy="914400"/>
            </a:xfrm>
            <a:prstGeom prst="rect">
              <a:avLst/>
            </a:prstGeom>
          </p:spPr>
        </p:pic>
      </p:grpSp>
    </p:spTree>
    <p:extLst>
      <p:ext uri="{BB962C8B-B14F-4D97-AF65-F5344CB8AC3E}">
        <p14:creationId xmlns:p14="http://schemas.microsoft.com/office/powerpoint/2010/main" val="3427428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448C5-CD3D-B595-0EFB-3F65B9FAFD9C}"/>
              </a:ext>
            </a:extLst>
          </p:cNvPr>
          <p:cNvSpPr>
            <a:spLocks noGrp="1"/>
          </p:cNvSpPr>
          <p:nvPr>
            <p:ph type="title"/>
          </p:nvPr>
        </p:nvSpPr>
        <p:spPr/>
        <p:txBody>
          <a:bodyPr/>
          <a:lstStyle/>
          <a:p>
            <a:r>
              <a:rPr lang="en-AU"/>
              <a:t>Study 2</a:t>
            </a:r>
          </a:p>
        </p:txBody>
      </p:sp>
      <p:sp>
        <p:nvSpPr>
          <p:cNvPr id="3" name="Text Placeholder 2">
            <a:extLst>
              <a:ext uri="{FF2B5EF4-FFF2-40B4-BE49-F238E27FC236}">
                <a16:creationId xmlns:a16="http://schemas.microsoft.com/office/drawing/2014/main" id="{73403D2D-AF6A-7DDE-FAAD-477C9F216677}"/>
              </a:ext>
            </a:extLst>
          </p:cNvPr>
          <p:cNvSpPr>
            <a:spLocks noGrp="1"/>
          </p:cNvSpPr>
          <p:nvPr>
            <p:ph type="body" sz="quarter" idx="11"/>
          </p:nvPr>
        </p:nvSpPr>
        <p:spPr/>
        <p:txBody>
          <a:bodyPr>
            <a:normAutofit/>
          </a:bodyPr>
          <a:lstStyle/>
          <a:p>
            <a:r>
              <a:rPr lang="en-AU" sz="2200">
                <a:solidFill>
                  <a:schemeClr val="bg1"/>
                </a:solidFill>
                <a:latin typeface="Tw Cen MT" panose="020B0602020104020603" pitchFamily="34" charset="0"/>
              </a:rPr>
              <a:t>Analysing Mode Choices of Transport-disadvantaged people</a:t>
            </a:r>
          </a:p>
        </p:txBody>
      </p:sp>
      <p:pic>
        <p:nvPicPr>
          <p:cNvPr id="8" name="Graphic 7" descr="Open book with table lamp, books, pen and pencil">
            <a:extLst>
              <a:ext uri="{FF2B5EF4-FFF2-40B4-BE49-F238E27FC236}">
                <a16:creationId xmlns:a16="http://schemas.microsoft.com/office/drawing/2014/main" id="{5849441C-467A-BE17-3F3D-ACB1C7F83C3D}"/>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9976" y="2132856"/>
            <a:ext cx="6858000" cy="6858000"/>
          </a:xfrm>
          <a:prstGeom prst="rect">
            <a:avLst/>
          </a:prstGeom>
        </p:spPr>
      </p:pic>
      <p:pic>
        <p:nvPicPr>
          <p:cNvPr id="11" name="Graphic 10" descr="An organic corner shape">
            <a:extLst>
              <a:ext uri="{FF2B5EF4-FFF2-40B4-BE49-F238E27FC236}">
                <a16:creationId xmlns:a16="http://schemas.microsoft.com/office/drawing/2014/main" id="{793E9813-2C56-3C53-56A5-286BF6FF0463}"/>
              </a:ext>
            </a:extLst>
          </p:cNvPr>
          <p:cNvPicPr>
            <a:picLocks noGrp="1" noRot="1" noChangeAspec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flipV="1">
            <a:off x="8979024" y="0"/>
            <a:ext cx="3212976" cy="3212976"/>
          </a:xfrm>
          <a:prstGeom prst="rect">
            <a:avLst/>
          </a:prstGeom>
        </p:spPr>
      </p:pic>
    </p:spTree>
    <p:extLst>
      <p:ext uri="{BB962C8B-B14F-4D97-AF65-F5344CB8AC3E}">
        <p14:creationId xmlns:p14="http://schemas.microsoft.com/office/powerpoint/2010/main" val="1338070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E4E751B-A31F-3982-F269-255ABB5B372F}"/>
              </a:ext>
            </a:extLst>
          </p:cNvPr>
          <p:cNvPicPr>
            <a:picLocks noChangeAspect="1"/>
          </p:cNvPicPr>
          <p:nvPr/>
        </p:nvPicPr>
        <p:blipFill>
          <a:blip r:embed="rId3"/>
          <a:stretch>
            <a:fillRect/>
          </a:stretch>
        </p:blipFill>
        <p:spPr>
          <a:xfrm>
            <a:off x="609600" y="1255855"/>
            <a:ext cx="5054352" cy="5152304"/>
          </a:xfrm>
          <a:prstGeom prst="rect">
            <a:avLst/>
          </a:prstGeom>
        </p:spPr>
      </p:pic>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wrap="square" anchor="ctr">
            <a:normAutofit/>
          </a:bodyPr>
          <a:lstStyle/>
          <a:p>
            <a:r>
              <a:rPr lang="en-AU" sz="2800">
                <a:solidFill>
                  <a:srgbClr val="1F487C"/>
                </a:solidFill>
              </a:rPr>
              <a:t>Literature Review : Analysing Mode Choices of Transport-disadvantaged people</a:t>
            </a:r>
          </a:p>
        </p:txBody>
      </p:sp>
      <p:sp>
        <p:nvSpPr>
          <p:cNvPr id="6" name="Content Placeholder 2">
            <a:extLst>
              <a:ext uri="{FF2B5EF4-FFF2-40B4-BE49-F238E27FC236}">
                <a16:creationId xmlns:a16="http://schemas.microsoft.com/office/drawing/2014/main" id="{5A80E810-72AC-CADD-6CDA-F2E80C810CC4}"/>
              </a:ext>
            </a:extLst>
          </p:cNvPr>
          <p:cNvSpPr>
            <a:spLocks noGrp="1"/>
          </p:cNvSpPr>
          <p:nvPr>
            <p:ph sz="half" idx="2"/>
          </p:nvPr>
        </p:nvSpPr>
        <p:spPr>
          <a:xfrm>
            <a:off x="6197600" y="1554480"/>
            <a:ext cx="5384800" cy="3749039"/>
          </a:xfrm>
        </p:spPr>
        <p:txBody>
          <a:bodyPr anchor="t">
            <a:normAutofit fontScale="92500" lnSpcReduction="20000"/>
          </a:bodyPr>
          <a:lstStyle/>
          <a:p>
            <a:pPr marL="0" indent="0">
              <a:buNone/>
            </a:pPr>
            <a:r>
              <a:rPr lang="en-AU" b="1"/>
              <a:t>Summary of Literature Review</a:t>
            </a:r>
          </a:p>
          <a:p>
            <a:pPr>
              <a:buFont typeface="Arial" panose="020B0604020202020204" pitchFamily="34" charset="0"/>
              <a:buChar char="•"/>
            </a:pPr>
            <a:r>
              <a:rPr lang="en-AU"/>
              <a:t>Elderly people </a:t>
            </a:r>
            <a:r>
              <a:rPr lang="en-AU" b="1">
                <a:solidFill>
                  <a:srgbClr val="00B0F0"/>
                </a:solidFill>
              </a:rPr>
              <a:t>do not </a:t>
            </a:r>
            <a:r>
              <a:rPr lang="en-AU"/>
              <a:t>incline toward AVs</a:t>
            </a:r>
          </a:p>
          <a:p>
            <a:pPr>
              <a:buFont typeface="Arial" panose="020B0604020202020204" pitchFamily="34" charset="0"/>
              <a:buChar char="•"/>
            </a:pPr>
            <a:r>
              <a:rPr lang="en-AU"/>
              <a:t>Preference of non-drivers are mixed. </a:t>
            </a:r>
          </a:p>
          <a:p>
            <a:pPr>
              <a:buFont typeface="Arial" panose="020B0604020202020204" pitchFamily="34" charset="0"/>
              <a:buChar char="•"/>
            </a:pPr>
            <a:r>
              <a:rPr lang="en-AU"/>
              <a:t>Disabled people incline toward SAVs with rideshare and carshare.</a:t>
            </a:r>
          </a:p>
          <a:p>
            <a:pPr marL="0" indent="0">
              <a:buNone/>
            </a:pPr>
            <a:endParaRPr lang="en-AU" b="1"/>
          </a:p>
          <a:p>
            <a:pPr marL="0" indent="0">
              <a:buNone/>
            </a:pPr>
            <a:r>
              <a:rPr lang="en-AU" b="1"/>
              <a:t>Research Gaps</a:t>
            </a:r>
          </a:p>
          <a:p>
            <a:pPr>
              <a:buFont typeface="Arial" panose="020B0604020202020204" pitchFamily="34" charset="0"/>
              <a:buChar char="•"/>
            </a:pPr>
            <a:r>
              <a:rPr lang="en-AU"/>
              <a:t>Limited research for disabled and non-drivers</a:t>
            </a:r>
          </a:p>
          <a:p>
            <a:pPr>
              <a:buFont typeface="Arial" panose="020B0604020202020204" pitchFamily="34" charset="0"/>
              <a:buChar char="•"/>
            </a:pPr>
            <a:r>
              <a:rPr lang="en-AU"/>
              <a:t>Contradiction between expected and observed preference of elderly people on AVs </a:t>
            </a:r>
          </a:p>
          <a:p>
            <a:pPr>
              <a:buFont typeface="Arial" panose="020B0604020202020204" pitchFamily="34" charset="0"/>
              <a:buChar char="•"/>
            </a:pPr>
            <a:r>
              <a:rPr lang="en-AU"/>
              <a:t>No information of how transport-disadvantaged people prioritise and trade-off among AVs attributes</a:t>
            </a:r>
          </a:p>
        </p:txBody>
      </p:sp>
      <p:sp>
        <p:nvSpPr>
          <p:cNvPr id="3" name="Rectangle 2">
            <a:extLst>
              <a:ext uri="{FF2B5EF4-FFF2-40B4-BE49-F238E27FC236}">
                <a16:creationId xmlns:a16="http://schemas.microsoft.com/office/drawing/2014/main" id="{BE5B95BC-51F0-02C9-D38D-AD981B71186D}"/>
              </a:ext>
            </a:extLst>
          </p:cNvPr>
          <p:cNvSpPr/>
          <p:nvPr/>
        </p:nvSpPr>
        <p:spPr>
          <a:xfrm>
            <a:off x="3575720" y="1255854"/>
            <a:ext cx="1368152" cy="5152303"/>
          </a:xfrm>
          <a:prstGeom prst="rect">
            <a:avLst/>
          </a:prstGeom>
          <a:solidFill>
            <a:schemeClr val="lt1">
              <a:alpha val="0"/>
            </a:schemeClr>
          </a:solidFill>
          <a:ln w="19050">
            <a:solidFill>
              <a:srgbClr val="FF000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solidFill>
                <a:srgbClr val="1E4883"/>
              </a:solidFill>
            </a:endParaRPr>
          </a:p>
        </p:txBody>
      </p:sp>
    </p:spTree>
    <p:extLst>
      <p:ext uri="{BB962C8B-B14F-4D97-AF65-F5344CB8AC3E}">
        <p14:creationId xmlns:p14="http://schemas.microsoft.com/office/powerpoint/2010/main" val="1327576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6" presetClass="emph" presetSubtype="0" fill="hold" nodeType="clickEffect">
                                  <p:stCondLst>
                                    <p:cond delay="0"/>
                                  </p:stCondLst>
                                  <p:childTnLst>
                                    <p:animEffect transition="out" filter="fade">
                                      <p:cBhvr>
                                        <p:cTn id="36" dur="500" tmFilter="0, 0; .2, .5; .8, .5; 1, 0"/>
                                        <p:tgtEl>
                                          <p:spTgt spid="6">
                                            <p:txEl>
                                              <p:pRg st="1" end="1"/>
                                            </p:txEl>
                                          </p:spTgt>
                                        </p:tgtEl>
                                      </p:cBhvr>
                                    </p:animEffect>
                                    <p:animScale>
                                      <p:cBhvr>
                                        <p:cTn id="37" dur="250" autoRev="1" fill="hold"/>
                                        <p:tgtEl>
                                          <p:spTgt spid="6">
                                            <p:txEl>
                                              <p:pRg st="1" end="1"/>
                                            </p:txEl>
                                          </p:spTgt>
                                        </p:tgtEl>
                                      </p:cBhvr>
                                      <p:by x="105000" y="105000"/>
                                    </p:animScale>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a:lstStyle/>
          <a:p>
            <a:r>
              <a:rPr lang="en-AU" sz="2800">
                <a:solidFill>
                  <a:srgbClr val="1F487C"/>
                </a:solidFill>
              </a:rPr>
              <a:t>Methodology : Analysing Mode Choices of Transport-disadvantaged people</a:t>
            </a:r>
          </a:p>
        </p:txBody>
      </p:sp>
      <p:sp>
        <p:nvSpPr>
          <p:cNvPr id="14" name="Content Placeholder 2">
            <a:extLst>
              <a:ext uri="{FF2B5EF4-FFF2-40B4-BE49-F238E27FC236}">
                <a16:creationId xmlns:a16="http://schemas.microsoft.com/office/drawing/2014/main" id="{EEE10D40-ED3E-C969-C88F-31C46762AF9F}"/>
              </a:ext>
            </a:extLst>
          </p:cNvPr>
          <p:cNvSpPr txBox="1">
            <a:spLocks/>
          </p:cNvSpPr>
          <p:nvPr/>
        </p:nvSpPr>
        <p:spPr>
          <a:xfrm>
            <a:off x="609599" y="1358901"/>
            <a:ext cx="5522913" cy="4767262"/>
          </a:xfrm>
          <a:prstGeom prst="rect">
            <a:avLst/>
          </a:prstGeom>
        </p:spPr>
        <p:txBody>
          <a:bodyPr vert="horz" lIns="91440" tIns="45720" rIns="91440" bIns="45720" rtlCol="0" anchor="t">
            <a:normAutofit/>
          </a:bodyPr>
          <a:lstStyle>
            <a:lvl1pPr marL="342900" indent="-342900" algn="l" defTabSz="457200" rtl="0" eaLnBrk="1" fontAlgn="base" hangingPunct="1">
              <a:lnSpc>
                <a:spcPct val="90000"/>
              </a:lnSpc>
              <a:spcBef>
                <a:spcPct val="20000"/>
              </a:spcBef>
              <a:spcAft>
                <a:spcPct val="0"/>
              </a:spcAft>
              <a:buFont typeface="Lucida Grande" charset="0"/>
              <a:buChar char="–"/>
              <a:defRPr sz="2000" kern="1200">
                <a:solidFill>
                  <a:schemeClr val="tx1"/>
                </a:solidFill>
                <a:latin typeface="Tw Cen MT"/>
                <a:ea typeface="ＭＳ Ｐゴシック" charset="0"/>
                <a:cs typeface="Tw Cen MT"/>
              </a:defRPr>
            </a:lvl1pPr>
            <a:lvl2pPr marL="742950" indent="-285750" algn="l" defTabSz="457200" rtl="0" eaLnBrk="1" fontAlgn="base" hangingPunct="1">
              <a:lnSpc>
                <a:spcPct val="90000"/>
              </a:lnSpc>
              <a:spcBef>
                <a:spcPct val="20000"/>
              </a:spcBef>
              <a:spcAft>
                <a:spcPct val="0"/>
              </a:spcAft>
              <a:buFont typeface="Lucida Grande"/>
              <a:buChar char="–"/>
              <a:defRPr sz="1800" kern="1200">
                <a:solidFill>
                  <a:schemeClr val="tx1"/>
                </a:solidFill>
                <a:latin typeface="Tw Cen MT"/>
                <a:ea typeface="ＭＳ Ｐゴシック" charset="0"/>
                <a:cs typeface="Tw Cen MT"/>
              </a:defRPr>
            </a:lvl2pPr>
            <a:lvl3pPr marL="1143000" indent="-228600" algn="l" defTabSz="457200" rtl="0" eaLnBrk="1" fontAlgn="base" hangingPunct="1">
              <a:lnSpc>
                <a:spcPct val="90000"/>
              </a:lnSpc>
              <a:spcBef>
                <a:spcPct val="20000"/>
              </a:spcBef>
              <a:spcAft>
                <a:spcPct val="0"/>
              </a:spcAft>
              <a:buFont typeface="Arial" charset="0"/>
              <a:buChar char="•"/>
              <a:defRPr sz="16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AU" sz="2200" b="1"/>
              <a:t>Qualitative Research</a:t>
            </a:r>
          </a:p>
          <a:p>
            <a:pPr>
              <a:buFont typeface="Arial" panose="020B0604020202020204" pitchFamily="34" charset="0"/>
              <a:buChar char="•"/>
            </a:pPr>
            <a:r>
              <a:rPr lang="en-AU" sz="1900"/>
              <a:t>To explore the attributes of AVs that hold significance for transport-disadvantaged individuals</a:t>
            </a:r>
          </a:p>
          <a:p>
            <a:pPr marL="0" indent="0">
              <a:buNone/>
            </a:pPr>
            <a:r>
              <a:rPr lang="en-AU" sz="1900"/>
              <a:t>Data Collection: </a:t>
            </a:r>
            <a:r>
              <a:rPr lang="en-AU" sz="1900" b="1">
                <a:solidFill>
                  <a:srgbClr val="00B0F0"/>
                </a:solidFill>
              </a:rPr>
              <a:t>Focus group</a:t>
            </a:r>
          </a:p>
          <a:p>
            <a:pPr marL="0" indent="0">
              <a:buNone/>
            </a:pPr>
            <a:r>
              <a:rPr lang="en-AU" sz="1900"/>
              <a:t>Data Analysis: </a:t>
            </a:r>
            <a:r>
              <a:rPr lang="en-AU" sz="1900" b="1">
                <a:solidFill>
                  <a:srgbClr val="00B0F0"/>
                </a:solidFill>
              </a:rPr>
              <a:t>Thematic analysis</a:t>
            </a:r>
          </a:p>
          <a:p>
            <a:pPr marL="0" indent="0">
              <a:buNone/>
            </a:pPr>
            <a:endParaRPr lang="en-AU"/>
          </a:p>
          <a:p>
            <a:pPr marL="0" indent="0">
              <a:buNone/>
            </a:pPr>
            <a:r>
              <a:rPr lang="en-AU" sz="2200" b="1"/>
              <a:t>Quantitative Research</a:t>
            </a:r>
          </a:p>
          <a:p>
            <a:pPr>
              <a:buFont typeface="Arial" panose="020B0604020202020204" pitchFamily="34" charset="0"/>
              <a:buChar char="•"/>
            </a:pPr>
            <a:r>
              <a:rPr lang="en-AU" sz="1900"/>
              <a:t>To elucidate how transport-disadvantaged individual perceive the various attributes associated with AVs</a:t>
            </a:r>
          </a:p>
          <a:p>
            <a:pPr>
              <a:buFont typeface="Arial" panose="020B0604020202020204" pitchFamily="34" charset="0"/>
              <a:buChar char="•"/>
            </a:pPr>
            <a:r>
              <a:rPr lang="en-AU" sz="1900"/>
              <a:t>To elicit willingness to pay for those attributes</a:t>
            </a:r>
          </a:p>
          <a:p>
            <a:pPr marL="0" indent="0">
              <a:buNone/>
            </a:pPr>
            <a:r>
              <a:rPr lang="en-AU" sz="1900"/>
              <a:t>Data Collection: </a:t>
            </a:r>
            <a:r>
              <a:rPr lang="en-AU" sz="1900" b="1">
                <a:solidFill>
                  <a:srgbClr val="00B0F0"/>
                </a:solidFill>
              </a:rPr>
              <a:t>Stated choice experiments</a:t>
            </a:r>
          </a:p>
          <a:p>
            <a:pPr marL="0" indent="0">
              <a:buNone/>
            </a:pPr>
            <a:r>
              <a:rPr lang="en-AU" sz="1900"/>
              <a:t>Data Analysis: </a:t>
            </a:r>
            <a:r>
              <a:rPr lang="en-AU" sz="1900" b="1">
                <a:solidFill>
                  <a:srgbClr val="00B0F0"/>
                </a:solidFill>
              </a:rPr>
              <a:t>Discrete choice analysis</a:t>
            </a:r>
          </a:p>
          <a:p>
            <a:pPr marL="0" indent="0">
              <a:buNone/>
            </a:pPr>
            <a:endParaRPr lang="en-AU" sz="1900" b="1">
              <a:solidFill>
                <a:srgbClr val="FF0000"/>
              </a:solidFill>
            </a:endParaRPr>
          </a:p>
        </p:txBody>
      </p:sp>
      <p:graphicFrame>
        <p:nvGraphicFramePr>
          <p:cNvPr id="23" name="Table 22">
            <a:extLst>
              <a:ext uri="{FF2B5EF4-FFF2-40B4-BE49-F238E27FC236}">
                <a16:creationId xmlns:a16="http://schemas.microsoft.com/office/drawing/2014/main" id="{1244DAB0-FB82-99E8-83FB-B5A07509697A}"/>
              </a:ext>
            </a:extLst>
          </p:cNvPr>
          <p:cNvGraphicFramePr>
            <a:graphicFrameLocks noGrp="1"/>
          </p:cNvGraphicFramePr>
          <p:nvPr>
            <p:extLst>
              <p:ext uri="{D42A27DB-BD31-4B8C-83A1-F6EECF244321}">
                <p14:modId xmlns:p14="http://schemas.microsoft.com/office/powerpoint/2010/main" val="3573506363"/>
              </p:ext>
            </p:extLst>
          </p:nvPr>
        </p:nvGraphicFramePr>
        <p:xfrm>
          <a:off x="6397821" y="1790940"/>
          <a:ext cx="5184579" cy="3276120"/>
        </p:xfrm>
        <a:graphic>
          <a:graphicData uri="http://schemas.openxmlformats.org/drawingml/2006/table">
            <a:tbl>
              <a:tblPr firstRow="1" bandRow="1">
                <a:tableStyleId>{5C22544A-7EE6-4342-B048-85BDC9FD1C3A}</a:tableStyleId>
              </a:tblPr>
              <a:tblGrid>
                <a:gridCol w="1584117">
                  <a:extLst>
                    <a:ext uri="{9D8B030D-6E8A-4147-A177-3AD203B41FA5}">
                      <a16:colId xmlns:a16="http://schemas.microsoft.com/office/drawing/2014/main" val="2687850542"/>
                    </a:ext>
                  </a:extLst>
                </a:gridCol>
                <a:gridCol w="1200154">
                  <a:extLst>
                    <a:ext uri="{9D8B030D-6E8A-4147-A177-3AD203B41FA5}">
                      <a16:colId xmlns:a16="http://schemas.microsoft.com/office/drawing/2014/main" val="2156320597"/>
                    </a:ext>
                  </a:extLst>
                </a:gridCol>
                <a:gridCol w="1200154">
                  <a:extLst>
                    <a:ext uri="{9D8B030D-6E8A-4147-A177-3AD203B41FA5}">
                      <a16:colId xmlns:a16="http://schemas.microsoft.com/office/drawing/2014/main" val="2640322232"/>
                    </a:ext>
                  </a:extLst>
                </a:gridCol>
                <a:gridCol w="1200154">
                  <a:extLst>
                    <a:ext uri="{9D8B030D-6E8A-4147-A177-3AD203B41FA5}">
                      <a16:colId xmlns:a16="http://schemas.microsoft.com/office/drawing/2014/main" val="2560652943"/>
                    </a:ext>
                  </a:extLst>
                </a:gridCol>
              </a:tblGrid>
              <a:tr h="209082">
                <a:tc gridSpan="4">
                  <a:txBody>
                    <a:bodyPr/>
                    <a:lstStyle/>
                    <a:p>
                      <a:pPr algn="ctr"/>
                      <a:r>
                        <a:rPr lang="en-AU" sz="1500">
                          <a:latin typeface="Tw Cen MT" panose="020B0602020104020603" pitchFamily="34" charset="0"/>
                        </a:rPr>
                        <a:t>Stated choice experiment (Example)</a:t>
                      </a:r>
                    </a:p>
                  </a:txBody>
                  <a:tcPr marL="36000" marR="36000" marT="36000" marB="36000">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F487C"/>
                    </a:solidFill>
                  </a:tcPr>
                </a:tc>
                <a:tc hMerge="1">
                  <a:txBody>
                    <a:bodyPr/>
                    <a:lstStyle/>
                    <a:p>
                      <a:pPr algn="ctr"/>
                      <a:endParaRPr lang="en-AU" sz="1100">
                        <a:latin typeface="Tw Cen MT" panose="020B0602020104020603" pitchFamily="34" charset="0"/>
                      </a:endParaRP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F487C"/>
                    </a:solidFill>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614527071"/>
                  </a:ext>
                </a:extLst>
              </a:tr>
              <a:tr h="209082">
                <a:tc rowSpan="2">
                  <a:txBody>
                    <a:bodyPr/>
                    <a:lstStyle/>
                    <a:p>
                      <a:pPr algn="ctr"/>
                      <a:r>
                        <a:rPr lang="en-AU" sz="1500" b="1" kern="1200">
                          <a:solidFill>
                            <a:schemeClr val="lt1"/>
                          </a:solidFill>
                          <a:latin typeface="Tw Cen MT" panose="020B0602020104020603" pitchFamily="34" charset="0"/>
                          <a:ea typeface="+mn-ea"/>
                          <a:cs typeface="+mn-cs"/>
                        </a:rPr>
                        <a:t>Attributes</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F487C"/>
                    </a:solidFill>
                  </a:tcPr>
                </a:tc>
                <a:tc gridSpan="3">
                  <a:txBody>
                    <a:bodyPr/>
                    <a:lstStyle/>
                    <a:p>
                      <a:pPr algn="ctr"/>
                      <a:r>
                        <a:rPr lang="en-AU" sz="1500" b="1" kern="1200">
                          <a:solidFill>
                            <a:schemeClr val="lt1"/>
                          </a:solidFill>
                          <a:latin typeface="Tw Cen MT" panose="020B0602020104020603" pitchFamily="34" charset="0"/>
                          <a:ea typeface="+mn-ea"/>
                          <a:cs typeface="+mn-cs"/>
                        </a:rPr>
                        <a:t>Alternatives</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F487C"/>
                    </a:solidFill>
                  </a:tcPr>
                </a:tc>
                <a:tc hMerge="1">
                  <a:txBody>
                    <a:bodyPr/>
                    <a:lstStyle/>
                    <a:p>
                      <a:endParaRPr lang="en-AU"/>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F487C"/>
                    </a:solidFill>
                  </a:tcPr>
                </a:tc>
                <a:tc hMerge="1">
                  <a:txBody>
                    <a:bodyPr/>
                    <a:lstStyle/>
                    <a:p>
                      <a:endParaRPr lang="en-AU"/>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F487C"/>
                    </a:solidFill>
                  </a:tcPr>
                </a:tc>
                <a:extLst>
                  <a:ext uri="{0D108BD9-81ED-4DB2-BD59-A6C34878D82A}">
                    <a16:rowId xmlns:a16="http://schemas.microsoft.com/office/drawing/2014/main" val="340530673"/>
                  </a:ext>
                </a:extLst>
              </a:tr>
              <a:tr h="209082">
                <a:tc vMerge="1">
                  <a:txBody>
                    <a:bodyPr/>
                    <a:lstStyle/>
                    <a:p>
                      <a:endParaRPr lang="en-AU"/>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F487C"/>
                    </a:solidFill>
                  </a:tcPr>
                </a:tc>
                <a:tc>
                  <a:txBody>
                    <a:bodyPr/>
                    <a:lstStyle/>
                    <a:p>
                      <a:pPr algn="ctr"/>
                      <a:r>
                        <a:rPr lang="en-AU" sz="1500" b="1" kern="1200">
                          <a:solidFill>
                            <a:schemeClr val="lt1"/>
                          </a:solidFill>
                          <a:latin typeface="Tw Cen MT" panose="020B0602020104020603" pitchFamily="34" charset="0"/>
                          <a:ea typeface="+mn-ea"/>
                          <a:cs typeface="+mn-cs"/>
                        </a:rPr>
                        <a:t>Private autonomous vehicle</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F487C"/>
                    </a:solidFill>
                  </a:tcPr>
                </a:tc>
                <a:tc>
                  <a:txBody>
                    <a:bodyPr/>
                    <a:lstStyle/>
                    <a:p>
                      <a:pPr algn="ctr"/>
                      <a:r>
                        <a:rPr lang="en-AU" sz="1500" b="1" kern="1200">
                          <a:solidFill>
                            <a:schemeClr val="lt1"/>
                          </a:solidFill>
                          <a:latin typeface="Tw Cen MT" panose="020B0602020104020603" pitchFamily="34" charset="0"/>
                          <a:ea typeface="+mn-ea"/>
                          <a:cs typeface="+mn-cs"/>
                        </a:rPr>
                        <a:t>Shared autonomous vehicle</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F487C"/>
                    </a:solidFill>
                  </a:tcPr>
                </a:tc>
                <a:tc>
                  <a:txBody>
                    <a:bodyPr/>
                    <a:lstStyle/>
                    <a:p>
                      <a:pPr algn="ctr"/>
                      <a:r>
                        <a:rPr lang="en-AU" sz="1500" b="1" kern="1200">
                          <a:solidFill>
                            <a:schemeClr val="lt1"/>
                          </a:solidFill>
                          <a:latin typeface="Tw Cen MT" panose="020B0602020104020603" pitchFamily="34" charset="0"/>
                          <a:ea typeface="+mn-ea"/>
                          <a:cs typeface="+mn-cs"/>
                        </a:rPr>
                        <a:t>Autonomous public transport</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F487C"/>
                    </a:solidFill>
                  </a:tcPr>
                </a:tc>
                <a:extLst>
                  <a:ext uri="{0D108BD9-81ED-4DB2-BD59-A6C34878D82A}">
                    <a16:rowId xmlns:a16="http://schemas.microsoft.com/office/drawing/2014/main" val="3909755058"/>
                  </a:ext>
                </a:extLst>
              </a:tr>
              <a:tr h="209082">
                <a:tc>
                  <a:txBody>
                    <a:bodyPr/>
                    <a:lstStyle/>
                    <a:p>
                      <a:r>
                        <a:rPr lang="en-AU" sz="1100">
                          <a:latin typeface="Tw Cen MT" panose="020B0602020104020603" pitchFamily="34" charset="0"/>
                        </a:rPr>
                        <a:t>Travel Time</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Minutes</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Minutes</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Minutes</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extLst>
                  <a:ext uri="{0D108BD9-81ED-4DB2-BD59-A6C34878D82A}">
                    <a16:rowId xmlns:a16="http://schemas.microsoft.com/office/drawing/2014/main" val="2625595249"/>
                  </a:ext>
                </a:extLst>
              </a:tr>
              <a:tr h="209082">
                <a:tc>
                  <a:txBody>
                    <a:bodyPr/>
                    <a:lstStyle/>
                    <a:p>
                      <a:r>
                        <a:rPr lang="en-AU" sz="1100">
                          <a:latin typeface="Tw Cen MT" panose="020B0602020104020603" pitchFamily="34" charset="0"/>
                        </a:rPr>
                        <a:t>Travel Cost</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extLst>
                  <a:ext uri="{0D108BD9-81ED-4DB2-BD59-A6C34878D82A}">
                    <a16:rowId xmlns:a16="http://schemas.microsoft.com/office/drawing/2014/main" val="2250248391"/>
                  </a:ext>
                </a:extLst>
              </a:tr>
              <a:tr h="209082">
                <a:tc>
                  <a:txBody>
                    <a:bodyPr/>
                    <a:lstStyle/>
                    <a:p>
                      <a:r>
                        <a:rPr lang="en-AU" sz="1100">
                          <a:latin typeface="Tw Cen MT" panose="020B0602020104020603" pitchFamily="34" charset="0"/>
                        </a:rPr>
                        <a:t>Walk Time</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Minutes</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Minutes</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Minutes</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extLst>
                  <a:ext uri="{0D108BD9-81ED-4DB2-BD59-A6C34878D82A}">
                    <a16:rowId xmlns:a16="http://schemas.microsoft.com/office/drawing/2014/main" val="1641065340"/>
                  </a:ext>
                </a:extLst>
              </a:tr>
              <a:tr h="209082">
                <a:tc>
                  <a:txBody>
                    <a:bodyPr/>
                    <a:lstStyle/>
                    <a:p>
                      <a:r>
                        <a:rPr lang="en-AU" sz="1100">
                          <a:latin typeface="Tw Cen MT" panose="020B0602020104020603" pitchFamily="34" charset="0"/>
                        </a:rPr>
                        <a:t>Wait Time</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Minutes</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Minutes</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Minutes</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extLst>
                  <a:ext uri="{0D108BD9-81ED-4DB2-BD59-A6C34878D82A}">
                    <a16:rowId xmlns:a16="http://schemas.microsoft.com/office/drawing/2014/main" val="1054110576"/>
                  </a:ext>
                </a:extLst>
              </a:tr>
              <a:tr h="209082">
                <a:tc>
                  <a:txBody>
                    <a:bodyPr/>
                    <a:lstStyle/>
                    <a:p>
                      <a:r>
                        <a:rPr lang="en-AU" sz="1100">
                          <a:latin typeface="Tw Cen MT" panose="020B0602020104020603" pitchFamily="34" charset="0"/>
                        </a:rPr>
                        <a:t>Shared with Stranger</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No</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Yes</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Yes</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extLst>
                  <a:ext uri="{0D108BD9-81ED-4DB2-BD59-A6C34878D82A}">
                    <a16:rowId xmlns:a16="http://schemas.microsoft.com/office/drawing/2014/main" val="2585422372"/>
                  </a:ext>
                </a:extLst>
              </a:tr>
              <a:tr h="209082">
                <a:tc>
                  <a:txBody>
                    <a:bodyPr/>
                    <a:lstStyle/>
                    <a:p>
                      <a:r>
                        <a:rPr lang="en-AU" sz="1100">
                          <a:latin typeface="Tw Cen MT" panose="020B0602020104020603" pitchFamily="34" charset="0"/>
                        </a:rPr>
                        <a:t>Accessibility Feature</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Normal</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Wheelchair ramp</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r>
                        <a:rPr lang="en-AU" sz="1100">
                          <a:latin typeface="Tw Cen MT" panose="020B0602020104020603" pitchFamily="34" charset="0"/>
                        </a:rPr>
                        <a:t>Human assistance</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extLst>
                  <a:ext uri="{0D108BD9-81ED-4DB2-BD59-A6C34878D82A}">
                    <a16:rowId xmlns:a16="http://schemas.microsoft.com/office/drawing/2014/main" val="2572787694"/>
                  </a:ext>
                </a:extLst>
              </a:tr>
              <a:tr h="209082">
                <a:tc>
                  <a:txBody>
                    <a:bodyPr/>
                    <a:lstStyle/>
                    <a:p>
                      <a:r>
                        <a:rPr lang="en-AU" sz="1100">
                          <a:latin typeface="Tw Cen MT" panose="020B0602020104020603" pitchFamily="34" charset="0"/>
                        </a:rPr>
                        <a:t>Finding from focus group</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endParaRPr lang="en-AU" sz="1100">
                        <a:latin typeface="Tw Cen MT" panose="020B0602020104020603" pitchFamily="34" charset="0"/>
                      </a:endParaRP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endParaRPr lang="en-AU" sz="1100">
                        <a:latin typeface="Tw Cen MT" panose="020B0602020104020603" pitchFamily="34" charset="0"/>
                      </a:endParaRP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tc>
                  <a:txBody>
                    <a:bodyPr/>
                    <a:lstStyle/>
                    <a:p>
                      <a:pPr algn="ctr"/>
                      <a:endParaRPr lang="en-AU" sz="1100">
                        <a:latin typeface="Tw Cen MT" panose="020B0602020104020603" pitchFamily="34" charset="0"/>
                      </a:endParaRP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FD7"/>
                    </a:solidFill>
                  </a:tcPr>
                </a:tc>
                <a:extLst>
                  <a:ext uri="{0D108BD9-81ED-4DB2-BD59-A6C34878D82A}">
                    <a16:rowId xmlns:a16="http://schemas.microsoft.com/office/drawing/2014/main" val="679228808"/>
                  </a:ext>
                </a:extLst>
              </a:tr>
              <a:tr h="209082">
                <a:tc>
                  <a:txBody>
                    <a:bodyPr/>
                    <a:lstStyle/>
                    <a:p>
                      <a:r>
                        <a:rPr lang="en-AU" sz="1100">
                          <a:latin typeface="Tw Cen MT" panose="020B0602020104020603" pitchFamily="34" charset="0"/>
                        </a:rPr>
                        <a:t>Choice</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AU" sz="1100">
                          <a:latin typeface="Tw Cen MT" panose="020B0602020104020603" pitchFamily="34" charset="0"/>
                        </a:rPr>
                        <a:t>O</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AU" sz="1100">
                          <a:latin typeface="Tw Cen MT" panose="020B0602020104020603" pitchFamily="34" charset="0"/>
                        </a:rPr>
                        <a:t>O</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AU" sz="1100">
                          <a:latin typeface="Tw Cen MT" panose="020B0602020104020603" pitchFamily="34" charset="0"/>
                        </a:rPr>
                        <a:t>O</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58458628"/>
                  </a:ext>
                </a:extLst>
              </a:tr>
            </a:tbl>
          </a:graphicData>
        </a:graphic>
      </p:graphicFrame>
    </p:spTree>
    <p:extLst>
      <p:ext uri="{BB962C8B-B14F-4D97-AF65-F5344CB8AC3E}">
        <p14:creationId xmlns:p14="http://schemas.microsoft.com/office/powerpoint/2010/main" val="2684696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448C5-CD3D-B595-0EFB-3F65B9FAFD9C}"/>
              </a:ext>
            </a:extLst>
          </p:cNvPr>
          <p:cNvSpPr>
            <a:spLocks noGrp="1"/>
          </p:cNvSpPr>
          <p:nvPr>
            <p:ph type="title"/>
          </p:nvPr>
        </p:nvSpPr>
        <p:spPr/>
        <p:txBody>
          <a:bodyPr/>
          <a:lstStyle/>
          <a:p>
            <a:r>
              <a:rPr lang="en-AU"/>
              <a:t>Study 3</a:t>
            </a:r>
          </a:p>
        </p:txBody>
      </p:sp>
      <p:sp>
        <p:nvSpPr>
          <p:cNvPr id="3" name="Text Placeholder 2">
            <a:extLst>
              <a:ext uri="{FF2B5EF4-FFF2-40B4-BE49-F238E27FC236}">
                <a16:creationId xmlns:a16="http://schemas.microsoft.com/office/drawing/2014/main" id="{73403D2D-AF6A-7DDE-FAAD-477C9F216677}"/>
              </a:ext>
            </a:extLst>
          </p:cNvPr>
          <p:cNvSpPr>
            <a:spLocks noGrp="1"/>
          </p:cNvSpPr>
          <p:nvPr>
            <p:ph type="body" sz="quarter" idx="11"/>
          </p:nvPr>
        </p:nvSpPr>
        <p:spPr/>
        <p:txBody>
          <a:bodyPr>
            <a:normAutofit/>
          </a:bodyPr>
          <a:lstStyle/>
          <a:p>
            <a:r>
              <a:rPr lang="en-AU" sz="2400">
                <a:solidFill>
                  <a:schemeClr val="bg1"/>
                </a:solidFill>
                <a:latin typeface="Tw Cen MT" panose="020B0602020104020603" pitchFamily="34" charset="0"/>
              </a:rPr>
              <a:t>Evaluation of Potential Impact of AVs on Accessibility and TRSE</a:t>
            </a:r>
          </a:p>
        </p:txBody>
      </p:sp>
      <p:pic>
        <p:nvPicPr>
          <p:cNvPr id="9" name="Graphic 8" descr="Laptop with phone and calculator">
            <a:extLst>
              <a:ext uri="{FF2B5EF4-FFF2-40B4-BE49-F238E27FC236}">
                <a16:creationId xmlns:a16="http://schemas.microsoft.com/office/drawing/2014/main" id="{E2C69398-F367-A408-E4F0-8B68B972B7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32104" y="2269022"/>
            <a:ext cx="5616624" cy="5616624"/>
          </a:xfrm>
          <a:prstGeom prst="rect">
            <a:avLst/>
          </a:prstGeom>
        </p:spPr>
      </p:pic>
      <p:pic>
        <p:nvPicPr>
          <p:cNvPr id="10" name="Graphic 9" descr="A wreath with pinecones and lights">
            <a:extLst>
              <a:ext uri="{FF2B5EF4-FFF2-40B4-BE49-F238E27FC236}">
                <a16:creationId xmlns:a16="http://schemas.microsoft.com/office/drawing/2014/main" id="{FD4A9BC1-FD9F-CA14-6A7D-3737FE3852C0}"/>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t="49914" r="50000"/>
          <a:stretch/>
        </p:blipFill>
        <p:spPr>
          <a:xfrm>
            <a:off x="9931456" y="0"/>
            <a:ext cx="2260544" cy="2264430"/>
          </a:xfrm>
          <a:prstGeom prst="rect">
            <a:avLst/>
          </a:prstGeom>
        </p:spPr>
      </p:pic>
    </p:spTree>
    <p:extLst>
      <p:ext uri="{BB962C8B-B14F-4D97-AF65-F5344CB8AC3E}">
        <p14:creationId xmlns:p14="http://schemas.microsoft.com/office/powerpoint/2010/main" val="427585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a:lstStyle/>
          <a:p>
            <a:r>
              <a:rPr lang="en-AU" sz="2800">
                <a:solidFill>
                  <a:srgbClr val="1F487C"/>
                </a:solidFill>
              </a:rPr>
              <a:t>Literature Review : Evaluation of Potential Impact of AVs on Accessibility and Transport-related Social Exclusion (TRSE)</a:t>
            </a:r>
          </a:p>
        </p:txBody>
      </p:sp>
      <p:pic>
        <p:nvPicPr>
          <p:cNvPr id="3" name="Picture 2">
            <a:extLst>
              <a:ext uri="{FF2B5EF4-FFF2-40B4-BE49-F238E27FC236}">
                <a16:creationId xmlns:a16="http://schemas.microsoft.com/office/drawing/2014/main" id="{9E0288E6-DE25-C741-CDCD-F02231B36ABA}"/>
              </a:ext>
            </a:extLst>
          </p:cNvPr>
          <p:cNvPicPr>
            <a:picLocks noChangeAspect="1"/>
          </p:cNvPicPr>
          <p:nvPr/>
        </p:nvPicPr>
        <p:blipFill>
          <a:blip r:embed="rId3"/>
          <a:stretch>
            <a:fillRect/>
          </a:stretch>
        </p:blipFill>
        <p:spPr>
          <a:xfrm>
            <a:off x="56663" y="1555919"/>
            <a:ext cx="6039337" cy="3747600"/>
          </a:xfrm>
          <a:prstGeom prst="rect">
            <a:avLst/>
          </a:prstGeom>
        </p:spPr>
      </p:pic>
      <p:sp>
        <p:nvSpPr>
          <p:cNvPr id="4" name="Content Placeholder 2">
            <a:extLst>
              <a:ext uri="{FF2B5EF4-FFF2-40B4-BE49-F238E27FC236}">
                <a16:creationId xmlns:a16="http://schemas.microsoft.com/office/drawing/2014/main" id="{06487F5B-9CC5-A953-6E6C-52AB6309FC9F}"/>
              </a:ext>
            </a:extLst>
          </p:cNvPr>
          <p:cNvSpPr txBox="1">
            <a:spLocks/>
          </p:cNvSpPr>
          <p:nvPr/>
        </p:nvSpPr>
        <p:spPr>
          <a:xfrm>
            <a:off x="6197600" y="1554480"/>
            <a:ext cx="5384800" cy="3749039"/>
          </a:xfrm>
          <a:prstGeom prst="rect">
            <a:avLst/>
          </a:prstGeom>
        </p:spPr>
        <p:txBody>
          <a:bodyPr anchor="t">
            <a:normAutofit/>
          </a:bodyPr>
          <a:lstStyle>
            <a:lvl1pPr marL="342900" indent="-342900" algn="l" defTabSz="457200" rtl="0" eaLnBrk="1" fontAlgn="base" hangingPunct="1">
              <a:spcBef>
                <a:spcPct val="20000"/>
              </a:spcBef>
              <a:spcAft>
                <a:spcPct val="0"/>
              </a:spcAft>
              <a:buFont typeface="Lucida Grande" charset="0"/>
              <a:buChar char="–"/>
              <a:defRPr sz="2000" kern="1200">
                <a:solidFill>
                  <a:schemeClr val="tx1"/>
                </a:solidFill>
                <a:latin typeface="Tw Cen MT"/>
                <a:ea typeface="ＭＳ Ｐゴシック" charset="0"/>
                <a:cs typeface="Tw Cen MT"/>
              </a:defRPr>
            </a:lvl1pPr>
            <a:lvl2pPr marL="742950" indent="-28575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2pPr>
            <a:lvl3pPr marL="11430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AU"/>
              <a:t>Modify existing Integrated land use and transport (ILUT) model </a:t>
            </a:r>
          </a:p>
          <a:p>
            <a:pPr marL="0" indent="0">
              <a:buFont typeface="Lucida Grande" charset="0"/>
              <a:buNone/>
            </a:pPr>
            <a:endParaRPr lang="en-AU" b="1"/>
          </a:p>
          <a:p>
            <a:pPr marL="0" indent="0">
              <a:buFont typeface="Lucida Grande" charset="0"/>
              <a:buNone/>
            </a:pPr>
            <a:r>
              <a:rPr lang="en-AU" b="1"/>
              <a:t>Assumptions</a:t>
            </a:r>
          </a:p>
          <a:p>
            <a:pPr>
              <a:buFont typeface="Arial" panose="020B0604020202020204" pitchFamily="34" charset="0"/>
              <a:buChar char="•"/>
            </a:pPr>
            <a:r>
              <a:rPr lang="en-AU" sz="1900"/>
              <a:t>Reduction in value of travel time</a:t>
            </a:r>
          </a:p>
          <a:p>
            <a:pPr>
              <a:buFont typeface="Arial" panose="020B0604020202020204" pitchFamily="34" charset="0"/>
              <a:buChar char="•"/>
            </a:pPr>
            <a:r>
              <a:rPr lang="en-AU" sz="1900"/>
              <a:t>Reduction in travel cost</a:t>
            </a:r>
          </a:p>
        </p:txBody>
      </p:sp>
      <p:sp>
        <p:nvSpPr>
          <p:cNvPr id="6" name="Rectangle 5">
            <a:extLst>
              <a:ext uri="{FF2B5EF4-FFF2-40B4-BE49-F238E27FC236}">
                <a16:creationId xmlns:a16="http://schemas.microsoft.com/office/drawing/2014/main" id="{CFE2F18D-E3E9-7433-EF8E-C8AB6E82F173}"/>
              </a:ext>
            </a:extLst>
          </p:cNvPr>
          <p:cNvSpPr/>
          <p:nvPr/>
        </p:nvSpPr>
        <p:spPr>
          <a:xfrm>
            <a:off x="2927648" y="1554480"/>
            <a:ext cx="576064" cy="3674720"/>
          </a:xfrm>
          <a:prstGeom prst="rect">
            <a:avLst/>
          </a:prstGeom>
          <a:solidFill>
            <a:schemeClr val="lt1">
              <a:alpha val="0"/>
            </a:schemeClr>
          </a:solidFill>
          <a:ln w="19050">
            <a:solidFill>
              <a:srgbClr val="FF000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5ADDC282-7FF2-83AD-3B0C-7EF88ADB674D}"/>
              </a:ext>
            </a:extLst>
          </p:cNvPr>
          <p:cNvSpPr/>
          <p:nvPr/>
        </p:nvSpPr>
        <p:spPr>
          <a:xfrm>
            <a:off x="1847528" y="1554480"/>
            <a:ext cx="576064" cy="3674720"/>
          </a:xfrm>
          <a:prstGeom prst="rect">
            <a:avLst/>
          </a:prstGeom>
          <a:solidFill>
            <a:schemeClr val="lt1">
              <a:alpha val="0"/>
            </a:schemeClr>
          </a:solidFill>
          <a:ln w="19050">
            <a:solidFill>
              <a:srgbClr val="FF000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9777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a:lstStyle/>
          <a:p>
            <a:r>
              <a:rPr lang="en-AU" sz="2800">
                <a:solidFill>
                  <a:srgbClr val="1F487C"/>
                </a:solidFill>
              </a:rPr>
              <a:t>Literature Review : Evaluation of Potential Impact of AVs on Accessibility and Transport-related Social Exclusion (TRSE)</a:t>
            </a:r>
            <a:endParaRPr lang="en-AU" sz="2800"/>
          </a:p>
        </p:txBody>
      </p:sp>
      <p:graphicFrame>
        <p:nvGraphicFramePr>
          <p:cNvPr id="15" name="Object 14">
            <a:extLst>
              <a:ext uri="{FF2B5EF4-FFF2-40B4-BE49-F238E27FC236}">
                <a16:creationId xmlns:a16="http://schemas.microsoft.com/office/drawing/2014/main" id="{D2D20F60-E809-D77C-2CF5-D2D301F1FFE8}"/>
              </a:ext>
            </a:extLst>
          </p:cNvPr>
          <p:cNvGraphicFramePr>
            <a:graphicFrameLocks noChangeAspect="1"/>
          </p:cNvGraphicFramePr>
          <p:nvPr>
            <p:extLst>
              <p:ext uri="{D42A27DB-BD31-4B8C-83A1-F6EECF244321}">
                <p14:modId xmlns:p14="http://schemas.microsoft.com/office/powerpoint/2010/main" val="2856882275"/>
              </p:ext>
            </p:extLst>
          </p:nvPr>
        </p:nvGraphicFramePr>
        <p:xfrm>
          <a:off x="6744072" y="1319689"/>
          <a:ext cx="4838328" cy="2393011"/>
        </p:xfrm>
        <a:graphic>
          <a:graphicData uri="http://schemas.openxmlformats.org/presentationml/2006/ole">
            <mc:AlternateContent xmlns:mc="http://schemas.openxmlformats.org/markup-compatibility/2006">
              <mc:Choice xmlns:v="urn:schemas-microsoft-com:vml" Requires="v">
                <p:oleObj name="Visio" r:id="rId3" imgW="7048341" imgH="3486111" progId="Visio.Drawing.15">
                  <p:embed/>
                </p:oleObj>
              </mc:Choice>
              <mc:Fallback>
                <p:oleObj name="Visio" r:id="rId3" imgW="7048341" imgH="3486111" progId="Visio.Drawing.15">
                  <p:embed/>
                  <p:pic>
                    <p:nvPicPr>
                      <p:cNvPr id="15" name="Object 14">
                        <a:extLst>
                          <a:ext uri="{FF2B5EF4-FFF2-40B4-BE49-F238E27FC236}">
                            <a16:creationId xmlns:a16="http://schemas.microsoft.com/office/drawing/2014/main" id="{D2D20F60-E809-D77C-2CF5-D2D301F1FFE8}"/>
                          </a:ext>
                        </a:extLst>
                      </p:cNvPr>
                      <p:cNvPicPr/>
                      <p:nvPr/>
                    </p:nvPicPr>
                    <p:blipFill>
                      <a:blip r:embed="rId4"/>
                      <a:stretch>
                        <a:fillRect/>
                      </a:stretch>
                    </p:blipFill>
                    <p:spPr>
                      <a:xfrm>
                        <a:off x="6744072" y="1319689"/>
                        <a:ext cx="4838328" cy="2393011"/>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3F60B0B9-3454-F46D-F117-8A4BC631D0B4}"/>
              </a:ext>
            </a:extLst>
          </p:cNvPr>
          <p:cNvSpPr txBox="1"/>
          <p:nvPr/>
        </p:nvSpPr>
        <p:spPr>
          <a:xfrm>
            <a:off x="609600" y="4782344"/>
            <a:ext cx="10972800" cy="230832"/>
          </a:xfrm>
          <a:prstGeom prst="rect">
            <a:avLst/>
          </a:prstGeom>
          <a:noFill/>
        </p:spPr>
        <p:txBody>
          <a:bodyPr wrap="square">
            <a:spAutoFit/>
          </a:bodyPr>
          <a:lstStyle/>
          <a:p>
            <a:r>
              <a:rPr lang="en-US" sz="900">
                <a:latin typeface="Times New Roman" panose="02020603050405020304" pitchFamily="18" charset="0"/>
                <a:cs typeface="Times New Roman" panose="02020603050405020304" pitchFamily="18" charset="0"/>
              </a:rPr>
              <a:t>Note: Red = PAVs specific assumption, Yellow = SAVs specific assumptions, Green = APT specific assumptions, Blue = General, Solid Arrow = Findings from literature, Dotted Arrow = Based on theory</a:t>
            </a:r>
            <a:endParaRPr lang="en-AU" sz="90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1B36F5BB-EEB6-F753-7461-CFE47F0CECA2}"/>
              </a:ext>
            </a:extLst>
          </p:cNvPr>
          <p:cNvSpPr txBox="1">
            <a:spLocks/>
          </p:cNvSpPr>
          <p:nvPr/>
        </p:nvSpPr>
        <p:spPr>
          <a:xfrm>
            <a:off x="609600" y="5013176"/>
            <a:ext cx="5522913" cy="1568525"/>
          </a:xfrm>
          <a:prstGeom prst="rect">
            <a:avLst/>
          </a:prstGeom>
        </p:spPr>
        <p:txBody>
          <a:bodyPr numCol="1" anchor="t">
            <a:normAutofit/>
          </a:bodyPr>
          <a:lstStyle>
            <a:lvl1pPr marL="342900" indent="-342900" algn="l" defTabSz="457200" rtl="0" eaLnBrk="1" fontAlgn="base" hangingPunct="1">
              <a:spcBef>
                <a:spcPct val="20000"/>
              </a:spcBef>
              <a:spcAft>
                <a:spcPct val="0"/>
              </a:spcAft>
              <a:buFont typeface="Lucida Grande" charset="0"/>
              <a:buChar char="–"/>
              <a:defRPr sz="2000" kern="1200">
                <a:solidFill>
                  <a:schemeClr val="tx1"/>
                </a:solidFill>
                <a:latin typeface="Tw Cen MT"/>
                <a:ea typeface="ＭＳ Ｐゴシック" charset="0"/>
                <a:cs typeface="Tw Cen MT"/>
              </a:defRPr>
            </a:lvl1pPr>
            <a:lvl2pPr marL="742950" indent="-28575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2pPr>
            <a:lvl3pPr marL="11430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AU" b="1"/>
              <a:t>Summary of Literature Review</a:t>
            </a:r>
          </a:p>
          <a:p>
            <a:pPr>
              <a:buFont typeface="Arial" panose="020B0604020202020204" pitchFamily="34" charset="0"/>
              <a:buChar char="•"/>
            </a:pPr>
            <a:r>
              <a:rPr lang="en-AU" sz="1900" b="1">
                <a:solidFill>
                  <a:srgbClr val="00B0F0"/>
                </a:solidFill>
              </a:rPr>
              <a:t>Conflicting findings </a:t>
            </a:r>
            <a:r>
              <a:rPr lang="en-AU" sz="1900"/>
              <a:t>regarding impact of AVs on transport and land use</a:t>
            </a:r>
          </a:p>
          <a:p>
            <a:pPr>
              <a:buFont typeface="Arial" panose="020B0604020202020204" pitchFamily="34" charset="0"/>
              <a:buChar char="•"/>
            </a:pPr>
            <a:r>
              <a:rPr lang="en-AU" sz="1900" b="1">
                <a:solidFill>
                  <a:srgbClr val="00B0F0"/>
                </a:solidFill>
              </a:rPr>
              <a:t>Conflicting implications </a:t>
            </a:r>
            <a:r>
              <a:rPr lang="en-AU" sz="1900"/>
              <a:t>for accessibility and TRSE</a:t>
            </a:r>
          </a:p>
        </p:txBody>
      </p:sp>
      <p:sp>
        <p:nvSpPr>
          <p:cNvPr id="7" name="Content Placeholder 2">
            <a:extLst>
              <a:ext uri="{FF2B5EF4-FFF2-40B4-BE49-F238E27FC236}">
                <a16:creationId xmlns:a16="http://schemas.microsoft.com/office/drawing/2014/main" id="{DC53952A-6F96-2CE3-E70E-1AE95D73B588}"/>
              </a:ext>
            </a:extLst>
          </p:cNvPr>
          <p:cNvSpPr txBox="1">
            <a:spLocks/>
          </p:cNvSpPr>
          <p:nvPr/>
        </p:nvSpPr>
        <p:spPr>
          <a:xfrm>
            <a:off x="6059487" y="5013176"/>
            <a:ext cx="5522913" cy="1568525"/>
          </a:xfrm>
          <a:prstGeom prst="rect">
            <a:avLst/>
          </a:prstGeom>
        </p:spPr>
        <p:txBody>
          <a:bodyPr numCol="1" anchor="t">
            <a:normAutofit lnSpcReduction="10000"/>
          </a:bodyPr>
          <a:lstStyle>
            <a:lvl1pPr marL="342900" indent="-342900" algn="l" defTabSz="457200" rtl="0" eaLnBrk="1" fontAlgn="base" hangingPunct="1">
              <a:spcBef>
                <a:spcPct val="20000"/>
              </a:spcBef>
              <a:spcAft>
                <a:spcPct val="0"/>
              </a:spcAft>
              <a:buFont typeface="Lucida Grande" charset="0"/>
              <a:buChar char="–"/>
              <a:defRPr sz="2000" kern="1200">
                <a:solidFill>
                  <a:schemeClr val="tx1"/>
                </a:solidFill>
                <a:latin typeface="Tw Cen MT"/>
                <a:ea typeface="ＭＳ Ｐゴシック" charset="0"/>
                <a:cs typeface="Tw Cen MT"/>
              </a:defRPr>
            </a:lvl1pPr>
            <a:lvl2pPr marL="742950" indent="-28575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2pPr>
            <a:lvl3pPr marL="11430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AU" b="1"/>
              <a:t>Research Gaps</a:t>
            </a:r>
          </a:p>
          <a:p>
            <a:pPr>
              <a:buFont typeface="Arial" panose="020B0604020202020204" pitchFamily="34" charset="0"/>
              <a:buChar char="•"/>
            </a:pPr>
            <a:r>
              <a:rPr lang="en-AU" sz="1900"/>
              <a:t>Overlooked travel and activity changes among transport-disadvantaged individuals</a:t>
            </a:r>
          </a:p>
          <a:p>
            <a:pPr>
              <a:buFont typeface="Arial" panose="020B0604020202020204" pitchFamily="34" charset="0"/>
              <a:buChar char="•"/>
            </a:pPr>
            <a:r>
              <a:rPr lang="en-AU" sz="1900"/>
              <a:t>No distinction in mode choice behaviour between transport-disadvantaged and general population</a:t>
            </a:r>
          </a:p>
        </p:txBody>
      </p:sp>
      <p:pic>
        <p:nvPicPr>
          <p:cNvPr id="19" name="Picture 18">
            <a:extLst>
              <a:ext uri="{FF2B5EF4-FFF2-40B4-BE49-F238E27FC236}">
                <a16:creationId xmlns:a16="http://schemas.microsoft.com/office/drawing/2014/main" id="{82D77704-57DA-C333-5F3A-80D04C8363DF}"/>
              </a:ext>
            </a:extLst>
          </p:cNvPr>
          <p:cNvPicPr>
            <a:picLocks noChangeAspect="1"/>
          </p:cNvPicPr>
          <p:nvPr/>
        </p:nvPicPr>
        <p:blipFill>
          <a:blip r:embed="rId5"/>
          <a:stretch>
            <a:fillRect/>
          </a:stretch>
        </p:blipFill>
        <p:spPr>
          <a:xfrm>
            <a:off x="636645" y="1319689"/>
            <a:ext cx="4851404" cy="3478365"/>
          </a:xfrm>
          <a:prstGeom prst="rect">
            <a:avLst/>
          </a:prstGeom>
        </p:spPr>
      </p:pic>
      <p:grpSp>
        <p:nvGrpSpPr>
          <p:cNvPr id="8" name="Group 7">
            <a:extLst>
              <a:ext uri="{FF2B5EF4-FFF2-40B4-BE49-F238E27FC236}">
                <a16:creationId xmlns:a16="http://schemas.microsoft.com/office/drawing/2014/main" id="{7077725E-22B3-D749-E10B-3D9D288E4824}"/>
              </a:ext>
            </a:extLst>
          </p:cNvPr>
          <p:cNvGrpSpPr/>
          <p:nvPr/>
        </p:nvGrpSpPr>
        <p:grpSpPr>
          <a:xfrm>
            <a:off x="4511824" y="3212976"/>
            <a:ext cx="976225" cy="1008112"/>
            <a:chOff x="4511824" y="3212976"/>
            <a:chExt cx="976225" cy="1008112"/>
          </a:xfrm>
        </p:grpSpPr>
        <p:sp>
          <p:nvSpPr>
            <p:cNvPr id="3" name="Rectangle 2">
              <a:extLst>
                <a:ext uri="{FF2B5EF4-FFF2-40B4-BE49-F238E27FC236}">
                  <a16:creationId xmlns:a16="http://schemas.microsoft.com/office/drawing/2014/main" id="{328171C6-DEA8-DF63-BBCF-F9786C98B817}"/>
                </a:ext>
              </a:extLst>
            </p:cNvPr>
            <p:cNvSpPr/>
            <p:nvPr/>
          </p:nvSpPr>
          <p:spPr>
            <a:xfrm>
              <a:off x="4511824" y="3212976"/>
              <a:ext cx="976225" cy="324000"/>
            </a:xfrm>
            <a:prstGeom prst="rect">
              <a:avLst/>
            </a:prstGeom>
            <a:solidFill>
              <a:schemeClr val="lt1">
                <a:alpha val="0"/>
              </a:schemeClr>
            </a:solidFill>
            <a:ln w="19050">
              <a:solidFill>
                <a:srgbClr val="FF000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3D5A121C-55D9-E01D-414F-CD3EE9011D3F}"/>
                </a:ext>
              </a:extLst>
            </p:cNvPr>
            <p:cNvSpPr/>
            <p:nvPr/>
          </p:nvSpPr>
          <p:spPr>
            <a:xfrm>
              <a:off x="4511824" y="3897088"/>
              <a:ext cx="976225" cy="324000"/>
            </a:xfrm>
            <a:prstGeom prst="rect">
              <a:avLst/>
            </a:prstGeom>
            <a:solidFill>
              <a:schemeClr val="lt1">
                <a:alpha val="0"/>
              </a:schemeClr>
            </a:solidFill>
            <a:ln w="19050">
              <a:solidFill>
                <a:srgbClr val="FF000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grpSp>
        <p:nvGrpSpPr>
          <p:cNvPr id="9" name="Group 8">
            <a:extLst>
              <a:ext uri="{FF2B5EF4-FFF2-40B4-BE49-F238E27FC236}">
                <a16:creationId xmlns:a16="http://schemas.microsoft.com/office/drawing/2014/main" id="{72044D07-5F71-2535-5714-0359BF087EBC}"/>
              </a:ext>
            </a:extLst>
          </p:cNvPr>
          <p:cNvGrpSpPr/>
          <p:nvPr/>
        </p:nvGrpSpPr>
        <p:grpSpPr>
          <a:xfrm>
            <a:off x="4511824" y="3573016"/>
            <a:ext cx="976225" cy="1008112"/>
            <a:chOff x="4511824" y="3212976"/>
            <a:chExt cx="976225" cy="1008112"/>
          </a:xfrm>
        </p:grpSpPr>
        <p:sp>
          <p:nvSpPr>
            <p:cNvPr id="10" name="Rectangle 9">
              <a:extLst>
                <a:ext uri="{FF2B5EF4-FFF2-40B4-BE49-F238E27FC236}">
                  <a16:creationId xmlns:a16="http://schemas.microsoft.com/office/drawing/2014/main" id="{C54CD32B-9BE8-C7CC-ECCD-A1D477A3E243}"/>
                </a:ext>
              </a:extLst>
            </p:cNvPr>
            <p:cNvSpPr/>
            <p:nvPr/>
          </p:nvSpPr>
          <p:spPr>
            <a:xfrm>
              <a:off x="4511824" y="3212976"/>
              <a:ext cx="976225" cy="324000"/>
            </a:xfrm>
            <a:prstGeom prst="rect">
              <a:avLst/>
            </a:prstGeom>
            <a:solidFill>
              <a:schemeClr val="lt1">
                <a:alpha val="0"/>
              </a:schemeClr>
            </a:solidFill>
            <a:ln w="19050">
              <a:solidFill>
                <a:srgbClr val="FF000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D4CBDD16-8E0A-AB17-8958-89D055CC4F12}"/>
                </a:ext>
              </a:extLst>
            </p:cNvPr>
            <p:cNvSpPr/>
            <p:nvPr/>
          </p:nvSpPr>
          <p:spPr>
            <a:xfrm>
              <a:off x="4511824" y="3897088"/>
              <a:ext cx="976225" cy="324000"/>
            </a:xfrm>
            <a:prstGeom prst="rect">
              <a:avLst/>
            </a:prstGeom>
            <a:solidFill>
              <a:schemeClr val="lt1">
                <a:alpha val="0"/>
              </a:schemeClr>
            </a:solidFill>
            <a:ln w="19050">
              <a:solidFill>
                <a:srgbClr val="FF000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grpSp>
        <p:nvGrpSpPr>
          <p:cNvPr id="12" name="Group 11">
            <a:extLst>
              <a:ext uri="{FF2B5EF4-FFF2-40B4-BE49-F238E27FC236}">
                <a16:creationId xmlns:a16="http://schemas.microsoft.com/office/drawing/2014/main" id="{023B935B-F05D-1698-460B-96DDF5A8C7F6}"/>
              </a:ext>
            </a:extLst>
          </p:cNvPr>
          <p:cNvGrpSpPr/>
          <p:nvPr/>
        </p:nvGrpSpPr>
        <p:grpSpPr>
          <a:xfrm>
            <a:off x="10606175" y="1318063"/>
            <a:ext cx="976225" cy="670777"/>
            <a:chOff x="4511824" y="3212976"/>
            <a:chExt cx="976225" cy="670777"/>
          </a:xfrm>
        </p:grpSpPr>
        <p:sp>
          <p:nvSpPr>
            <p:cNvPr id="13" name="Rectangle 12">
              <a:extLst>
                <a:ext uri="{FF2B5EF4-FFF2-40B4-BE49-F238E27FC236}">
                  <a16:creationId xmlns:a16="http://schemas.microsoft.com/office/drawing/2014/main" id="{6AA669F7-F368-45A5-4660-43BBCEC0F74E}"/>
                </a:ext>
              </a:extLst>
            </p:cNvPr>
            <p:cNvSpPr/>
            <p:nvPr/>
          </p:nvSpPr>
          <p:spPr>
            <a:xfrm>
              <a:off x="4511824" y="3212976"/>
              <a:ext cx="976225" cy="324000"/>
            </a:xfrm>
            <a:prstGeom prst="rect">
              <a:avLst/>
            </a:prstGeom>
            <a:solidFill>
              <a:schemeClr val="lt1">
                <a:alpha val="0"/>
              </a:schemeClr>
            </a:solidFill>
            <a:ln w="19050">
              <a:solidFill>
                <a:srgbClr val="FF000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1F1D3AE-2504-68C4-030B-D37F1941DA6C}"/>
                </a:ext>
              </a:extLst>
            </p:cNvPr>
            <p:cNvSpPr/>
            <p:nvPr/>
          </p:nvSpPr>
          <p:spPr>
            <a:xfrm>
              <a:off x="4511824" y="3559753"/>
              <a:ext cx="976225" cy="324000"/>
            </a:xfrm>
            <a:prstGeom prst="rect">
              <a:avLst/>
            </a:prstGeom>
            <a:solidFill>
              <a:schemeClr val="lt1">
                <a:alpha val="0"/>
              </a:schemeClr>
            </a:solidFill>
            <a:ln w="19050">
              <a:solidFill>
                <a:srgbClr val="FF000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32528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0" end="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xEl>
                                              <p:pRg st="1" end="1"/>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a:lstStyle/>
          <a:p>
            <a:r>
              <a:rPr lang="en-AU" sz="2800">
                <a:solidFill>
                  <a:srgbClr val="1F487C"/>
                </a:solidFill>
              </a:rPr>
              <a:t>Methodology : Evaluation of Potential Impact of AVs on Accessibility and TRSE</a:t>
            </a:r>
            <a:endParaRPr lang="en-AU" sz="2800"/>
          </a:p>
        </p:txBody>
      </p:sp>
      <p:grpSp>
        <p:nvGrpSpPr>
          <p:cNvPr id="38" name="Group 37">
            <a:extLst>
              <a:ext uri="{FF2B5EF4-FFF2-40B4-BE49-F238E27FC236}">
                <a16:creationId xmlns:a16="http://schemas.microsoft.com/office/drawing/2014/main" id="{BBFADC8D-DB93-9FDE-3E12-7846FE597329}"/>
              </a:ext>
            </a:extLst>
          </p:cNvPr>
          <p:cNvGrpSpPr/>
          <p:nvPr/>
        </p:nvGrpSpPr>
        <p:grpSpPr>
          <a:xfrm>
            <a:off x="609600" y="1142221"/>
            <a:ext cx="3003971" cy="5040560"/>
            <a:chOff x="609600" y="1124744"/>
            <a:chExt cx="3003971" cy="5040560"/>
          </a:xfrm>
        </p:grpSpPr>
        <p:sp>
          <p:nvSpPr>
            <p:cNvPr id="21" name="Rectangle: Rounded Corners 20">
              <a:extLst>
                <a:ext uri="{FF2B5EF4-FFF2-40B4-BE49-F238E27FC236}">
                  <a16:creationId xmlns:a16="http://schemas.microsoft.com/office/drawing/2014/main" id="{F7221DB0-1106-8089-C3AA-8D1FFAEF49CF}"/>
                </a:ext>
              </a:extLst>
            </p:cNvPr>
            <p:cNvSpPr/>
            <p:nvPr/>
          </p:nvSpPr>
          <p:spPr>
            <a:xfrm>
              <a:off x="609600" y="1124744"/>
              <a:ext cx="3003971" cy="5040560"/>
            </a:xfrm>
            <a:prstGeom prst="roundRect">
              <a:avLst/>
            </a:prstGeom>
            <a:solidFill>
              <a:srgbClr val="CCCFD7"/>
            </a:solidFill>
            <a:ln>
              <a:noFill/>
            </a:ln>
          </p:spPr>
          <p:style>
            <a:lnRef idx="1">
              <a:schemeClr val="accent1"/>
            </a:lnRef>
            <a:fillRef idx="3">
              <a:schemeClr val="accent1"/>
            </a:fillRef>
            <a:effectRef idx="2">
              <a:schemeClr val="accent1"/>
            </a:effectRef>
            <a:fontRef idx="minor">
              <a:schemeClr val="lt1"/>
            </a:fontRef>
          </p:style>
          <p:txBody>
            <a:bodyPr tIns="0" rtlCol="0" anchor="t"/>
            <a:lstStyle/>
            <a:p>
              <a:pPr algn="ctr"/>
              <a:r>
                <a:rPr lang="en-AU" sz="2200" b="1">
                  <a:solidFill>
                    <a:schemeClr val="tx1"/>
                  </a:solidFill>
                  <a:latin typeface="Tw Cen MT" panose="020B0602020104020603" pitchFamily="34" charset="0"/>
                </a:rPr>
                <a:t>Scenario Planning</a:t>
              </a:r>
            </a:p>
          </p:txBody>
        </p:sp>
        <p:grpSp>
          <p:nvGrpSpPr>
            <p:cNvPr id="19" name="Group 18">
              <a:extLst>
                <a:ext uri="{FF2B5EF4-FFF2-40B4-BE49-F238E27FC236}">
                  <a16:creationId xmlns:a16="http://schemas.microsoft.com/office/drawing/2014/main" id="{3B1CAF63-E711-4BFC-6347-86ED970A8A12}"/>
                </a:ext>
              </a:extLst>
            </p:cNvPr>
            <p:cNvGrpSpPr/>
            <p:nvPr/>
          </p:nvGrpSpPr>
          <p:grpSpPr>
            <a:xfrm>
              <a:off x="1074582" y="1784616"/>
              <a:ext cx="2074007" cy="3904567"/>
              <a:chOff x="3459486" y="1672429"/>
              <a:chExt cx="2074007" cy="3904567"/>
            </a:xfrm>
          </p:grpSpPr>
          <p:sp>
            <p:nvSpPr>
              <p:cNvPr id="5" name="Rectangle: Rounded Corners 4">
                <a:extLst>
                  <a:ext uri="{FF2B5EF4-FFF2-40B4-BE49-F238E27FC236}">
                    <a16:creationId xmlns:a16="http://schemas.microsoft.com/office/drawing/2014/main" id="{B0B67509-2327-5619-D7AD-707C03ECEF37}"/>
                  </a:ext>
                </a:extLst>
              </p:cNvPr>
              <p:cNvSpPr/>
              <p:nvPr/>
            </p:nvSpPr>
            <p:spPr>
              <a:xfrm>
                <a:off x="3459486" y="2480974"/>
                <a:ext cx="1934546" cy="543467"/>
              </a:xfrm>
              <a:prstGeom prst="round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b="1">
                    <a:latin typeface="Tw Cen MT" panose="020B0602020104020603" pitchFamily="34" charset="0"/>
                  </a:rPr>
                  <a:t>Scenario 1</a:t>
                </a:r>
              </a:p>
            </p:txBody>
          </p:sp>
          <p:sp>
            <p:nvSpPr>
              <p:cNvPr id="6" name="Rectangle: Rounded Corners 5">
                <a:extLst>
                  <a:ext uri="{FF2B5EF4-FFF2-40B4-BE49-F238E27FC236}">
                    <a16:creationId xmlns:a16="http://schemas.microsoft.com/office/drawing/2014/main" id="{1E6F4C38-9A30-7E9C-E2CA-23211C26777D}"/>
                  </a:ext>
                </a:extLst>
              </p:cNvPr>
              <p:cNvSpPr/>
              <p:nvPr/>
            </p:nvSpPr>
            <p:spPr>
              <a:xfrm>
                <a:off x="3459486" y="3286199"/>
                <a:ext cx="1934546" cy="543467"/>
              </a:xfrm>
              <a:prstGeom prst="round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b="1">
                    <a:latin typeface="Tw Cen MT" panose="020B0602020104020603" pitchFamily="34" charset="0"/>
                  </a:rPr>
                  <a:t>Scenario 2</a:t>
                </a:r>
              </a:p>
            </p:txBody>
          </p:sp>
          <p:sp>
            <p:nvSpPr>
              <p:cNvPr id="7" name="Rectangle: Rounded Corners 6">
                <a:extLst>
                  <a:ext uri="{FF2B5EF4-FFF2-40B4-BE49-F238E27FC236}">
                    <a16:creationId xmlns:a16="http://schemas.microsoft.com/office/drawing/2014/main" id="{69E03590-7459-F096-F138-7647F081D69D}"/>
                  </a:ext>
                </a:extLst>
              </p:cNvPr>
              <p:cNvSpPr/>
              <p:nvPr/>
            </p:nvSpPr>
            <p:spPr>
              <a:xfrm>
                <a:off x="3459486" y="5033529"/>
                <a:ext cx="1934546" cy="543467"/>
              </a:xfrm>
              <a:prstGeom prst="round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b="1">
                    <a:latin typeface="Tw Cen MT" panose="020B0602020104020603" pitchFamily="34" charset="0"/>
                  </a:rPr>
                  <a:t>Scenario N</a:t>
                </a:r>
              </a:p>
            </p:txBody>
          </p:sp>
          <p:sp>
            <p:nvSpPr>
              <p:cNvPr id="10" name="Rectangle: Rounded Corners 9">
                <a:extLst>
                  <a:ext uri="{FF2B5EF4-FFF2-40B4-BE49-F238E27FC236}">
                    <a16:creationId xmlns:a16="http://schemas.microsoft.com/office/drawing/2014/main" id="{7770CC9A-0CA0-1475-A65A-64013862AC76}"/>
                  </a:ext>
                </a:extLst>
              </p:cNvPr>
              <p:cNvSpPr/>
              <p:nvPr/>
            </p:nvSpPr>
            <p:spPr>
              <a:xfrm>
                <a:off x="3598947" y="4091424"/>
                <a:ext cx="1934546" cy="864096"/>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AU" sz="1900" b="1">
                    <a:solidFill>
                      <a:schemeClr val="tx1"/>
                    </a:solidFill>
                    <a:latin typeface="Tw Cen MT" panose="020B0602020104020603" pitchFamily="34" charset="0"/>
                  </a:rPr>
                  <a:t>…..</a:t>
                </a:r>
              </a:p>
            </p:txBody>
          </p:sp>
          <p:sp>
            <p:nvSpPr>
              <p:cNvPr id="18" name="Rectangle: Rounded Corners 17">
                <a:extLst>
                  <a:ext uri="{FF2B5EF4-FFF2-40B4-BE49-F238E27FC236}">
                    <a16:creationId xmlns:a16="http://schemas.microsoft.com/office/drawing/2014/main" id="{B1AC5CF9-1C61-CD5E-1DCE-154CBB9C4024}"/>
                  </a:ext>
                </a:extLst>
              </p:cNvPr>
              <p:cNvSpPr/>
              <p:nvPr/>
            </p:nvSpPr>
            <p:spPr>
              <a:xfrm>
                <a:off x="3463371" y="1672429"/>
                <a:ext cx="1934546" cy="543467"/>
              </a:xfrm>
              <a:prstGeom prst="round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b="1">
                    <a:latin typeface="Tw Cen MT" panose="020B0602020104020603" pitchFamily="34" charset="0"/>
                  </a:rPr>
                  <a:t>Base Scenario</a:t>
                </a:r>
              </a:p>
            </p:txBody>
          </p:sp>
        </p:grpSp>
      </p:grpSp>
      <p:grpSp>
        <p:nvGrpSpPr>
          <p:cNvPr id="34" name="Group 33">
            <a:extLst>
              <a:ext uri="{FF2B5EF4-FFF2-40B4-BE49-F238E27FC236}">
                <a16:creationId xmlns:a16="http://schemas.microsoft.com/office/drawing/2014/main" id="{5F39D53A-EF27-5F5C-A983-F6529BDDAC5F}"/>
              </a:ext>
            </a:extLst>
          </p:cNvPr>
          <p:cNvGrpSpPr/>
          <p:nvPr/>
        </p:nvGrpSpPr>
        <p:grpSpPr>
          <a:xfrm>
            <a:off x="4594014" y="1142221"/>
            <a:ext cx="3003971" cy="5040560"/>
            <a:chOff x="5066456" y="1124744"/>
            <a:chExt cx="3003971" cy="5040560"/>
          </a:xfrm>
        </p:grpSpPr>
        <p:sp>
          <p:nvSpPr>
            <p:cNvPr id="23" name="Rectangle: Rounded Corners 22">
              <a:extLst>
                <a:ext uri="{FF2B5EF4-FFF2-40B4-BE49-F238E27FC236}">
                  <a16:creationId xmlns:a16="http://schemas.microsoft.com/office/drawing/2014/main" id="{690AF5EC-E9F2-D01E-5AF0-6F5EE7B7F4B1}"/>
                </a:ext>
              </a:extLst>
            </p:cNvPr>
            <p:cNvSpPr/>
            <p:nvPr/>
          </p:nvSpPr>
          <p:spPr>
            <a:xfrm>
              <a:off x="5066456" y="1124744"/>
              <a:ext cx="3003971" cy="5040560"/>
            </a:xfrm>
            <a:prstGeom prst="roundRect">
              <a:avLst/>
            </a:prstGeom>
            <a:solidFill>
              <a:srgbClr val="CCCFD7"/>
            </a:solidFill>
            <a:ln>
              <a:noFill/>
            </a:ln>
          </p:spPr>
          <p:style>
            <a:lnRef idx="1">
              <a:schemeClr val="accent1"/>
            </a:lnRef>
            <a:fillRef idx="3">
              <a:schemeClr val="accent1"/>
            </a:fillRef>
            <a:effectRef idx="2">
              <a:schemeClr val="accent1"/>
            </a:effectRef>
            <a:fontRef idx="minor">
              <a:schemeClr val="lt1"/>
            </a:fontRef>
          </p:style>
          <p:txBody>
            <a:bodyPr tIns="0" rtlCol="0" anchor="t"/>
            <a:lstStyle/>
            <a:p>
              <a:pPr algn="ctr"/>
              <a:r>
                <a:rPr lang="en-AU" sz="2200" b="1" err="1">
                  <a:solidFill>
                    <a:schemeClr val="tx1"/>
                  </a:solidFill>
                  <a:latin typeface="Tw Cen MT" panose="020B0602020104020603" pitchFamily="34" charset="0"/>
                </a:rPr>
                <a:t>MetroScan</a:t>
              </a:r>
              <a:endParaRPr lang="en-AU" sz="2200" b="1">
                <a:solidFill>
                  <a:schemeClr val="tx1"/>
                </a:solidFill>
                <a:latin typeface="Tw Cen MT" panose="020B0602020104020603" pitchFamily="34" charset="0"/>
              </a:endParaRPr>
            </a:p>
            <a:p>
              <a:pPr algn="ctr"/>
              <a:endParaRPr lang="en-AU" sz="500" b="1">
                <a:solidFill>
                  <a:schemeClr val="tx1"/>
                </a:solidFill>
                <a:latin typeface="Tw Cen MT" panose="020B0602020104020603" pitchFamily="34" charset="0"/>
              </a:endParaRPr>
            </a:p>
            <a:p>
              <a:pPr marL="342900" indent="-342900">
                <a:buFont typeface="Arial" panose="020B0604020202020204" pitchFamily="34" charset="0"/>
                <a:buChar char="•"/>
              </a:pPr>
              <a:endParaRPr lang="en-AU" sz="1500">
                <a:solidFill>
                  <a:schemeClr val="tx1"/>
                </a:solidFill>
                <a:latin typeface="Tw Cen MT" panose="020B0602020104020603" pitchFamily="34" charset="0"/>
              </a:endParaRPr>
            </a:p>
            <a:p>
              <a:pPr marL="342900" indent="-342900">
                <a:buFont typeface="Arial" panose="020B0604020202020204" pitchFamily="34" charset="0"/>
                <a:buChar char="•"/>
              </a:pPr>
              <a:r>
                <a:rPr lang="en-AU" sz="1500">
                  <a:solidFill>
                    <a:schemeClr val="tx1"/>
                  </a:solidFill>
                  <a:latin typeface="Tw Cen MT" panose="020B0602020104020603" pitchFamily="34" charset="0"/>
                </a:rPr>
                <a:t>Integrated land use and transport model</a:t>
              </a:r>
            </a:p>
            <a:p>
              <a:pPr marL="342900" indent="-342900">
                <a:buFont typeface="Arial" panose="020B0604020202020204" pitchFamily="34" charset="0"/>
                <a:buChar char="•"/>
              </a:pPr>
              <a:r>
                <a:rPr lang="en-AU" sz="1500">
                  <a:solidFill>
                    <a:schemeClr val="tx1"/>
                  </a:solidFill>
                  <a:latin typeface="Tw Cen MT" panose="020B0602020104020603" pitchFamily="34" charset="0"/>
                </a:rPr>
                <a:t>Travel demand &amp; supply model</a:t>
              </a:r>
            </a:p>
            <a:p>
              <a:pPr marL="342900" indent="-342900">
                <a:buFont typeface="Arial" panose="020B0604020202020204" pitchFamily="34" charset="0"/>
                <a:buChar char="•"/>
              </a:pPr>
              <a:r>
                <a:rPr lang="en-AU" sz="1500">
                  <a:solidFill>
                    <a:schemeClr val="tx1"/>
                  </a:solidFill>
                  <a:latin typeface="Tw Cen MT" panose="020B0602020104020603" pitchFamily="34" charset="0"/>
                </a:rPr>
                <a:t>Land use model</a:t>
              </a:r>
            </a:p>
          </p:txBody>
        </p:sp>
        <p:pic>
          <p:nvPicPr>
            <p:cNvPr id="348" name="Picture 347">
              <a:extLst>
                <a:ext uri="{FF2B5EF4-FFF2-40B4-BE49-F238E27FC236}">
                  <a16:creationId xmlns:a16="http://schemas.microsoft.com/office/drawing/2014/main" id="{30B613A3-56BD-5AA6-E4B4-F44873B23C00}"/>
                </a:ext>
              </a:extLst>
            </p:cNvPr>
            <p:cNvPicPr>
              <a:picLocks noChangeAspect="1"/>
            </p:cNvPicPr>
            <p:nvPr/>
          </p:nvPicPr>
          <p:blipFill>
            <a:blip r:embed="rId3"/>
            <a:stretch>
              <a:fillRect/>
            </a:stretch>
          </p:blipFill>
          <p:spPr>
            <a:xfrm>
              <a:off x="5162508" y="3428840"/>
              <a:ext cx="2811866" cy="1944376"/>
            </a:xfrm>
            <a:prstGeom prst="rect">
              <a:avLst/>
            </a:prstGeom>
          </p:spPr>
        </p:pic>
      </p:grpSp>
      <p:sp>
        <p:nvSpPr>
          <p:cNvPr id="24" name="Arrow: Down 23">
            <a:extLst>
              <a:ext uri="{FF2B5EF4-FFF2-40B4-BE49-F238E27FC236}">
                <a16:creationId xmlns:a16="http://schemas.microsoft.com/office/drawing/2014/main" id="{61DC1367-69AE-354A-9AB7-60E41DE94A40}"/>
              </a:ext>
            </a:extLst>
          </p:cNvPr>
          <p:cNvSpPr/>
          <p:nvPr/>
        </p:nvSpPr>
        <p:spPr>
          <a:xfrm rot="16200000">
            <a:off x="3849993" y="3408502"/>
            <a:ext cx="507600" cy="507999"/>
          </a:xfrm>
          <a:prstGeom prst="downArrow">
            <a:avLst/>
          </a:prstGeom>
          <a:solidFill>
            <a:srgbClr val="CCCF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5" name="Arrow: Down 24">
            <a:extLst>
              <a:ext uri="{FF2B5EF4-FFF2-40B4-BE49-F238E27FC236}">
                <a16:creationId xmlns:a16="http://schemas.microsoft.com/office/drawing/2014/main" id="{A6695C3F-E8B4-B24F-137E-D8041D002A76}"/>
              </a:ext>
            </a:extLst>
          </p:cNvPr>
          <p:cNvSpPr/>
          <p:nvPr/>
        </p:nvSpPr>
        <p:spPr>
          <a:xfrm rot="16200000">
            <a:off x="7834407" y="3408502"/>
            <a:ext cx="507600" cy="507999"/>
          </a:xfrm>
          <a:prstGeom prst="downArrow">
            <a:avLst/>
          </a:prstGeom>
          <a:solidFill>
            <a:srgbClr val="CCCF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nvGrpSpPr>
          <p:cNvPr id="37" name="Group 36">
            <a:extLst>
              <a:ext uri="{FF2B5EF4-FFF2-40B4-BE49-F238E27FC236}">
                <a16:creationId xmlns:a16="http://schemas.microsoft.com/office/drawing/2014/main" id="{BD4C05C7-224E-F9C4-A7D5-42B25925F13D}"/>
              </a:ext>
            </a:extLst>
          </p:cNvPr>
          <p:cNvGrpSpPr/>
          <p:nvPr/>
        </p:nvGrpSpPr>
        <p:grpSpPr>
          <a:xfrm>
            <a:off x="8578429" y="1142221"/>
            <a:ext cx="3003971" cy="5040560"/>
            <a:chOff x="8878708" y="1159699"/>
            <a:chExt cx="3003971" cy="5040560"/>
          </a:xfrm>
        </p:grpSpPr>
        <p:sp>
          <p:nvSpPr>
            <p:cNvPr id="35" name="Rectangle: Rounded Corners 34">
              <a:extLst>
                <a:ext uri="{FF2B5EF4-FFF2-40B4-BE49-F238E27FC236}">
                  <a16:creationId xmlns:a16="http://schemas.microsoft.com/office/drawing/2014/main" id="{AED647F9-AE77-69C2-4D84-8C54BF39F735}"/>
                </a:ext>
              </a:extLst>
            </p:cNvPr>
            <p:cNvSpPr/>
            <p:nvPr/>
          </p:nvSpPr>
          <p:spPr>
            <a:xfrm>
              <a:off x="8878708" y="1159699"/>
              <a:ext cx="3003971" cy="5040560"/>
            </a:xfrm>
            <a:prstGeom prst="roundRect">
              <a:avLst/>
            </a:prstGeom>
            <a:solidFill>
              <a:srgbClr val="CCCFD7"/>
            </a:solidFill>
            <a:ln>
              <a:noFill/>
            </a:ln>
          </p:spPr>
          <p:style>
            <a:lnRef idx="1">
              <a:schemeClr val="accent1"/>
            </a:lnRef>
            <a:fillRef idx="3">
              <a:schemeClr val="accent1"/>
            </a:fillRef>
            <a:effectRef idx="2">
              <a:schemeClr val="accent1"/>
            </a:effectRef>
            <a:fontRef idx="minor">
              <a:schemeClr val="lt1"/>
            </a:fontRef>
          </p:style>
          <p:txBody>
            <a:bodyPr tIns="0" rtlCol="0" anchor="t"/>
            <a:lstStyle/>
            <a:p>
              <a:pPr algn="ctr"/>
              <a:r>
                <a:rPr lang="en-AU" sz="2200" b="1">
                  <a:solidFill>
                    <a:schemeClr val="tx1"/>
                  </a:solidFill>
                  <a:latin typeface="Tw Cen MT" panose="020B0602020104020603" pitchFamily="34" charset="0"/>
                </a:rPr>
                <a:t>Results</a:t>
              </a:r>
            </a:p>
          </p:txBody>
        </p:sp>
        <p:grpSp>
          <p:nvGrpSpPr>
            <p:cNvPr id="26" name="Group 25">
              <a:extLst>
                <a:ext uri="{FF2B5EF4-FFF2-40B4-BE49-F238E27FC236}">
                  <a16:creationId xmlns:a16="http://schemas.microsoft.com/office/drawing/2014/main" id="{4AB1E528-D676-0AB8-6BCE-294B09DF7C7C}"/>
                </a:ext>
              </a:extLst>
            </p:cNvPr>
            <p:cNvGrpSpPr/>
            <p:nvPr/>
          </p:nvGrpSpPr>
          <p:grpSpPr>
            <a:xfrm>
              <a:off x="9343690" y="1819571"/>
              <a:ext cx="2074007" cy="3904567"/>
              <a:chOff x="3459486" y="1672429"/>
              <a:chExt cx="2074007" cy="3904567"/>
            </a:xfrm>
          </p:grpSpPr>
          <p:sp>
            <p:nvSpPr>
              <p:cNvPr id="27" name="Rectangle: Rounded Corners 26">
                <a:extLst>
                  <a:ext uri="{FF2B5EF4-FFF2-40B4-BE49-F238E27FC236}">
                    <a16:creationId xmlns:a16="http://schemas.microsoft.com/office/drawing/2014/main" id="{54BE230A-D4D2-1A4B-E5AB-4E92393B1F69}"/>
                  </a:ext>
                </a:extLst>
              </p:cNvPr>
              <p:cNvSpPr/>
              <p:nvPr/>
            </p:nvSpPr>
            <p:spPr>
              <a:xfrm>
                <a:off x="3459486" y="2480974"/>
                <a:ext cx="1934546" cy="543467"/>
              </a:xfrm>
              <a:prstGeom prst="roundRect">
                <a:avLst/>
              </a:prstGeom>
              <a:solidFill>
                <a:srgbClr val="224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b="1">
                    <a:latin typeface="Tw Cen MT" panose="020B0602020104020603" pitchFamily="34" charset="0"/>
                  </a:rPr>
                  <a:t>Accessibility S1</a:t>
                </a:r>
              </a:p>
            </p:txBody>
          </p:sp>
          <p:sp>
            <p:nvSpPr>
              <p:cNvPr id="28" name="Rectangle: Rounded Corners 27">
                <a:extLst>
                  <a:ext uri="{FF2B5EF4-FFF2-40B4-BE49-F238E27FC236}">
                    <a16:creationId xmlns:a16="http://schemas.microsoft.com/office/drawing/2014/main" id="{84C08DB5-17F6-0982-ECD7-FE9B4C60B7B0}"/>
                  </a:ext>
                </a:extLst>
              </p:cNvPr>
              <p:cNvSpPr/>
              <p:nvPr/>
            </p:nvSpPr>
            <p:spPr>
              <a:xfrm>
                <a:off x="3459486" y="3286199"/>
                <a:ext cx="1934546" cy="543467"/>
              </a:xfrm>
              <a:prstGeom prst="roundRect">
                <a:avLst/>
              </a:prstGeom>
              <a:solidFill>
                <a:srgbClr val="224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b="1">
                    <a:latin typeface="Tw Cen MT" panose="020B0602020104020603" pitchFamily="34" charset="0"/>
                  </a:rPr>
                  <a:t>Accessibility S2</a:t>
                </a:r>
              </a:p>
            </p:txBody>
          </p:sp>
          <p:sp>
            <p:nvSpPr>
              <p:cNvPr id="29" name="Rectangle: Rounded Corners 28">
                <a:extLst>
                  <a:ext uri="{FF2B5EF4-FFF2-40B4-BE49-F238E27FC236}">
                    <a16:creationId xmlns:a16="http://schemas.microsoft.com/office/drawing/2014/main" id="{BC38AA78-D0E2-132F-23E7-DB0473AC02E5}"/>
                  </a:ext>
                </a:extLst>
              </p:cNvPr>
              <p:cNvSpPr/>
              <p:nvPr/>
            </p:nvSpPr>
            <p:spPr>
              <a:xfrm>
                <a:off x="3459486" y="5033529"/>
                <a:ext cx="1934546" cy="543467"/>
              </a:xfrm>
              <a:prstGeom prst="roundRect">
                <a:avLst/>
              </a:prstGeom>
              <a:solidFill>
                <a:srgbClr val="224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b="1">
                    <a:latin typeface="Tw Cen MT" panose="020B0602020104020603" pitchFamily="34" charset="0"/>
                  </a:rPr>
                  <a:t>Accessibility SN</a:t>
                </a:r>
              </a:p>
            </p:txBody>
          </p:sp>
          <p:sp>
            <p:nvSpPr>
              <p:cNvPr id="30" name="Rectangle: Rounded Corners 29">
                <a:extLst>
                  <a:ext uri="{FF2B5EF4-FFF2-40B4-BE49-F238E27FC236}">
                    <a16:creationId xmlns:a16="http://schemas.microsoft.com/office/drawing/2014/main" id="{1D916076-9D0B-4C28-6F22-756424317994}"/>
                  </a:ext>
                </a:extLst>
              </p:cNvPr>
              <p:cNvSpPr/>
              <p:nvPr/>
            </p:nvSpPr>
            <p:spPr>
              <a:xfrm>
                <a:off x="3598947" y="4091424"/>
                <a:ext cx="1934546" cy="864096"/>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AU" sz="1900" b="1">
                    <a:solidFill>
                      <a:schemeClr val="tx1"/>
                    </a:solidFill>
                    <a:latin typeface="Tw Cen MT" panose="020B0602020104020603" pitchFamily="34" charset="0"/>
                  </a:rPr>
                  <a:t>…..</a:t>
                </a:r>
              </a:p>
            </p:txBody>
          </p:sp>
          <p:sp>
            <p:nvSpPr>
              <p:cNvPr id="31" name="Rectangle: Rounded Corners 30">
                <a:extLst>
                  <a:ext uri="{FF2B5EF4-FFF2-40B4-BE49-F238E27FC236}">
                    <a16:creationId xmlns:a16="http://schemas.microsoft.com/office/drawing/2014/main" id="{512D580B-FC32-AFEA-7CAB-D5186E598FEA}"/>
                  </a:ext>
                </a:extLst>
              </p:cNvPr>
              <p:cNvSpPr/>
              <p:nvPr/>
            </p:nvSpPr>
            <p:spPr>
              <a:xfrm>
                <a:off x="3463371" y="1672429"/>
                <a:ext cx="1934546" cy="543467"/>
              </a:xfrm>
              <a:prstGeom prst="roundRect">
                <a:avLst/>
              </a:prstGeom>
              <a:solidFill>
                <a:srgbClr val="224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b="1">
                    <a:latin typeface="Tw Cen MT" panose="020B0602020104020603" pitchFamily="34" charset="0"/>
                  </a:rPr>
                  <a:t>Accessibility Base</a:t>
                </a:r>
              </a:p>
            </p:txBody>
          </p:sp>
        </p:grpSp>
      </p:grpSp>
    </p:spTree>
    <p:extLst>
      <p:ext uri="{BB962C8B-B14F-4D97-AF65-F5344CB8AC3E}">
        <p14:creationId xmlns:p14="http://schemas.microsoft.com/office/powerpoint/2010/main" val="2912699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Straight Arrow Connector 29">
            <a:extLst>
              <a:ext uri="{FF2B5EF4-FFF2-40B4-BE49-F238E27FC236}">
                <a16:creationId xmlns:a16="http://schemas.microsoft.com/office/drawing/2014/main" id="{C85275DB-0C98-B470-E749-187BAC8C80C3}"/>
              </a:ext>
            </a:extLst>
          </p:cNvPr>
          <p:cNvCxnSpPr>
            <a:cxnSpLocks/>
            <a:stCxn id="43" idx="2"/>
            <a:endCxn id="15" idx="0"/>
          </p:cNvCxnSpPr>
          <p:nvPr/>
        </p:nvCxnSpPr>
        <p:spPr>
          <a:xfrm>
            <a:off x="2350770" y="4886667"/>
            <a:ext cx="3745230" cy="480878"/>
          </a:xfrm>
          <a:prstGeom prst="straightConnector1">
            <a:avLst/>
          </a:prstGeom>
          <a:ln w="76200">
            <a:solidFill>
              <a:srgbClr val="CCCFD7"/>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67BE9537-96A2-4D06-EC46-517BBC8868AB}"/>
              </a:ext>
            </a:extLst>
          </p:cNvPr>
          <p:cNvCxnSpPr>
            <a:cxnSpLocks/>
            <a:stCxn id="47" idx="2"/>
            <a:endCxn id="15" idx="0"/>
          </p:cNvCxnSpPr>
          <p:nvPr/>
        </p:nvCxnSpPr>
        <p:spPr>
          <a:xfrm flipH="1">
            <a:off x="6096000" y="4886667"/>
            <a:ext cx="3745230" cy="480878"/>
          </a:xfrm>
          <a:prstGeom prst="straightConnector1">
            <a:avLst/>
          </a:prstGeom>
          <a:ln w="76200">
            <a:solidFill>
              <a:srgbClr val="CCCFD7"/>
            </a:solidFill>
            <a:tailEnd type="triangl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p:txBody>
          <a:bodyPr/>
          <a:lstStyle/>
          <a:p>
            <a:r>
              <a:rPr lang="en-AU" sz="2800">
                <a:solidFill>
                  <a:srgbClr val="1F487C"/>
                </a:solidFill>
              </a:rPr>
              <a:t>Contributions</a:t>
            </a:r>
          </a:p>
        </p:txBody>
      </p:sp>
      <p:graphicFrame>
        <p:nvGraphicFramePr>
          <p:cNvPr id="40" name="Diagram 39">
            <a:extLst>
              <a:ext uri="{FF2B5EF4-FFF2-40B4-BE49-F238E27FC236}">
                <a16:creationId xmlns:a16="http://schemas.microsoft.com/office/drawing/2014/main" id="{D7021F83-3E31-1C79-978D-D5522660E9C3}"/>
              </a:ext>
            </a:extLst>
          </p:cNvPr>
          <p:cNvGraphicFramePr/>
          <p:nvPr>
            <p:extLst>
              <p:ext uri="{D42A27DB-BD31-4B8C-83A1-F6EECF244321}">
                <p14:modId xmlns:p14="http://schemas.microsoft.com/office/powerpoint/2010/main" val="3952772208"/>
              </p:ext>
            </p:extLst>
          </p:nvPr>
        </p:nvGraphicFramePr>
        <p:xfrm>
          <a:off x="609600" y="1124744"/>
          <a:ext cx="10972800" cy="2016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3" name="Rectangle: Rounded Corners 42">
            <a:extLst>
              <a:ext uri="{FF2B5EF4-FFF2-40B4-BE49-F238E27FC236}">
                <a16:creationId xmlns:a16="http://schemas.microsoft.com/office/drawing/2014/main" id="{9B265E76-C5A3-EA16-D0FA-F8E43F1F5CF5}"/>
              </a:ext>
            </a:extLst>
          </p:cNvPr>
          <p:cNvSpPr/>
          <p:nvPr/>
        </p:nvSpPr>
        <p:spPr>
          <a:xfrm>
            <a:off x="609600" y="3621747"/>
            <a:ext cx="3482340" cy="1264920"/>
          </a:xfrm>
          <a:prstGeom prst="roundRect">
            <a:avLst/>
          </a:prstGeom>
          <a:solidFill>
            <a:srgbClr val="224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a:latin typeface="Tw Cen MT" panose="020B0602020104020603" pitchFamily="34" charset="0"/>
              </a:rPr>
              <a:t>Enable adequate infrastructure distribution and support system deployment</a:t>
            </a:r>
          </a:p>
        </p:txBody>
      </p:sp>
      <p:sp>
        <p:nvSpPr>
          <p:cNvPr id="46" name="Rectangle: Rounded Corners 45">
            <a:extLst>
              <a:ext uri="{FF2B5EF4-FFF2-40B4-BE49-F238E27FC236}">
                <a16:creationId xmlns:a16="http://schemas.microsoft.com/office/drawing/2014/main" id="{4DAE59D8-6DED-0604-AD41-41265815A86D}"/>
              </a:ext>
            </a:extLst>
          </p:cNvPr>
          <p:cNvSpPr/>
          <p:nvPr/>
        </p:nvSpPr>
        <p:spPr>
          <a:xfrm>
            <a:off x="4354830" y="3621747"/>
            <a:ext cx="3482340" cy="1264920"/>
          </a:xfrm>
          <a:prstGeom prst="roundRect">
            <a:avLst/>
          </a:prstGeom>
          <a:solidFill>
            <a:srgbClr val="224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a:latin typeface="Tw Cen MT" panose="020B0602020104020603" pitchFamily="34" charset="0"/>
              </a:rPr>
              <a:t>User-centred AVs design (physical and service)</a:t>
            </a:r>
          </a:p>
        </p:txBody>
      </p:sp>
      <p:sp>
        <p:nvSpPr>
          <p:cNvPr id="47" name="Rectangle: Rounded Corners 46">
            <a:extLst>
              <a:ext uri="{FF2B5EF4-FFF2-40B4-BE49-F238E27FC236}">
                <a16:creationId xmlns:a16="http://schemas.microsoft.com/office/drawing/2014/main" id="{6A9A329E-9239-5D6C-DBFE-55138A4B2CAA}"/>
              </a:ext>
            </a:extLst>
          </p:cNvPr>
          <p:cNvSpPr/>
          <p:nvPr/>
        </p:nvSpPr>
        <p:spPr>
          <a:xfrm>
            <a:off x="8100060" y="3621747"/>
            <a:ext cx="3482340" cy="1264920"/>
          </a:xfrm>
          <a:prstGeom prst="roundRect">
            <a:avLst/>
          </a:prstGeom>
          <a:solidFill>
            <a:srgbClr val="224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a:latin typeface="Tw Cen MT" panose="020B0602020104020603" pitchFamily="34" charset="0"/>
              </a:rPr>
              <a:t>Transport and land use policies aimed at mitigating TRSE</a:t>
            </a:r>
          </a:p>
        </p:txBody>
      </p:sp>
      <p:cxnSp>
        <p:nvCxnSpPr>
          <p:cNvPr id="17" name="Straight Arrow Connector 16">
            <a:extLst>
              <a:ext uri="{FF2B5EF4-FFF2-40B4-BE49-F238E27FC236}">
                <a16:creationId xmlns:a16="http://schemas.microsoft.com/office/drawing/2014/main" id="{6FD9F20D-6A68-9855-04B0-19CD31474BEE}"/>
              </a:ext>
            </a:extLst>
          </p:cNvPr>
          <p:cNvCxnSpPr>
            <a:cxnSpLocks/>
            <a:endCxn id="43" idx="0"/>
          </p:cNvCxnSpPr>
          <p:nvPr/>
        </p:nvCxnSpPr>
        <p:spPr>
          <a:xfrm>
            <a:off x="2350770" y="3140869"/>
            <a:ext cx="0" cy="480878"/>
          </a:xfrm>
          <a:prstGeom prst="straightConnector1">
            <a:avLst/>
          </a:prstGeom>
          <a:ln w="76200">
            <a:solidFill>
              <a:srgbClr val="CCCFD7"/>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972BBC8-C7B4-A808-1EAD-EED4E22D8CBC}"/>
              </a:ext>
            </a:extLst>
          </p:cNvPr>
          <p:cNvCxnSpPr>
            <a:cxnSpLocks/>
            <a:endCxn id="46" idx="0"/>
          </p:cNvCxnSpPr>
          <p:nvPr/>
        </p:nvCxnSpPr>
        <p:spPr>
          <a:xfrm>
            <a:off x="6096000" y="3140869"/>
            <a:ext cx="0" cy="480878"/>
          </a:xfrm>
          <a:prstGeom prst="straightConnector1">
            <a:avLst/>
          </a:prstGeom>
          <a:ln w="76200">
            <a:solidFill>
              <a:srgbClr val="CCCFD7"/>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B29D9EA-2590-7DAE-F3CE-8F728D247F76}"/>
              </a:ext>
            </a:extLst>
          </p:cNvPr>
          <p:cNvCxnSpPr>
            <a:cxnSpLocks/>
            <a:endCxn id="47" idx="0"/>
          </p:cNvCxnSpPr>
          <p:nvPr/>
        </p:nvCxnSpPr>
        <p:spPr>
          <a:xfrm>
            <a:off x="9841230" y="3140869"/>
            <a:ext cx="0" cy="480878"/>
          </a:xfrm>
          <a:prstGeom prst="straightConnector1">
            <a:avLst/>
          </a:prstGeom>
          <a:ln w="76200">
            <a:solidFill>
              <a:srgbClr val="CCCFD7"/>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DFD14005-88CA-5067-C88A-117B5C5533D7}"/>
              </a:ext>
            </a:extLst>
          </p:cNvPr>
          <p:cNvCxnSpPr>
            <a:cxnSpLocks/>
            <a:stCxn id="46" idx="2"/>
            <a:endCxn id="15" idx="0"/>
          </p:cNvCxnSpPr>
          <p:nvPr/>
        </p:nvCxnSpPr>
        <p:spPr>
          <a:xfrm>
            <a:off x="6096000" y="4886667"/>
            <a:ext cx="0" cy="480878"/>
          </a:xfrm>
          <a:prstGeom prst="straightConnector1">
            <a:avLst/>
          </a:prstGeom>
          <a:ln w="76200">
            <a:solidFill>
              <a:srgbClr val="CCCFD7"/>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21A1A3C5-8FDE-E326-B3E3-1230E6DFEEB4}"/>
              </a:ext>
            </a:extLst>
          </p:cNvPr>
          <p:cNvSpPr/>
          <p:nvPr/>
        </p:nvSpPr>
        <p:spPr>
          <a:xfrm>
            <a:off x="4354830" y="5367545"/>
            <a:ext cx="3482340" cy="1264920"/>
          </a:xfrm>
          <a:prstGeom prst="roundRect">
            <a:avLst/>
          </a:prstGeom>
          <a:solidFill>
            <a:srgbClr val="224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a:latin typeface="Tw Cen MT" panose="020B0602020104020603" pitchFamily="34" charset="0"/>
              </a:rPr>
              <a:t>Social Inclusion</a:t>
            </a:r>
          </a:p>
        </p:txBody>
      </p:sp>
    </p:spTree>
    <p:extLst>
      <p:ext uri="{BB962C8B-B14F-4D97-AF65-F5344CB8AC3E}">
        <p14:creationId xmlns:p14="http://schemas.microsoft.com/office/powerpoint/2010/main" val="2208973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A9E4BC-A370-7688-4F11-68C6FFAAE540}"/>
              </a:ext>
            </a:extLst>
          </p:cNvPr>
          <p:cNvPicPr>
            <a:picLocks noChangeAspect="1"/>
          </p:cNvPicPr>
          <p:nvPr/>
        </p:nvPicPr>
        <p:blipFill>
          <a:blip r:embed="rId3">
            <a:duotone>
              <a:srgbClr val="4C4C4C">
                <a:shade val="45000"/>
                <a:satMod val="135000"/>
              </a:srgbClr>
              <a:prstClr val="white"/>
            </a:duotone>
            <a:alphaModFix amt="5000"/>
          </a:blip>
          <a:stretch>
            <a:fillRect/>
          </a:stretch>
        </p:blipFill>
        <p:spPr>
          <a:xfrm>
            <a:off x="0" y="4670172"/>
            <a:ext cx="12192000" cy="2187828"/>
          </a:xfrm>
          <a:prstGeom prst="rect">
            <a:avLst/>
          </a:prstGeom>
        </p:spPr>
      </p:pic>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p:txBody>
          <a:bodyPr/>
          <a:lstStyle/>
          <a:p>
            <a:r>
              <a:rPr lang="en-AU" sz="2800">
                <a:solidFill>
                  <a:srgbClr val="1F487C"/>
                </a:solidFill>
              </a:rPr>
              <a:t>Resources</a:t>
            </a:r>
          </a:p>
        </p:txBody>
      </p:sp>
      <p:pic>
        <p:nvPicPr>
          <p:cNvPr id="10" name="Picture 9">
            <a:extLst>
              <a:ext uri="{FF2B5EF4-FFF2-40B4-BE49-F238E27FC236}">
                <a16:creationId xmlns:a16="http://schemas.microsoft.com/office/drawing/2014/main" id="{71BCC888-B502-E29D-D65C-21C82756FE30}"/>
              </a:ext>
            </a:extLst>
          </p:cNvPr>
          <p:cNvPicPr>
            <a:picLocks noChangeAspect="1"/>
          </p:cNvPicPr>
          <p:nvPr/>
        </p:nvPicPr>
        <p:blipFill>
          <a:blip r:embed="rId4"/>
          <a:stretch>
            <a:fillRect/>
          </a:stretch>
        </p:blipFill>
        <p:spPr>
          <a:xfrm>
            <a:off x="609600" y="1124744"/>
            <a:ext cx="6872188" cy="2137476"/>
          </a:xfrm>
          <a:prstGeom prst="rect">
            <a:avLst/>
          </a:prstGeom>
        </p:spPr>
      </p:pic>
    </p:spTree>
    <p:extLst>
      <p:ext uri="{BB962C8B-B14F-4D97-AF65-F5344CB8AC3E}">
        <p14:creationId xmlns:p14="http://schemas.microsoft.com/office/powerpoint/2010/main" val="3409923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AF1EA35-1945-E496-FE51-86E53785FDC0}"/>
              </a:ext>
            </a:extLst>
          </p:cNvPr>
          <p:cNvPicPr>
            <a:picLocks noChangeAspect="1"/>
          </p:cNvPicPr>
          <p:nvPr/>
        </p:nvPicPr>
        <p:blipFill>
          <a:blip r:embed="rId3">
            <a:duotone>
              <a:srgbClr val="4C4C4C">
                <a:shade val="45000"/>
                <a:satMod val="135000"/>
              </a:srgbClr>
              <a:prstClr val="white"/>
            </a:duotone>
            <a:alphaModFix amt="5000"/>
          </a:blip>
          <a:stretch>
            <a:fillRect/>
          </a:stretch>
        </p:blipFill>
        <p:spPr>
          <a:xfrm>
            <a:off x="0" y="4670172"/>
            <a:ext cx="12192000" cy="2187828"/>
          </a:xfrm>
          <a:prstGeom prst="rect">
            <a:avLst/>
          </a:prstGeom>
        </p:spPr>
      </p:pic>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p:txBody>
          <a:bodyPr/>
          <a:lstStyle/>
          <a:p>
            <a:r>
              <a:rPr lang="en-AU" sz="2800">
                <a:solidFill>
                  <a:srgbClr val="1F487C"/>
                </a:solidFill>
              </a:rPr>
              <a:t>Risk Management</a:t>
            </a:r>
          </a:p>
        </p:txBody>
      </p:sp>
      <p:pic>
        <p:nvPicPr>
          <p:cNvPr id="5" name="Picture 4">
            <a:extLst>
              <a:ext uri="{FF2B5EF4-FFF2-40B4-BE49-F238E27FC236}">
                <a16:creationId xmlns:a16="http://schemas.microsoft.com/office/drawing/2014/main" id="{38F6D5C0-3196-327E-46E0-77841D81EC14}"/>
              </a:ext>
            </a:extLst>
          </p:cNvPr>
          <p:cNvPicPr>
            <a:picLocks noChangeAspect="1"/>
          </p:cNvPicPr>
          <p:nvPr/>
        </p:nvPicPr>
        <p:blipFill>
          <a:blip r:embed="rId4"/>
          <a:stretch>
            <a:fillRect/>
          </a:stretch>
        </p:blipFill>
        <p:spPr>
          <a:xfrm>
            <a:off x="623392" y="1109962"/>
            <a:ext cx="6872189" cy="5170273"/>
          </a:xfrm>
          <a:prstGeom prst="rect">
            <a:avLst/>
          </a:prstGeom>
        </p:spPr>
      </p:pic>
    </p:spTree>
    <p:extLst>
      <p:ext uri="{BB962C8B-B14F-4D97-AF65-F5344CB8AC3E}">
        <p14:creationId xmlns:p14="http://schemas.microsoft.com/office/powerpoint/2010/main" val="1771346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10D092-7AD1-3F85-C128-5CD54D8C8B56}"/>
              </a:ext>
            </a:extLst>
          </p:cNvPr>
          <p:cNvPicPr>
            <a:picLocks noChangeAspect="1"/>
          </p:cNvPicPr>
          <p:nvPr/>
        </p:nvPicPr>
        <p:blipFill>
          <a:blip r:embed="rId3">
            <a:duotone>
              <a:srgbClr val="4C4C4C">
                <a:shade val="45000"/>
                <a:satMod val="135000"/>
              </a:srgbClr>
              <a:prstClr val="white"/>
            </a:duotone>
            <a:alphaModFix amt="5000"/>
          </a:blip>
          <a:stretch>
            <a:fillRect/>
          </a:stretch>
        </p:blipFill>
        <p:spPr>
          <a:xfrm>
            <a:off x="0" y="4670172"/>
            <a:ext cx="12192000" cy="2187828"/>
          </a:xfrm>
          <a:prstGeom prst="rect">
            <a:avLst/>
          </a:prstGeom>
        </p:spPr>
      </p:pic>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wrap="square" anchor="ctr">
            <a:normAutofit/>
          </a:bodyPr>
          <a:lstStyle/>
          <a:p>
            <a:r>
              <a:rPr lang="en-AU" sz="2800">
                <a:solidFill>
                  <a:srgbClr val="1F487C"/>
                </a:solidFill>
              </a:rPr>
              <a:t>Timeline</a:t>
            </a:r>
          </a:p>
        </p:txBody>
      </p:sp>
      <p:pic>
        <p:nvPicPr>
          <p:cNvPr id="4" name="Picture 3" descr="A diagram with multiple colored squares&#10;&#10;Description automatically generated with medium confidence">
            <a:extLst>
              <a:ext uri="{FF2B5EF4-FFF2-40B4-BE49-F238E27FC236}">
                <a16:creationId xmlns:a16="http://schemas.microsoft.com/office/drawing/2014/main" id="{09A26CB8-E327-54B8-CC16-8CFCBD4C07BF}"/>
              </a:ext>
            </a:extLst>
          </p:cNvPr>
          <p:cNvPicPr>
            <a:picLocks noChangeAspect="1"/>
          </p:cNvPicPr>
          <p:nvPr/>
        </p:nvPicPr>
        <p:blipFill rotWithShape="1">
          <a:blip r:embed="rId4"/>
          <a:srcRect b="20017"/>
          <a:stretch/>
        </p:blipFill>
        <p:spPr>
          <a:xfrm>
            <a:off x="609600" y="1333642"/>
            <a:ext cx="10972800" cy="4190716"/>
          </a:xfrm>
          <a:prstGeom prst="rect">
            <a:avLst/>
          </a:prstGeom>
          <a:noFill/>
        </p:spPr>
      </p:pic>
    </p:spTree>
    <p:extLst>
      <p:ext uri="{BB962C8B-B14F-4D97-AF65-F5344CB8AC3E}">
        <p14:creationId xmlns:p14="http://schemas.microsoft.com/office/powerpoint/2010/main" val="28219424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phic 9" descr="A wreath with pinecones and lights">
            <a:extLst>
              <a:ext uri="{FF2B5EF4-FFF2-40B4-BE49-F238E27FC236}">
                <a16:creationId xmlns:a16="http://schemas.microsoft.com/office/drawing/2014/main" id="{0EFD3452-712D-BA70-0FD5-A852E70C27F2}"/>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49914" r="50000"/>
          <a:stretch/>
        </p:blipFill>
        <p:spPr>
          <a:xfrm>
            <a:off x="9931456" y="0"/>
            <a:ext cx="2260544" cy="2264430"/>
          </a:xfrm>
          <a:prstGeom prst="rect">
            <a:avLst/>
          </a:prstGeom>
        </p:spPr>
      </p:pic>
      <p:grpSp>
        <p:nvGrpSpPr>
          <p:cNvPr id="8" name="Group 7">
            <a:extLst>
              <a:ext uri="{FF2B5EF4-FFF2-40B4-BE49-F238E27FC236}">
                <a16:creationId xmlns:a16="http://schemas.microsoft.com/office/drawing/2014/main" id="{AFEA6F7D-1CDA-4B06-6A32-7B4A22912057}"/>
              </a:ext>
            </a:extLst>
          </p:cNvPr>
          <p:cNvGrpSpPr/>
          <p:nvPr/>
        </p:nvGrpSpPr>
        <p:grpSpPr>
          <a:xfrm>
            <a:off x="3901405" y="2621635"/>
            <a:ext cx="3745878" cy="1614730"/>
            <a:chOff x="6292772" y="2621635"/>
            <a:chExt cx="3745878" cy="1614730"/>
          </a:xfrm>
        </p:grpSpPr>
        <p:pic>
          <p:nvPicPr>
            <p:cNvPr id="9" name="Graphic 8">
              <a:extLst>
                <a:ext uri="{FF2B5EF4-FFF2-40B4-BE49-F238E27FC236}">
                  <a16:creationId xmlns:a16="http://schemas.microsoft.com/office/drawing/2014/main" id="{C3E193FF-68ED-809A-95A4-2BF7260F4153}"/>
                </a:ext>
                <a:ext uri="{C183D7F6-B498-43B3-948B-1728B52AA6E4}">
                  <adec:decorative xmlns:adec="http://schemas.microsoft.com/office/drawing/2017/decorative" val="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423920" y="2621635"/>
              <a:ext cx="1614730" cy="1614730"/>
            </a:xfrm>
            <a:prstGeom prst="rect">
              <a:avLst/>
            </a:prstGeom>
          </p:spPr>
        </p:pic>
        <p:pic>
          <p:nvPicPr>
            <p:cNvPr id="11" name="Graphic 13">
              <a:extLst>
                <a:ext uri="{FF2B5EF4-FFF2-40B4-BE49-F238E27FC236}">
                  <a16:creationId xmlns:a16="http://schemas.microsoft.com/office/drawing/2014/main" id="{2C6173BF-8930-578C-012D-C6394F88327B}"/>
                </a:ext>
                <a:ext uri="{C183D7F6-B498-43B3-948B-1728B52AA6E4}">
                  <adec:decorative xmlns:adec="http://schemas.microsoft.com/office/drawing/2017/decorative" val="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292772" y="2631759"/>
              <a:ext cx="1615830" cy="1534789"/>
            </a:xfrm>
            <a:prstGeom prst="rect">
              <a:avLst/>
            </a:prstGeom>
          </p:spPr>
        </p:pic>
      </p:grpSp>
      <p:sp>
        <p:nvSpPr>
          <p:cNvPr id="15" name="Title 1">
            <a:extLst>
              <a:ext uri="{FF2B5EF4-FFF2-40B4-BE49-F238E27FC236}">
                <a16:creationId xmlns:a16="http://schemas.microsoft.com/office/drawing/2014/main" id="{105022E4-0A77-93A0-1B4D-6EEFFC870D60}"/>
              </a:ext>
            </a:extLst>
          </p:cNvPr>
          <p:cNvSpPr txBox="1">
            <a:spLocks/>
          </p:cNvSpPr>
          <p:nvPr/>
        </p:nvSpPr>
        <p:spPr bwMode="auto">
          <a:xfrm>
            <a:off x="609600" y="117475"/>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algn="l" defTabSz="457200" rtl="0" eaLnBrk="1" fontAlgn="base" hangingPunct="1">
              <a:spcBef>
                <a:spcPct val="0"/>
              </a:spcBef>
              <a:spcAft>
                <a:spcPct val="0"/>
              </a:spcAft>
              <a:defRPr sz="2400" b="1" kern="1200" baseline="0">
                <a:solidFill>
                  <a:schemeClr val="bg1"/>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r>
              <a:rPr lang="en-AU" sz="2800" dirty="0"/>
              <a:t>Thank you for your time</a:t>
            </a:r>
          </a:p>
        </p:txBody>
      </p:sp>
      <p:sp>
        <p:nvSpPr>
          <p:cNvPr id="19" name="Content Placeholder 2">
            <a:extLst>
              <a:ext uri="{FF2B5EF4-FFF2-40B4-BE49-F238E27FC236}">
                <a16:creationId xmlns:a16="http://schemas.microsoft.com/office/drawing/2014/main" id="{454C0192-A381-DA44-143D-E5FB609A13DD}"/>
              </a:ext>
            </a:extLst>
          </p:cNvPr>
          <p:cNvSpPr txBox="1">
            <a:spLocks/>
          </p:cNvSpPr>
          <p:nvPr/>
        </p:nvSpPr>
        <p:spPr>
          <a:xfrm>
            <a:off x="609599" y="1358901"/>
            <a:ext cx="10454953" cy="4767262"/>
          </a:xfrm>
          <a:prstGeom prst="rect">
            <a:avLst/>
          </a:prstGeom>
        </p:spPr>
        <p:txBody>
          <a:bodyPr vert="horz" lIns="91440" tIns="45720" rIns="91440" bIns="45720" rtlCol="0" anchor="t">
            <a:normAutofit/>
          </a:bodyPr>
          <a:lstStyle>
            <a:lvl1pPr marL="342900" indent="-342900" algn="l" defTabSz="457200" rtl="0" eaLnBrk="1" fontAlgn="base" hangingPunct="1">
              <a:lnSpc>
                <a:spcPct val="90000"/>
              </a:lnSpc>
              <a:spcBef>
                <a:spcPct val="20000"/>
              </a:spcBef>
              <a:spcAft>
                <a:spcPct val="0"/>
              </a:spcAft>
              <a:buFont typeface="Lucida Grande" charset="0"/>
              <a:buChar char="–"/>
              <a:defRPr sz="2000" kern="1200">
                <a:solidFill>
                  <a:schemeClr val="tx1"/>
                </a:solidFill>
                <a:latin typeface="Tw Cen MT"/>
                <a:ea typeface="ＭＳ Ｐゴシック" charset="0"/>
                <a:cs typeface="Tw Cen MT"/>
              </a:defRPr>
            </a:lvl1pPr>
            <a:lvl2pPr marL="742950" indent="-285750" algn="l" defTabSz="457200" rtl="0" eaLnBrk="1" fontAlgn="base" hangingPunct="1">
              <a:lnSpc>
                <a:spcPct val="90000"/>
              </a:lnSpc>
              <a:spcBef>
                <a:spcPct val="20000"/>
              </a:spcBef>
              <a:spcAft>
                <a:spcPct val="0"/>
              </a:spcAft>
              <a:buFont typeface="Lucida Grande"/>
              <a:buChar char="–"/>
              <a:defRPr sz="1800" kern="1200">
                <a:solidFill>
                  <a:schemeClr val="tx1"/>
                </a:solidFill>
                <a:latin typeface="Tw Cen MT"/>
                <a:ea typeface="ＭＳ Ｐゴシック" charset="0"/>
                <a:cs typeface="Tw Cen MT"/>
              </a:defRPr>
            </a:lvl2pPr>
            <a:lvl3pPr marL="1143000" indent="-228600" algn="l" defTabSz="457200" rtl="0" eaLnBrk="1" fontAlgn="base" hangingPunct="1">
              <a:lnSpc>
                <a:spcPct val="90000"/>
              </a:lnSpc>
              <a:spcBef>
                <a:spcPct val="20000"/>
              </a:spcBef>
              <a:spcAft>
                <a:spcPct val="0"/>
              </a:spcAft>
              <a:buFont typeface="Arial" charset="0"/>
              <a:buChar char="•"/>
              <a:defRPr sz="16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AU" sz="2200" b="1" dirty="0">
                <a:solidFill>
                  <a:schemeClr val="bg1"/>
                </a:solidFill>
              </a:rPr>
              <a:t>Comments &amp; Questions</a:t>
            </a: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a:solidFill>
                <a:schemeClr val="bg1"/>
              </a:solidFill>
            </a:endParaRPr>
          </a:p>
          <a:p>
            <a:pPr marL="0" indent="0">
              <a:buNone/>
            </a:pPr>
            <a:endParaRPr lang="en-AU" sz="1900" b="1">
              <a:solidFill>
                <a:schemeClr val="bg1"/>
              </a:solidFill>
            </a:endParaRPr>
          </a:p>
          <a:p>
            <a:pPr marL="0" indent="0" algn="r">
              <a:buNone/>
            </a:pPr>
            <a:endParaRPr lang="en-AU" sz="1200" b="1" dirty="0">
              <a:solidFill>
                <a:schemeClr val="bg1"/>
              </a:solidFill>
            </a:endParaRPr>
          </a:p>
          <a:p>
            <a:pPr marL="0" indent="0" algn="r">
              <a:buNone/>
            </a:pPr>
            <a:endParaRPr lang="en-AU" sz="1200" b="1" dirty="0">
              <a:solidFill>
                <a:schemeClr val="bg1"/>
              </a:solidFill>
            </a:endParaRPr>
          </a:p>
          <a:p>
            <a:pPr marL="0" indent="0" algn="r">
              <a:buNone/>
            </a:pPr>
            <a:endParaRPr lang="en-AU" sz="1200" b="1" dirty="0">
              <a:solidFill>
                <a:schemeClr val="bg1"/>
              </a:solidFill>
            </a:endParaRPr>
          </a:p>
          <a:p>
            <a:pPr marL="0" indent="0" algn="r">
              <a:buNone/>
            </a:pPr>
            <a:r>
              <a:rPr lang="en-AU" sz="1200" b="1" dirty="0">
                <a:solidFill>
                  <a:schemeClr val="bg1"/>
                </a:solidFill>
              </a:rPr>
              <a:t>Name: Arkar Than Win			</a:t>
            </a:r>
          </a:p>
          <a:p>
            <a:pPr marL="0" indent="0" algn="r">
              <a:buNone/>
            </a:pPr>
            <a:r>
              <a:rPr lang="en-AU" sz="1200" b="1" dirty="0">
                <a:solidFill>
                  <a:schemeClr val="bg1"/>
                </a:solidFill>
              </a:rPr>
              <a:t>Email: </a:t>
            </a:r>
            <a:r>
              <a:rPr lang="en-AU" sz="1200" b="1" dirty="0">
                <a:solidFill>
                  <a:schemeClr val="bg1"/>
                </a:solidFill>
                <a:hlinkClick r:id="rId6"/>
              </a:rPr>
              <a:t>arkar.thanwin@sydney.edu.au</a:t>
            </a:r>
            <a:r>
              <a:rPr lang="en-AU" sz="1200" b="1" dirty="0">
                <a:solidFill>
                  <a:schemeClr val="bg1"/>
                </a:solidFill>
              </a:rPr>
              <a:t>	</a:t>
            </a:r>
          </a:p>
          <a:p>
            <a:pPr marL="0" indent="0" algn="r">
              <a:buNone/>
            </a:pPr>
            <a:endParaRPr lang="en-AU" sz="1200" b="1" dirty="0">
              <a:solidFill>
                <a:schemeClr val="bg1"/>
              </a:solidFill>
            </a:endParaRPr>
          </a:p>
        </p:txBody>
      </p:sp>
    </p:spTree>
    <p:extLst>
      <p:ext uri="{BB962C8B-B14F-4D97-AF65-F5344CB8AC3E}">
        <p14:creationId xmlns:p14="http://schemas.microsoft.com/office/powerpoint/2010/main" val="37806044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441E87-D978-7D82-D8F2-EE5657501F6C}"/>
              </a:ext>
            </a:extLst>
          </p:cNvPr>
          <p:cNvPicPr>
            <a:picLocks noChangeAspect="1"/>
          </p:cNvPicPr>
          <p:nvPr/>
        </p:nvPicPr>
        <p:blipFill>
          <a:blip r:embed="rId3">
            <a:duotone>
              <a:srgbClr val="4C4C4C">
                <a:shade val="45000"/>
                <a:satMod val="135000"/>
              </a:srgbClr>
              <a:prstClr val="white"/>
            </a:duotone>
            <a:alphaModFix amt="5000"/>
          </a:blip>
          <a:stretch>
            <a:fillRect/>
          </a:stretch>
        </p:blipFill>
        <p:spPr>
          <a:xfrm>
            <a:off x="0" y="4670172"/>
            <a:ext cx="12192000" cy="2187828"/>
          </a:xfrm>
          <a:prstGeom prst="rect">
            <a:avLst/>
          </a:prstGeom>
        </p:spPr>
      </p:pic>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wrap="square" anchor="ctr">
            <a:normAutofit/>
          </a:bodyPr>
          <a:lstStyle/>
          <a:p>
            <a:r>
              <a:rPr lang="en-AU" sz="2800">
                <a:solidFill>
                  <a:srgbClr val="1F487C"/>
                </a:solidFill>
              </a:rPr>
              <a:t>References</a:t>
            </a:r>
          </a:p>
        </p:txBody>
      </p:sp>
      <p:sp>
        <p:nvSpPr>
          <p:cNvPr id="7" name="Content Placeholder 2">
            <a:extLst>
              <a:ext uri="{FF2B5EF4-FFF2-40B4-BE49-F238E27FC236}">
                <a16:creationId xmlns:a16="http://schemas.microsoft.com/office/drawing/2014/main" id="{5607720C-9632-81BC-5D1F-0ADE5F99A667}"/>
              </a:ext>
            </a:extLst>
          </p:cNvPr>
          <p:cNvSpPr>
            <a:spLocks noGrp="1"/>
          </p:cNvSpPr>
          <p:nvPr>
            <p:ph idx="1"/>
          </p:nvPr>
        </p:nvSpPr>
        <p:spPr>
          <a:xfrm>
            <a:off x="609600" y="1358901"/>
            <a:ext cx="10972800" cy="4767263"/>
          </a:xfrm>
        </p:spPr>
        <p:txBody>
          <a:bodyPr>
            <a:noAutofit/>
          </a:bodyPr>
          <a:lstStyle/>
          <a:p>
            <a:pPr marL="0" indent="0" algn="just">
              <a:spcAft>
                <a:spcPts val="800"/>
              </a:spcAft>
              <a:buNone/>
            </a:pPr>
            <a:r>
              <a:rPr lang="en-US" sz="1100">
                <a:effectLst/>
                <a:latin typeface="Tw Cen MT" panose="020B0602020104020603" pitchFamily="34" charset="0"/>
                <a:ea typeface="Aptos" panose="020B0004020202020204" pitchFamily="34" charset="0"/>
              </a:rPr>
              <a:t>Asgari, H., Jin, X., &amp; Corkery, T. (2018). A Stated Preference Survey Approach to Understanding Mobility Choices in Light of Shared Mobility Services and Automated Vehicle Technologies in the U.S. </a:t>
            </a:r>
            <a:r>
              <a:rPr lang="en-US" sz="1100" i="1">
                <a:effectLst/>
                <a:latin typeface="Tw Cen MT" panose="020B0602020104020603" pitchFamily="34" charset="0"/>
                <a:ea typeface="Aptos" panose="020B0004020202020204" pitchFamily="34" charset="0"/>
              </a:rPr>
              <a:t>Transportation research record</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2672</a:t>
            </a:r>
            <a:r>
              <a:rPr lang="en-US" sz="1100">
                <a:effectLst/>
                <a:latin typeface="Tw Cen MT" panose="020B0602020104020603" pitchFamily="34" charset="0"/>
                <a:ea typeface="Aptos" panose="020B0004020202020204" pitchFamily="34" charset="0"/>
              </a:rPr>
              <a:t>(47), 12-22. </a:t>
            </a:r>
            <a:r>
              <a:rPr lang="en-US" sz="1100" u="sng">
                <a:solidFill>
                  <a:srgbClr val="467886"/>
                </a:solidFill>
                <a:effectLst/>
                <a:latin typeface="Tw Cen MT" panose="020B0602020104020603" pitchFamily="34" charset="0"/>
                <a:ea typeface="Aptos" panose="020B0004020202020204" pitchFamily="34" charset="0"/>
                <a:hlinkClick r:id="rId4"/>
              </a:rPr>
              <a:t>https://doi.org/10.1177/0361198118790124</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a:effectLst/>
                <a:latin typeface="Tw Cen MT" panose="020B0602020104020603" pitchFamily="34" charset="0"/>
                <a:ea typeface="Aptos" panose="020B0004020202020204" pitchFamily="34" charset="0"/>
              </a:rPr>
              <a:t>Basu, R., </a:t>
            </a:r>
            <a:r>
              <a:rPr lang="en-US" sz="1100" err="1">
                <a:effectLst/>
                <a:latin typeface="Tw Cen MT" panose="020B0602020104020603" pitchFamily="34" charset="0"/>
                <a:ea typeface="Aptos" panose="020B0004020202020204" pitchFamily="34" charset="0"/>
              </a:rPr>
              <a:t>Araldo</a:t>
            </a:r>
            <a:r>
              <a:rPr lang="en-US" sz="1100">
                <a:effectLst/>
                <a:latin typeface="Tw Cen MT" panose="020B0602020104020603" pitchFamily="34" charset="0"/>
                <a:ea typeface="Aptos" panose="020B0004020202020204" pitchFamily="34" charset="0"/>
              </a:rPr>
              <a:t>, A., </a:t>
            </a:r>
            <a:r>
              <a:rPr lang="en-US" sz="1100" err="1">
                <a:effectLst/>
                <a:latin typeface="Tw Cen MT" panose="020B0602020104020603" pitchFamily="34" charset="0"/>
                <a:ea typeface="Aptos" panose="020B0004020202020204" pitchFamily="34" charset="0"/>
              </a:rPr>
              <a:t>Akkinepally</a:t>
            </a:r>
            <a:r>
              <a:rPr lang="en-US" sz="1100">
                <a:effectLst/>
                <a:latin typeface="Tw Cen MT" panose="020B0602020104020603" pitchFamily="34" charset="0"/>
                <a:ea typeface="Aptos" panose="020B0004020202020204" pitchFamily="34" charset="0"/>
              </a:rPr>
              <a:t>, A. P., Nahmias Biran, B. H., </a:t>
            </a:r>
            <a:r>
              <a:rPr lang="en-US" sz="1100" err="1">
                <a:effectLst/>
                <a:latin typeface="Tw Cen MT" panose="020B0602020104020603" pitchFamily="34" charset="0"/>
                <a:ea typeface="Aptos" panose="020B0004020202020204" pitchFamily="34" charset="0"/>
              </a:rPr>
              <a:t>Basak</a:t>
            </a:r>
            <a:r>
              <a:rPr lang="en-US" sz="1100">
                <a:effectLst/>
                <a:latin typeface="Tw Cen MT" panose="020B0602020104020603" pitchFamily="34" charset="0"/>
                <a:ea typeface="Aptos" panose="020B0004020202020204" pitchFamily="34" charset="0"/>
              </a:rPr>
              <a:t>, K., Seshadri, R., Deshmukh, N., Kumar, N., Azevedo, C. L., &amp; Ben-Akiva, M. (2018). Automated Mobility-on-Demand vs. Mass Transit: A Multi-Modal Activity-Driven Agent-Based Simulation Approach. </a:t>
            </a:r>
            <a:r>
              <a:rPr lang="en-US" sz="1100" i="1">
                <a:effectLst/>
                <a:latin typeface="Tw Cen MT" panose="020B0602020104020603" pitchFamily="34" charset="0"/>
                <a:ea typeface="Aptos" panose="020B0004020202020204" pitchFamily="34" charset="0"/>
              </a:rPr>
              <a:t>Transportation research record</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2672</a:t>
            </a:r>
            <a:r>
              <a:rPr lang="en-US" sz="1100">
                <a:effectLst/>
                <a:latin typeface="Tw Cen MT" panose="020B0602020104020603" pitchFamily="34" charset="0"/>
                <a:ea typeface="Aptos" panose="020B0004020202020204" pitchFamily="34" charset="0"/>
              </a:rPr>
              <a:t>(8), 608-618. </a:t>
            </a:r>
            <a:r>
              <a:rPr lang="en-US" sz="1100" u="sng">
                <a:solidFill>
                  <a:srgbClr val="467886"/>
                </a:solidFill>
                <a:effectLst/>
                <a:latin typeface="Tw Cen MT" panose="020B0602020104020603" pitchFamily="34" charset="0"/>
                <a:ea typeface="Aptos" panose="020B0004020202020204" pitchFamily="34" charset="0"/>
                <a:hlinkClick r:id="rId5"/>
              </a:rPr>
              <a:t>https://doi.org/10.1177/0361198118758630</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a:effectLst/>
                <a:latin typeface="Tw Cen MT" panose="020B0602020104020603" pitchFamily="34" charset="0"/>
                <a:ea typeface="Aptos" panose="020B0004020202020204" pitchFamily="34" charset="0"/>
              </a:rPr>
              <a:t>Carrese, S., Nigro, M., Patella, S. M., &amp; </a:t>
            </a:r>
            <a:r>
              <a:rPr lang="en-US" sz="1100" err="1">
                <a:effectLst/>
                <a:latin typeface="Tw Cen MT" panose="020B0602020104020603" pitchFamily="34" charset="0"/>
                <a:ea typeface="Aptos" panose="020B0004020202020204" pitchFamily="34" charset="0"/>
              </a:rPr>
              <a:t>Toniolo</a:t>
            </a:r>
            <a:r>
              <a:rPr lang="en-US" sz="1100">
                <a:effectLst/>
                <a:latin typeface="Tw Cen MT" panose="020B0602020104020603" pitchFamily="34" charset="0"/>
                <a:ea typeface="Aptos" panose="020B0004020202020204" pitchFamily="34" charset="0"/>
              </a:rPr>
              <a:t>, E. (2019). A preliminary study of the potential impact of autonomous vehicles on residential location in Rome. </a:t>
            </a:r>
            <a:r>
              <a:rPr lang="en-US" sz="1100" i="1">
                <a:effectLst/>
                <a:latin typeface="Tw Cen MT" panose="020B0602020104020603" pitchFamily="34" charset="0"/>
                <a:ea typeface="Aptos" panose="020B0004020202020204" pitchFamily="34" charset="0"/>
              </a:rPr>
              <a:t>Research in transportation economics</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75</a:t>
            </a:r>
            <a:r>
              <a:rPr lang="en-US" sz="1100">
                <a:effectLst/>
                <a:latin typeface="Tw Cen MT" panose="020B0602020104020603" pitchFamily="34" charset="0"/>
                <a:ea typeface="Aptos" panose="020B0004020202020204" pitchFamily="34" charset="0"/>
              </a:rPr>
              <a:t>, 55-61. </a:t>
            </a:r>
            <a:r>
              <a:rPr lang="en-US" sz="1100" u="sng">
                <a:solidFill>
                  <a:srgbClr val="467886"/>
                </a:solidFill>
                <a:effectLst/>
                <a:latin typeface="Tw Cen MT" panose="020B0602020104020603" pitchFamily="34" charset="0"/>
                <a:ea typeface="Aptos" panose="020B0004020202020204" pitchFamily="34" charset="0"/>
                <a:hlinkClick r:id="rId6"/>
              </a:rPr>
              <a:t>https://doi.org/https://doi.org/10.1016/j.retrec.2019.02.005</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a:effectLst/>
                <a:latin typeface="Tw Cen MT" panose="020B0602020104020603" pitchFamily="34" charset="0"/>
                <a:ea typeface="Aptos" panose="020B0004020202020204" pitchFamily="34" charset="0"/>
              </a:rPr>
              <a:t>Choi, S., Kim, D., Ko, J., Park, J., &amp; Ko, Y. (2023). Value of travel time savings of autonomous vehicle commuters: a segmented valuation for local and inter-city travel. </a:t>
            </a:r>
            <a:r>
              <a:rPr lang="en-US" sz="1100" i="1">
                <a:effectLst/>
                <a:latin typeface="Tw Cen MT" panose="020B0602020104020603" pitchFamily="34" charset="0"/>
                <a:ea typeface="Aptos" panose="020B0004020202020204" pitchFamily="34" charset="0"/>
              </a:rPr>
              <a:t>International Journal of Urban Sciences</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27</a:t>
            </a:r>
            <a:r>
              <a:rPr lang="en-US" sz="1100">
                <a:effectLst/>
                <a:latin typeface="Tw Cen MT" panose="020B0602020104020603" pitchFamily="34" charset="0"/>
                <a:ea typeface="Aptos" panose="020B0004020202020204" pitchFamily="34" charset="0"/>
              </a:rPr>
              <a:t>(4), 645-669. </a:t>
            </a:r>
            <a:r>
              <a:rPr lang="en-US" sz="1100" u="sng">
                <a:solidFill>
                  <a:srgbClr val="467886"/>
                </a:solidFill>
                <a:effectLst/>
                <a:latin typeface="Tw Cen MT" panose="020B0602020104020603" pitchFamily="34" charset="0"/>
                <a:ea typeface="Aptos" panose="020B0004020202020204" pitchFamily="34" charset="0"/>
                <a:hlinkClick r:id="rId7"/>
              </a:rPr>
              <a:t>https://doi.org/10.1080/12265934.2023.2165531</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a:effectLst/>
                <a:latin typeface="Tw Cen MT" panose="020B0602020104020603" pitchFamily="34" charset="0"/>
                <a:ea typeface="Aptos" panose="020B0004020202020204" pitchFamily="34" charset="0"/>
              </a:rPr>
              <a:t>Correia, G. H. d. A., </a:t>
            </a:r>
            <a:r>
              <a:rPr lang="en-US" sz="1100" err="1">
                <a:effectLst/>
                <a:latin typeface="Tw Cen MT" panose="020B0602020104020603" pitchFamily="34" charset="0"/>
                <a:ea typeface="Aptos" panose="020B0004020202020204" pitchFamily="34" charset="0"/>
              </a:rPr>
              <a:t>Looff</a:t>
            </a:r>
            <a:r>
              <a:rPr lang="en-US" sz="1100">
                <a:effectLst/>
                <a:latin typeface="Tw Cen MT" panose="020B0602020104020603" pitchFamily="34" charset="0"/>
                <a:ea typeface="Aptos" panose="020B0004020202020204" pitchFamily="34" charset="0"/>
              </a:rPr>
              <a:t>, E., van </a:t>
            </a:r>
            <a:r>
              <a:rPr lang="en-US" sz="1100" err="1">
                <a:effectLst/>
                <a:latin typeface="Tw Cen MT" panose="020B0602020104020603" pitchFamily="34" charset="0"/>
                <a:ea typeface="Aptos" panose="020B0004020202020204" pitchFamily="34" charset="0"/>
              </a:rPr>
              <a:t>Cranenburgh</a:t>
            </a:r>
            <a:r>
              <a:rPr lang="en-US" sz="1100">
                <a:effectLst/>
                <a:latin typeface="Tw Cen MT" panose="020B0602020104020603" pitchFamily="34" charset="0"/>
                <a:ea typeface="Aptos" panose="020B0004020202020204" pitchFamily="34" charset="0"/>
              </a:rPr>
              <a:t>, S., </a:t>
            </a:r>
            <a:r>
              <a:rPr lang="en-US" sz="1100" err="1">
                <a:effectLst/>
                <a:latin typeface="Tw Cen MT" panose="020B0602020104020603" pitchFamily="34" charset="0"/>
                <a:ea typeface="Aptos" panose="020B0004020202020204" pitchFamily="34" charset="0"/>
              </a:rPr>
              <a:t>Snelder</a:t>
            </a:r>
            <a:r>
              <a:rPr lang="en-US" sz="1100">
                <a:effectLst/>
                <a:latin typeface="Tw Cen MT" panose="020B0602020104020603" pitchFamily="34" charset="0"/>
                <a:ea typeface="Aptos" panose="020B0004020202020204" pitchFamily="34" charset="0"/>
              </a:rPr>
              <a:t>, M., &amp; van </a:t>
            </a:r>
            <a:r>
              <a:rPr lang="en-US" sz="1100" err="1">
                <a:effectLst/>
                <a:latin typeface="Tw Cen MT" panose="020B0602020104020603" pitchFamily="34" charset="0"/>
                <a:ea typeface="Aptos" panose="020B0004020202020204" pitchFamily="34" charset="0"/>
              </a:rPr>
              <a:t>Arem</a:t>
            </a:r>
            <a:r>
              <a:rPr lang="en-US" sz="1100">
                <a:effectLst/>
                <a:latin typeface="Tw Cen MT" panose="020B0602020104020603" pitchFamily="34" charset="0"/>
                <a:ea typeface="Aptos" panose="020B0004020202020204" pitchFamily="34" charset="0"/>
              </a:rPr>
              <a:t>, B. (2019). On the impact of vehicle automation on the value of travel time while performing work and leisure activities in a car: Theoretical insights and results from a stated preference survey. </a:t>
            </a:r>
            <a:r>
              <a:rPr lang="en-US" sz="1100" i="1">
                <a:effectLst/>
                <a:latin typeface="Tw Cen MT" panose="020B0602020104020603" pitchFamily="34" charset="0"/>
                <a:ea typeface="Aptos" panose="020B0004020202020204" pitchFamily="34" charset="0"/>
              </a:rPr>
              <a:t>Transportation research. Part A, Policy and practice</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119</a:t>
            </a:r>
            <a:r>
              <a:rPr lang="en-US" sz="1100">
                <a:effectLst/>
                <a:latin typeface="Tw Cen MT" panose="020B0602020104020603" pitchFamily="34" charset="0"/>
                <a:ea typeface="Aptos" panose="020B0004020202020204" pitchFamily="34" charset="0"/>
              </a:rPr>
              <a:t>, 359-382. </a:t>
            </a:r>
            <a:r>
              <a:rPr lang="en-US" sz="1100" u="sng">
                <a:solidFill>
                  <a:srgbClr val="467886"/>
                </a:solidFill>
                <a:effectLst/>
                <a:latin typeface="Tw Cen MT" panose="020B0602020104020603" pitchFamily="34" charset="0"/>
                <a:ea typeface="Aptos" panose="020B0004020202020204" pitchFamily="34" charset="0"/>
                <a:hlinkClick r:id="rId8"/>
              </a:rPr>
              <a:t>https://doi.org/10.1016/j.tra.2018.11.016</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err="1">
                <a:effectLst/>
                <a:latin typeface="Tw Cen MT" panose="020B0602020104020603" pitchFamily="34" charset="0"/>
                <a:ea typeface="Aptos" panose="020B0004020202020204" pitchFamily="34" charset="0"/>
              </a:rPr>
              <a:t>Geurs</a:t>
            </a:r>
            <a:r>
              <a:rPr lang="en-US" sz="1100">
                <a:effectLst/>
                <a:latin typeface="Tw Cen MT" panose="020B0602020104020603" pitchFamily="34" charset="0"/>
                <a:ea typeface="Aptos" panose="020B0004020202020204" pitchFamily="34" charset="0"/>
              </a:rPr>
              <a:t>, K. T., &amp; van Wee, B. (2004). Accessibility evaluation of land-use and transport strategies: review and research directions. </a:t>
            </a:r>
            <a:r>
              <a:rPr lang="en-US" sz="1100" i="1">
                <a:effectLst/>
                <a:latin typeface="Tw Cen MT" panose="020B0602020104020603" pitchFamily="34" charset="0"/>
                <a:ea typeface="Aptos" panose="020B0004020202020204" pitchFamily="34" charset="0"/>
              </a:rPr>
              <a:t>Journal of transport geography</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12</a:t>
            </a:r>
            <a:r>
              <a:rPr lang="en-US" sz="1100">
                <a:effectLst/>
                <a:latin typeface="Tw Cen MT" panose="020B0602020104020603" pitchFamily="34" charset="0"/>
                <a:ea typeface="Aptos" panose="020B0004020202020204" pitchFamily="34" charset="0"/>
              </a:rPr>
              <a:t>(2), 127-140. </a:t>
            </a:r>
            <a:r>
              <a:rPr lang="en-US" sz="1100" u="sng">
                <a:solidFill>
                  <a:srgbClr val="467886"/>
                </a:solidFill>
                <a:effectLst/>
                <a:latin typeface="Tw Cen MT" panose="020B0602020104020603" pitchFamily="34" charset="0"/>
                <a:ea typeface="Aptos" panose="020B0004020202020204" pitchFamily="34" charset="0"/>
                <a:hlinkClick r:id="rId9"/>
              </a:rPr>
              <a:t>https://doi.org/10.1016/j.jtrangeo.2003.10.005</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err="1">
                <a:effectLst/>
                <a:latin typeface="Tw Cen MT" panose="020B0602020104020603" pitchFamily="34" charset="0"/>
                <a:ea typeface="Aptos" panose="020B0004020202020204" pitchFamily="34" charset="0"/>
              </a:rPr>
              <a:t>Gurumurthy</a:t>
            </a:r>
            <a:r>
              <a:rPr lang="en-US" sz="1100">
                <a:effectLst/>
                <a:latin typeface="Tw Cen MT" panose="020B0602020104020603" pitchFamily="34" charset="0"/>
                <a:ea typeface="Aptos" panose="020B0004020202020204" pitchFamily="34" charset="0"/>
              </a:rPr>
              <a:t>, K. M., &amp; </a:t>
            </a:r>
            <a:r>
              <a:rPr lang="en-US" sz="1100" err="1">
                <a:effectLst/>
                <a:latin typeface="Tw Cen MT" panose="020B0602020104020603" pitchFamily="34" charset="0"/>
                <a:ea typeface="Aptos" panose="020B0004020202020204" pitchFamily="34" charset="0"/>
              </a:rPr>
              <a:t>Kockelman</a:t>
            </a:r>
            <a:r>
              <a:rPr lang="en-US" sz="1100">
                <a:effectLst/>
                <a:latin typeface="Tw Cen MT" panose="020B0602020104020603" pitchFamily="34" charset="0"/>
                <a:ea typeface="Aptos" panose="020B0004020202020204" pitchFamily="34" charset="0"/>
              </a:rPr>
              <a:t>, K. M. (2020). Modeling Americans’ autonomous vehicle preferences: A focus on dynamic ride-sharing, privacy &amp; long-distance mode choices. </a:t>
            </a:r>
            <a:r>
              <a:rPr lang="en-US" sz="1100" i="1">
                <a:effectLst/>
                <a:latin typeface="Tw Cen MT" panose="020B0602020104020603" pitchFamily="34" charset="0"/>
                <a:ea typeface="Aptos" panose="020B0004020202020204" pitchFamily="34" charset="0"/>
              </a:rPr>
              <a:t>Technological forecasting &amp; social change</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150</a:t>
            </a:r>
            <a:r>
              <a:rPr lang="en-US" sz="1100">
                <a:effectLst/>
                <a:latin typeface="Tw Cen MT" panose="020B0602020104020603" pitchFamily="34" charset="0"/>
                <a:ea typeface="Aptos" panose="020B0004020202020204" pitchFamily="34" charset="0"/>
              </a:rPr>
              <a:t>, 119792. </a:t>
            </a:r>
            <a:r>
              <a:rPr lang="en-US" sz="1100" u="sng">
                <a:solidFill>
                  <a:srgbClr val="467886"/>
                </a:solidFill>
                <a:effectLst/>
                <a:latin typeface="Tw Cen MT" panose="020B0602020104020603" pitchFamily="34" charset="0"/>
                <a:ea typeface="Aptos" panose="020B0004020202020204" pitchFamily="34" charset="0"/>
                <a:hlinkClick r:id="rId10"/>
              </a:rPr>
              <a:t>https://doi.org/10.1016/j.techfore.2019.119792</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err="1">
                <a:effectLst/>
                <a:latin typeface="Tw Cen MT" panose="020B0602020104020603" pitchFamily="34" charset="0"/>
                <a:ea typeface="Aptos" panose="020B0004020202020204" pitchFamily="34" charset="0"/>
              </a:rPr>
              <a:t>Hamadneh</a:t>
            </a:r>
            <a:r>
              <a:rPr lang="en-US" sz="1100">
                <a:effectLst/>
                <a:latin typeface="Tw Cen MT" panose="020B0602020104020603" pitchFamily="34" charset="0"/>
                <a:ea typeface="Aptos" panose="020B0004020202020204" pitchFamily="34" charset="0"/>
              </a:rPr>
              <a:t>, J., Hamdan, N., &amp; Mahdi, A. (2024). Users’ Transport Mode Choices in the Autonomous Vehicle Age in Urban Areas. </a:t>
            </a:r>
            <a:r>
              <a:rPr lang="en-US" sz="1100" i="1">
                <a:effectLst/>
                <a:latin typeface="Tw Cen MT" panose="020B0602020104020603" pitchFamily="34" charset="0"/>
                <a:ea typeface="Aptos" panose="020B0004020202020204" pitchFamily="34" charset="0"/>
              </a:rPr>
              <a:t>Journal of transportation engineering, Part A</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150</a:t>
            </a:r>
            <a:r>
              <a:rPr lang="en-US" sz="1100">
                <a:effectLst/>
                <a:latin typeface="Tw Cen MT" panose="020B0602020104020603" pitchFamily="34" charset="0"/>
                <a:ea typeface="Aptos" panose="020B0004020202020204" pitchFamily="34" charset="0"/>
              </a:rPr>
              <a:t>(1). </a:t>
            </a:r>
            <a:r>
              <a:rPr lang="en-US" sz="1100" u="sng">
                <a:solidFill>
                  <a:srgbClr val="467886"/>
                </a:solidFill>
                <a:effectLst/>
                <a:latin typeface="Tw Cen MT" panose="020B0602020104020603" pitchFamily="34" charset="0"/>
                <a:ea typeface="Aptos" panose="020B0004020202020204" pitchFamily="34" charset="0"/>
                <a:hlinkClick r:id="rId11"/>
              </a:rPr>
              <a:t>https://doi.org/10.1061/JTEPBS.TEENG-7961</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a:effectLst/>
                <a:latin typeface="Tw Cen MT" panose="020B0602020104020603" pitchFamily="34" charset="0"/>
                <a:ea typeface="Aptos" panose="020B0004020202020204" pitchFamily="34" charset="0"/>
              </a:rPr>
              <a:t>Harper, C. D., Hendrickson, C. T., </a:t>
            </a:r>
            <a:r>
              <a:rPr lang="en-US" sz="1100" err="1">
                <a:effectLst/>
                <a:latin typeface="Tw Cen MT" panose="020B0602020104020603" pitchFamily="34" charset="0"/>
                <a:ea typeface="Aptos" panose="020B0004020202020204" pitchFamily="34" charset="0"/>
              </a:rPr>
              <a:t>Mangones</a:t>
            </a:r>
            <a:r>
              <a:rPr lang="en-US" sz="1100">
                <a:effectLst/>
                <a:latin typeface="Tw Cen MT" panose="020B0602020104020603" pitchFamily="34" charset="0"/>
                <a:ea typeface="Aptos" panose="020B0004020202020204" pitchFamily="34" charset="0"/>
              </a:rPr>
              <a:t>, S., &amp; Samaras, C. (2016). Estimating potential increases in travel with autonomous vehicles for the non-driving, elderly and people with travel-restrictive medical conditions. </a:t>
            </a:r>
            <a:r>
              <a:rPr lang="en-US" sz="1100" i="1">
                <a:effectLst/>
                <a:latin typeface="Tw Cen MT" panose="020B0602020104020603" pitchFamily="34" charset="0"/>
                <a:ea typeface="Aptos" panose="020B0004020202020204" pitchFamily="34" charset="0"/>
              </a:rPr>
              <a:t>Transportation research. Part C, Emerging technologies</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72</a:t>
            </a:r>
            <a:r>
              <a:rPr lang="en-US" sz="1100">
                <a:effectLst/>
                <a:latin typeface="Tw Cen MT" panose="020B0602020104020603" pitchFamily="34" charset="0"/>
                <a:ea typeface="Aptos" panose="020B0004020202020204" pitchFamily="34" charset="0"/>
              </a:rPr>
              <a:t>, 1-9. </a:t>
            </a:r>
            <a:r>
              <a:rPr lang="en-US" sz="1100" u="sng">
                <a:solidFill>
                  <a:srgbClr val="467886"/>
                </a:solidFill>
                <a:effectLst/>
                <a:latin typeface="Tw Cen MT" panose="020B0602020104020603" pitchFamily="34" charset="0"/>
                <a:ea typeface="Aptos" panose="020B0004020202020204" pitchFamily="34" charset="0"/>
                <a:hlinkClick r:id="rId12"/>
              </a:rPr>
              <a:t>https://doi.org/10.1016/j.trc.2016.09.003</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a:effectLst/>
                <a:latin typeface="Tw Cen MT" panose="020B0602020104020603" pitchFamily="34" charset="0"/>
                <a:ea typeface="Aptos" panose="020B0004020202020204" pitchFamily="34" charset="0"/>
              </a:rPr>
              <a:t>Hwang, J., Li, W., </a:t>
            </a:r>
            <a:r>
              <a:rPr lang="en-US" sz="1100" err="1">
                <a:effectLst/>
                <a:latin typeface="Tw Cen MT" panose="020B0602020104020603" pitchFamily="34" charset="0"/>
                <a:ea typeface="Aptos" panose="020B0004020202020204" pitchFamily="34" charset="0"/>
              </a:rPr>
              <a:t>Stough</a:t>
            </a:r>
            <a:r>
              <a:rPr lang="en-US" sz="1100">
                <a:effectLst/>
                <a:latin typeface="Tw Cen MT" panose="020B0602020104020603" pitchFamily="34" charset="0"/>
                <a:ea typeface="Aptos" panose="020B0004020202020204" pitchFamily="34" charset="0"/>
              </a:rPr>
              <a:t>, L. M., Lee, C., &amp; Turnbull, K. (2021). People with disabilities' perceptions of autonomous vehicles as a viable transportation option to improve mobility: an exploratory study using mixed methods. </a:t>
            </a:r>
            <a:r>
              <a:rPr lang="en-US" sz="1100" i="1">
                <a:effectLst/>
                <a:latin typeface="Tw Cen MT" panose="020B0602020104020603" pitchFamily="34" charset="0"/>
                <a:ea typeface="Aptos" panose="020B0004020202020204" pitchFamily="34" charset="0"/>
              </a:rPr>
              <a:t>International journal of sustainable transportation</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15</a:t>
            </a:r>
            <a:r>
              <a:rPr lang="en-US" sz="1100">
                <a:effectLst/>
                <a:latin typeface="Tw Cen MT" panose="020B0602020104020603" pitchFamily="34" charset="0"/>
                <a:ea typeface="Aptos" panose="020B0004020202020204" pitchFamily="34" charset="0"/>
              </a:rPr>
              <a:t>(12), 924-942. </a:t>
            </a:r>
            <a:r>
              <a:rPr lang="en-US" sz="1100" u="sng">
                <a:solidFill>
                  <a:srgbClr val="467886"/>
                </a:solidFill>
                <a:effectLst/>
                <a:latin typeface="Tw Cen MT" panose="020B0602020104020603" pitchFamily="34" charset="0"/>
                <a:ea typeface="Aptos" panose="020B0004020202020204" pitchFamily="34" charset="0"/>
                <a:hlinkClick r:id="rId13"/>
              </a:rPr>
              <a:t>https://doi.org/10.1080/15568318.2020.1833115</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a:effectLst/>
                <a:latin typeface="Tw Cen MT" panose="020B0602020104020603" pitchFamily="34" charset="0"/>
                <a:ea typeface="Aptos" panose="020B0004020202020204" pitchFamily="34" charset="0"/>
              </a:rPr>
              <a:t>Kenyon, S., Rafferty, J., &amp; Lyons, G. (2003). Social exclusion and transport in the UK: a role for virtual accessibility in the alleviation of mobility-related social exclusion? </a:t>
            </a:r>
            <a:r>
              <a:rPr lang="en-US" sz="1100" i="1">
                <a:effectLst/>
                <a:latin typeface="Tw Cen MT" panose="020B0602020104020603" pitchFamily="34" charset="0"/>
                <a:ea typeface="Aptos" panose="020B0004020202020204" pitchFamily="34" charset="0"/>
              </a:rPr>
              <a:t>Journal of social policy</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32</a:t>
            </a:r>
            <a:r>
              <a:rPr lang="en-US" sz="1100">
                <a:effectLst/>
                <a:latin typeface="Tw Cen MT" panose="020B0602020104020603" pitchFamily="34" charset="0"/>
                <a:ea typeface="Aptos" panose="020B0004020202020204" pitchFamily="34" charset="0"/>
              </a:rPr>
              <a:t>(3), 317-338. </a:t>
            </a:r>
            <a:r>
              <a:rPr lang="en-US" sz="1100" u="sng">
                <a:solidFill>
                  <a:srgbClr val="467886"/>
                </a:solidFill>
                <a:effectLst/>
                <a:latin typeface="Tw Cen MT" panose="020B0602020104020603" pitchFamily="34" charset="0"/>
                <a:ea typeface="Aptos" panose="020B0004020202020204" pitchFamily="34" charset="0"/>
                <a:hlinkClick r:id="rId14"/>
              </a:rPr>
              <a:t>https://doi.org/10.1017/S0047279403007037</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p:txBody>
      </p:sp>
    </p:spTree>
    <p:extLst>
      <p:ext uri="{BB962C8B-B14F-4D97-AF65-F5344CB8AC3E}">
        <p14:creationId xmlns:p14="http://schemas.microsoft.com/office/powerpoint/2010/main" val="1426852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3A8C78-E1DC-9E0F-AAE5-5339FA231C31}"/>
              </a:ext>
            </a:extLst>
          </p:cNvPr>
          <p:cNvPicPr>
            <a:picLocks noChangeAspect="1"/>
          </p:cNvPicPr>
          <p:nvPr/>
        </p:nvPicPr>
        <p:blipFill>
          <a:blip r:embed="rId3">
            <a:duotone>
              <a:srgbClr val="4C4C4C">
                <a:shade val="45000"/>
                <a:satMod val="135000"/>
              </a:srgbClr>
              <a:prstClr val="white"/>
            </a:duotone>
            <a:alphaModFix amt="5000"/>
          </a:blip>
          <a:stretch>
            <a:fillRect/>
          </a:stretch>
        </p:blipFill>
        <p:spPr>
          <a:xfrm>
            <a:off x="0" y="4670172"/>
            <a:ext cx="12192000" cy="2187828"/>
          </a:xfrm>
          <a:prstGeom prst="rect">
            <a:avLst/>
          </a:prstGeom>
        </p:spPr>
      </p:pic>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wrap="square" anchor="ctr">
            <a:normAutofit/>
          </a:bodyPr>
          <a:lstStyle/>
          <a:p>
            <a:r>
              <a:rPr lang="en-AU" sz="2800">
                <a:solidFill>
                  <a:srgbClr val="1F487C"/>
                </a:solidFill>
              </a:rPr>
              <a:t>References</a:t>
            </a:r>
          </a:p>
        </p:txBody>
      </p:sp>
      <p:sp>
        <p:nvSpPr>
          <p:cNvPr id="7" name="Content Placeholder 2">
            <a:extLst>
              <a:ext uri="{FF2B5EF4-FFF2-40B4-BE49-F238E27FC236}">
                <a16:creationId xmlns:a16="http://schemas.microsoft.com/office/drawing/2014/main" id="{5607720C-9632-81BC-5D1F-0ADE5F99A667}"/>
              </a:ext>
            </a:extLst>
          </p:cNvPr>
          <p:cNvSpPr>
            <a:spLocks noGrp="1"/>
          </p:cNvSpPr>
          <p:nvPr>
            <p:ph idx="1"/>
          </p:nvPr>
        </p:nvSpPr>
        <p:spPr>
          <a:xfrm>
            <a:off x="609600" y="1358901"/>
            <a:ext cx="10972800" cy="4767263"/>
          </a:xfrm>
        </p:spPr>
        <p:txBody>
          <a:bodyPr>
            <a:noAutofit/>
          </a:bodyPr>
          <a:lstStyle/>
          <a:p>
            <a:pPr marL="0" indent="0" algn="just">
              <a:spcAft>
                <a:spcPts val="800"/>
              </a:spcAft>
              <a:buNone/>
            </a:pPr>
            <a:r>
              <a:rPr lang="en-US" sz="1100">
                <a:effectLst/>
                <a:latin typeface="Tw Cen MT" panose="020B0602020104020603" pitchFamily="34" charset="0"/>
                <a:ea typeface="Aptos" panose="020B0004020202020204" pitchFamily="34" charset="0"/>
              </a:rPr>
              <a:t>Kim, K.-H., &amp; </a:t>
            </a:r>
            <a:r>
              <a:rPr lang="en-US" sz="1100" err="1">
                <a:effectLst/>
                <a:latin typeface="Tw Cen MT" panose="020B0602020104020603" pitchFamily="34" charset="0"/>
                <a:ea typeface="Aptos" panose="020B0004020202020204" pitchFamily="34" charset="0"/>
              </a:rPr>
              <a:t>Yook</a:t>
            </a:r>
            <a:r>
              <a:rPr lang="en-US" sz="1100">
                <a:effectLst/>
                <a:latin typeface="Tw Cen MT" panose="020B0602020104020603" pitchFamily="34" charset="0"/>
                <a:ea typeface="Aptos" panose="020B0004020202020204" pitchFamily="34" charset="0"/>
              </a:rPr>
              <a:t>, D. (2015). An analysis of expected effects of the autonomous vehicles on transport and land use in Korea.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err="1">
                <a:effectLst/>
                <a:latin typeface="Tw Cen MT" panose="020B0602020104020603" pitchFamily="34" charset="0"/>
                <a:ea typeface="Aptos" panose="020B0004020202020204" pitchFamily="34" charset="0"/>
              </a:rPr>
              <a:t>Klinkhardt</a:t>
            </a:r>
            <a:r>
              <a:rPr lang="en-US" sz="1100">
                <a:effectLst/>
                <a:latin typeface="Tw Cen MT" panose="020B0602020104020603" pitchFamily="34" charset="0"/>
                <a:ea typeface="Aptos" panose="020B0004020202020204" pitchFamily="34" charset="0"/>
              </a:rPr>
              <a:t>, C., </a:t>
            </a:r>
            <a:r>
              <a:rPr lang="en-US" sz="1100" err="1">
                <a:effectLst/>
                <a:latin typeface="Tw Cen MT" panose="020B0602020104020603" pitchFamily="34" charset="0"/>
                <a:ea typeface="Aptos" panose="020B0004020202020204" pitchFamily="34" charset="0"/>
              </a:rPr>
              <a:t>Kandler</a:t>
            </a:r>
            <a:r>
              <a:rPr lang="en-US" sz="1100">
                <a:effectLst/>
                <a:latin typeface="Tw Cen MT" panose="020B0602020104020603" pitchFamily="34" charset="0"/>
                <a:ea typeface="Aptos" panose="020B0004020202020204" pitchFamily="34" charset="0"/>
              </a:rPr>
              <a:t>, K., </a:t>
            </a:r>
            <a:r>
              <a:rPr lang="en-US" sz="1100" err="1">
                <a:effectLst/>
                <a:latin typeface="Tw Cen MT" panose="020B0602020104020603" pitchFamily="34" charset="0"/>
                <a:ea typeface="Aptos" panose="020B0004020202020204" pitchFamily="34" charset="0"/>
              </a:rPr>
              <a:t>Kostorz</a:t>
            </a:r>
            <a:r>
              <a:rPr lang="en-US" sz="1100">
                <a:effectLst/>
                <a:latin typeface="Tw Cen MT" panose="020B0602020104020603" pitchFamily="34" charset="0"/>
                <a:ea typeface="Aptos" panose="020B0004020202020204" pitchFamily="34" charset="0"/>
              </a:rPr>
              <a:t>, N., Heilig, M., </a:t>
            </a:r>
            <a:r>
              <a:rPr lang="en-US" sz="1100" err="1">
                <a:effectLst/>
                <a:latin typeface="Tw Cen MT" panose="020B0602020104020603" pitchFamily="34" charset="0"/>
                <a:ea typeface="Aptos" panose="020B0004020202020204" pitchFamily="34" charset="0"/>
              </a:rPr>
              <a:t>Kagerbauer</a:t>
            </a:r>
            <a:r>
              <a:rPr lang="en-US" sz="1100">
                <a:effectLst/>
                <a:latin typeface="Tw Cen MT" panose="020B0602020104020603" pitchFamily="34" charset="0"/>
                <a:ea typeface="Aptos" panose="020B0004020202020204" pitchFamily="34" charset="0"/>
              </a:rPr>
              <a:t>, M., &amp; </a:t>
            </a:r>
            <a:r>
              <a:rPr lang="en-US" sz="1100" err="1">
                <a:effectLst/>
                <a:latin typeface="Tw Cen MT" panose="020B0602020104020603" pitchFamily="34" charset="0"/>
                <a:ea typeface="Aptos" panose="020B0004020202020204" pitchFamily="34" charset="0"/>
              </a:rPr>
              <a:t>Vortisch</a:t>
            </a:r>
            <a:r>
              <a:rPr lang="en-US" sz="1100">
                <a:effectLst/>
                <a:latin typeface="Tw Cen MT" panose="020B0602020104020603" pitchFamily="34" charset="0"/>
                <a:ea typeface="Aptos" panose="020B0004020202020204" pitchFamily="34" charset="0"/>
              </a:rPr>
              <a:t>, P. (2024). Integrating Autonomous Busses as Door-to-Door and First-/Last-Mile Service into Public Transport: Findings from a Stated Choice Experiment. </a:t>
            </a:r>
            <a:r>
              <a:rPr lang="en-US" sz="1100" i="1">
                <a:effectLst/>
                <a:latin typeface="Tw Cen MT" panose="020B0602020104020603" pitchFamily="34" charset="0"/>
                <a:ea typeface="Aptos" panose="020B0004020202020204" pitchFamily="34" charset="0"/>
              </a:rPr>
              <a:t>Transportation research record</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2678</a:t>
            </a:r>
            <a:r>
              <a:rPr lang="en-US" sz="1100">
                <a:effectLst/>
                <a:latin typeface="Tw Cen MT" panose="020B0602020104020603" pitchFamily="34" charset="0"/>
                <a:ea typeface="Aptos" panose="020B0004020202020204" pitchFamily="34" charset="0"/>
              </a:rPr>
              <a:t>(2), 605-619. </a:t>
            </a:r>
            <a:r>
              <a:rPr lang="en-US" sz="1100" u="sng">
                <a:solidFill>
                  <a:srgbClr val="467886"/>
                </a:solidFill>
                <a:effectLst/>
                <a:latin typeface="Tw Cen MT" panose="020B0602020104020603" pitchFamily="34" charset="0"/>
                <a:ea typeface="Aptos" panose="020B0004020202020204" pitchFamily="34" charset="0"/>
                <a:hlinkClick r:id="rId4"/>
              </a:rPr>
              <a:t>https://doi.org/10.1177/03611981231175900</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err="1">
                <a:effectLst/>
                <a:latin typeface="Tw Cen MT" panose="020B0602020104020603" pitchFamily="34" charset="0"/>
                <a:ea typeface="Aptos" panose="020B0004020202020204" pitchFamily="34" charset="0"/>
              </a:rPr>
              <a:t>Kolarova</a:t>
            </a:r>
            <a:r>
              <a:rPr lang="en-US" sz="1100">
                <a:effectLst/>
                <a:latin typeface="Tw Cen MT" panose="020B0602020104020603" pitchFamily="34" charset="0"/>
                <a:ea typeface="Aptos" panose="020B0004020202020204" pitchFamily="34" charset="0"/>
              </a:rPr>
              <a:t>, V., &amp; </a:t>
            </a:r>
            <a:r>
              <a:rPr lang="en-US" sz="1100" err="1">
                <a:effectLst/>
                <a:latin typeface="Tw Cen MT" panose="020B0602020104020603" pitchFamily="34" charset="0"/>
                <a:ea typeface="Aptos" panose="020B0004020202020204" pitchFamily="34" charset="0"/>
              </a:rPr>
              <a:t>Cherchi</a:t>
            </a:r>
            <a:r>
              <a:rPr lang="en-US" sz="1100">
                <a:effectLst/>
                <a:latin typeface="Tw Cen MT" panose="020B0602020104020603" pitchFamily="34" charset="0"/>
                <a:ea typeface="Aptos" panose="020B0004020202020204" pitchFamily="34" charset="0"/>
              </a:rPr>
              <a:t>, E. (2021). Impact of trust and travel experiences on the value of travel time savings for autonomous driving. </a:t>
            </a:r>
            <a:r>
              <a:rPr lang="en-US" sz="1100" i="1">
                <a:effectLst/>
                <a:latin typeface="Tw Cen MT" panose="020B0602020104020603" pitchFamily="34" charset="0"/>
                <a:ea typeface="Aptos" panose="020B0004020202020204" pitchFamily="34" charset="0"/>
              </a:rPr>
              <a:t>Transportation Research Part C: Emerging Technologies</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131</a:t>
            </a:r>
            <a:r>
              <a:rPr lang="en-US" sz="1100">
                <a:effectLst/>
                <a:latin typeface="Tw Cen MT" panose="020B0602020104020603" pitchFamily="34" charset="0"/>
                <a:ea typeface="Aptos" panose="020B0004020202020204" pitchFamily="34" charset="0"/>
              </a:rPr>
              <a:t>, 103354. </a:t>
            </a:r>
            <a:r>
              <a:rPr lang="en-US" sz="1100" u="sng">
                <a:solidFill>
                  <a:srgbClr val="467886"/>
                </a:solidFill>
                <a:effectLst/>
                <a:latin typeface="Tw Cen MT" panose="020B0602020104020603" pitchFamily="34" charset="0"/>
                <a:ea typeface="Aptos" panose="020B0004020202020204" pitchFamily="34" charset="0"/>
                <a:hlinkClick r:id="rId5"/>
              </a:rPr>
              <a:t>https://doi.org/https://doi.org/10.1016/j.trc.2021.103354</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buNone/>
            </a:pPr>
            <a:r>
              <a:rPr lang="en-GB" sz="1100" kern="0" err="1">
                <a:effectLst/>
                <a:latin typeface="Tw Cen MT" panose="020B0602020104020603" pitchFamily="34" charset="0"/>
                <a:ea typeface="Aptos" panose="020B0004020202020204" pitchFamily="34" charset="0"/>
              </a:rPr>
              <a:t>Kolarova</a:t>
            </a:r>
            <a:r>
              <a:rPr lang="en-GB" sz="1100" kern="0">
                <a:effectLst/>
                <a:latin typeface="Tw Cen MT" panose="020B0602020104020603" pitchFamily="34" charset="0"/>
                <a:ea typeface="Aptos" panose="020B0004020202020204" pitchFamily="34" charset="0"/>
              </a:rPr>
              <a:t>, V., </a:t>
            </a:r>
            <a:r>
              <a:rPr lang="en-GB" sz="1100" kern="0" err="1">
                <a:effectLst/>
                <a:latin typeface="Tw Cen MT" panose="020B0602020104020603" pitchFamily="34" charset="0"/>
                <a:ea typeface="Aptos" panose="020B0004020202020204" pitchFamily="34" charset="0"/>
              </a:rPr>
              <a:t>Steck</a:t>
            </a:r>
            <a:r>
              <a:rPr lang="en-GB" sz="1100" kern="0">
                <a:effectLst/>
                <a:latin typeface="Tw Cen MT" panose="020B0602020104020603" pitchFamily="34" charset="0"/>
                <a:ea typeface="Aptos" panose="020B0004020202020204" pitchFamily="34" charset="0"/>
              </a:rPr>
              <a:t>, F., &amp; </a:t>
            </a:r>
            <a:r>
              <a:rPr lang="en-GB" sz="1100" kern="0" err="1">
                <a:effectLst/>
                <a:latin typeface="Tw Cen MT" panose="020B0602020104020603" pitchFamily="34" charset="0"/>
                <a:ea typeface="Aptos" panose="020B0004020202020204" pitchFamily="34" charset="0"/>
              </a:rPr>
              <a:t>Bahamonde</a:t>
            </a:r>
            <a:r>
              <a:rPr lang="en-GB" sz="1100" kern="0">
                <a:effectLst/>
                <a:latin typeface="Tw Cen MT" panose="020B0602020104020603" pitchFamily="34" charset="0"/>
                <a:ea typeface="Aptos" panose="020B0004020202020204" pitchFamily="34" charset="0"/>
              </a:rPr>
              <a:t>-Birke, F. J. (2019). Assessing the effect of autonomous driving on value of travel time savings: A comparison between current and future preferences. </a:t>
            </a:r>
            <a:r>
              <a:rPr lang="en-GB" sz="1100" i="1" kern="0">
                <a:effectLst/>
                <a:latin typeface="Tw Cen MT" panose="020B0602020104020603" pitchFamily="34" charset="0"/>
                <a:ea typeface="Aptos" panose="020B0004020202020204" pitchFamily="34" charset="0"/>
              </a:rPr>
              <a:t>Transportation Research Part A: Policy and Practice</a:t>
            </a:r>
            <a:r>
              <a:rPr lang="en-GB" sz="1100" kern="0">
                <a:effectLst/>
                <a:latin typeface="Tw Cen MT" panose="020B0602020104020603" pitchFamily="34" charset="0"/>
                <a:ea typeface="Aptos" panose="020B0004020202020204" pitchFamily="34" charset="0"/>
              </a:rPr>
              <a:t>,</a:t>
            </a:r>
            <a:r>
              <a:rPr lang="en-GB" sz="1100" i="1" kern="0">
                <a:effectLst/>
                <a:latin typeface="Tw Cen MT" panose="020B0602020104020603" pitchFamily="34" charset="0"/>
                <a:ea typeface="Aptos" panose="020B0004020202020204" pitchFamily="34" charset="0"/>
              </a:rPr>
              <a:t> 129</a:t>
            </a:r>
            <a:r>
              <a:rPr lang="en-GB" sz="1100" kern="0">
                <a:effectLst/>
                <a:latin typeface="Tw Cen MT" panose="020B0602020104020603" pitchFamily="34" charset="0"/>
                <a:ea typeface="Aptos" panose="020B0004020202020204" pitchFamily="34" charset="0"/>
              </a:rPr>
              <a:t>, 155-169. </a:t>
            </a:r>
            <a:r>
              <a:rPr lang="en-GB" sz="1100" u="sng" kern="0">
                <a:solidFill>
                  <a:srgbClr val="467886"/>
                </a:solidFill>
                <a:effectLst/>
                <a:latin typeface="Tw Cen MT" panose="020B0602020104020603" pitchFamily="34" charset="0"/>
                <a:ea typeface="Aptos" panose="020B0004020202020204" pitchFamily="34" charset="0"/>
                <a:hlinkClick r:id="rId6"/>
              </a:rPr>
              <a:t>https://doi.org/https://doi.org/10.1016/j.tra.2019.08.011</a:t>
            </a:r>
            <a:endParaRPr lang="en-GB" sz="1100" u="sng" kern="0">
              <a:solidFill>
                <a:srgbClr val="467886"/>
              </a:solidFill>
              <a:effectLst/>
              <a:latin typeface="Tw Cen MT" panose="020B0602020104020603" pitchFamily="34" charset="0"/>
              <a:ea typeface="Aptos" panose="020B0004020202020204" pitchFamily="34" charset="0"/>
            </a:endParaRPr>
          </a:p>
          <a:p>
            <a:pPr marL="0" indent="0">
              <a:buNone/>
            </a:pPr>
            <a:endParaRPr lang="en-AU" sz="1100">
              <a:latin typeface="Tw Cen MT" panose="020B0602020104020603" pitchFamily="34" charset="0"/>
            </a:endParaRPr>
          </a:p>
          <a:p>
            <a:pPr marL="0" indent="0" algn="just">
              <a:spcAft>
                <a:spcPts val="800"/>
              </a:spcAft>
              <a:buNone/>
            </a:pPr>
            <a:r>
              <a:rPr lang="en-US" sz="1100">
                <a:effectLst/>
                <a:latin typeface="Tw Cen MT" panose="020B0602020104020603" pitchFamily="34" charset="0"/>
                <a:ea typeface="Aptos" panose="020B0004020202020204" pitchFamily="34" charset="0"/>
              </a:rPr>
              <a:t>Krueger, R., Rashidi, T. H., &amp; Rose, J. M. (2016). Preferences for shared autonomous vehicles. </a:t>
            </a:r>
            <a:r>
              <a:rPr lang="en-US" sz="1100" i="1">
                <a:effectLst/>
                <a:latin typeface="Tw Cen MT" panose="020B0602020104020603" pitchFamily="34" charset="0"/>
                <a:ea typeface="Aptos" panose="020B0004020202020204" pitchFamily="34" charset="0"/>
              </a:rPr>
              <a:t>Transportation research. Part C, Emerging technologies</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69</a:t>
            </a:r>
            <a:r>
              <a:rPr lang="en-US" sz="1100">
                <a:effectLst/>
                <a:latin typeface="Tw Cen MT" panose="020B0602020104020603" pitchFamily="34" charset="0"/>
                <a:ea typeface="Aptos" panose="020B0004020202020204" pitchFamily="34" charset="0"/>
              </a:rPr>
              <a:t>, 343-355. </a:t>
            </a:r>
            <a:r>
              <a:rPr lang="en-US" sz="1100" u="sng">
                <a:solidFill>
                  <a:srgbClr val="467886"/>
                </a:solidFill>
                <a:effectLst/>
                <a:latin typeface="Tw Cen MT" panose="020B0602020104020603" pitchFamily="34" charset="0"/>
                <a:ea typeface="Aptos" panose="020B0004020202020204" pitchFamily="34" charset="0"/>
                <a:hlinkClick r:id="rId7"/>
              </a:rPr>
              <a:t>https://doi.org/10.1016/j.trc.2016.06.015</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a:effectLst/>
                <a:latin typeface="Tw Cen MT" panose="020B0602020104020603" pitchFamily="34" charset="0"/>
                <a:ea typeface="Aptos" panose="020B0004020202020204" pitchFamily="34" charset="0"/>
              </a:rPr>
              <a:t>Lee, J., &amp; </a:t>
            </a:r>
            <a:r>
              <a:rPr lang="en-US" sz="1100" err="1">
                <a:effectLst/>
                <a:latin typeface="Tw Cen MT" panose="020B0602020104020603" pitchFamily="34" charset="0"/>
                <a:ea typeface="Aptos" panose="020B0004020202020204" pitchFamily="34" charset="0"/>
              </a:rPr>
              <a:t>Kockelman</a:t>
            </a:r>
            <a:r>
              <a:rPr lang="en-US" sz="1100">
                <a:effectLst/>
                <a:latin typeface="Tw Cen MT" panose="020B0602020104020603" pitchFamily="34" charset="0"/>
                <a:ea typeface="Aptos" panose="020B0004020202020204" pitchFamily="34" charset="0"/>
              </a:rPr>
              <a:t>, K. M. (2022). Access Benefits of Shared Autonomous Vehicle Fleets: Focus on Vulnerable Populations. </a:t>
            </a:r>
            <a:r>
              <a:rPr lang="en-US" sz="1100" i="1">
                <a:effectLst/>
                <a:latin typeface="Tw Cen MT" panose="020B0602020104020603" pitchFamily="34" charset="0"/>
                <a:ea typeface="Aptos" panose="020B0004020202020204" pitchFamily="34" charset="0"/>
              </a:rPr>
              <a:t>Transportation research record</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2676</a:t>
            </a:r>
            <a:r>
              <a:rPr lang="en-US" sz="1100">
                <a:effectLst/>
                <a:latin typeface="Tw Cen MT" panose="020B0602020104020603" pitchFamily="34" charset="0"/>
                <a:ea typeface="Aptos" panose="020B0004020202020204" pitchFamily="34" charset="0"/>
              </a:rPr>
              <a:t>(11), 568-582. </a:t>
            </a:r>
            <a:r>
              <a:rPr lang="en-US" sz="1100" u="sng">
                <a:solidFill>
                  <a:srgbClr val="467886"/>
                </a:solidFill>
                <a:effectLst/>
                <a:latin typeface="Tw Cen MT" panose="020B0602020104020603" pitchFamily="34" charset="0"/>
                <a:ea typeface="Aptos" panose="020B0004020202020204" pitchFamily="34" charset="0"/>
                <a:hlinkClick r:id="rId8"/>
              </a:rPr>
              <a:t>https://doi.org/10.1177/03611981221094305</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err="1">
                <a:effectLst/>
                <a:latin typeface="Tw Cen MT" panose="020B0602020104020603" pitchFamily="34" charset="0"/>
                <a:ea typeface="Aptos" panose="020B0004020202020204" pitchFamily="34" charset="0"/>
              </a:rPr>
              <a:t>Llorca</a:t>
            </a:r>
            <a:r>
              <a:rPr lang="en-US" sz="1100">
                <a:effectLst/>
                <a:latin typeface="Tw Cen MT" panose="020B0602020104020603" pitchFamily="34" charset="0"/>
                <a:ea typeface="Aptos" panose="020B0004020202020204" pitchFamily="34" charset="0"/>
              </a:rPr>
              <a:t>, C., Moreno, A., Ammar, G., &amp; </a:t>
            </a:r>
            <a:r>
              <a:rPr lang="en-US" sz="1100" err="1">
                <a:effectLst/>
                <a:latin typeface="Tw Cen MT" panose="020B0602020104020603" pitchFamily="34" charset="0"/>
                <a:ea typeface="Aptos" panose="020B0004020202020204" pitchFamily="34" charset="0"/>
              </a:rPr>
              <a:t>Moeckel</a:t>
            </a:r>
            <a:r>
              <a:rPr lang="en-US" sz="1100">
                <a:effectLst/>
                <a:latin typeface="Tw Cen MT" panose="020B0602020104020603" pitchFamily="34" charset="0"/>
                <a:ea typeface="Aptos" panose="020B0004020202020204" pitchFamily="34" charset="0"/>
              </a:rPr>
              <a:t>, R. (2022). Impact of autonomous vehicles on household relocation: An agent-based simulation. </a:t>
            </a:r>
            <a:r>
              <a:rPr lang="en-US" sz="1100" i="1">
                <a:effectLst/>
                <a:latin typeface="Tw Cen MT" panose="020B0602020104020603" pitchFamily="34" charset="0"/>
                <a:ea typeface="Aptos" panose="020B0004020202020204" pitchFamily="34" charset="0"/>
              </a:rPr>
              <a:t>Cities</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126</a:t>
            </a:r>
            <a:r>
              <a:rPr lang="en-US" sz="1100">
                <a:effectLst/>
                <a:latin typeface="Tw Cen MT" panose="020B0602020104020603" pitchFamily="34" charset="0"/>
                <a:ea typeface="Aptos" panose="020B0004020202020204" pitchFamily="34" charset="0"/>
              </a:rPr>
              <a:t>, 103692. </a:t>
            </a:r>
            <a:r>
              <a:rPr lang="en-US" sz="1100" u="sng">
                <a:solidFill>
                  <a:srgbClr val="467886"/>
                </a:solidFill>
                <a:effectLst/>
                <a:latin typeface="Tw Cen MT" panose="020B0602020104020603" pitchFamily="34" charset="0"/>
                <a:ea typeface="Aptos" panose="020B0004020202020204" pitchFamily="34" charset="0"/>
                <a:hlinkClick r:id="rId9"/>
              </a:rPr>
              <a:t>https://doi.org/https://doi.org/10.1016/j.cities.2022.103692</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a:effectLst/>
                <a:latin typeface="Tw Cen MT" panose="020B0602020104020603" pitchFamily="34" charset="0"/>
                <a:ea typeface="Aptos" panose="020B0004020202020204" pitchFamily="34" charset="0"/>
              </a:rPr>
              <a:t>Nahmias-Biran, B.-h., </a:t>
            </a:r>
            <a:r>
              <a:rPr lang="en-US" sz="1100" err="1">
                <a:effectLst/>
                <a:latin typeface="Tw Cen MT" panose="020B0602020104020603" pitchFamily="34" charset="0"/>
                <a:ea typeface="Aptos" panose="020B0004020202020204" pitchFamily="34" charset="0"/>
              </a:rPr>
              <a:t>Oke</a:t>
            </a:r>
            <a:r>
              <a:rPr lang="en-US" sz="1100">
                <a:effectLst/>
                <a:latin typeface="Tw Cen MT" panose="020B0602020104020603" pitchFamily="34" charset="0"/>
                <a:ea typeface="Aptos" panose="020B0004020202020204" pitchFamily="34" charset="0"/>
              </a:rPr>
              <a:t>, J. B., &amp; Kumar, N. (2021). Who benefits from AVs? Equity implications of automated vehicles policies in full-scale prototype cities. </a:t>
            </a:r>
            <a:r>
              <a:rPr lang="en-US" sz="1100" i="1">
                <a:effectLst/>
                <a:latin typeface="Tw Cen MT" panose="020B0602020104020603" pitchFamily="34" charset="0"/>
                <a:ea typeface="Aptos" panose="020B0004020202020204" pitchFamily="34" charset="0"/>
              </a:rPr>
              <a:t>Transportation research. Part A, Policy and practice</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154</a:t>
            </a:r>
            <a:r>
              <a:rPr lang="en-US" sz="1100">
                <a:effectLst/>
                <a:latin typeface="Tw Cen MT" panose="020B0602020104020603" pitchFamily="34" charset="0"/>
                <a:ea typeface="Aptos" panose="020B0004020202020204" pitchFamily="34" charset="0"/>
              </a:rPr>
              <a:t>, 92-107. </a:t>
            </a:r>
            <a:r>
              <a:rPr lang="en-US" sz="1100" u="sng">
                <a:solidFill>
                  <a:srgbClr val="467886"/>
                </a:solidFill>
                <a:effectLst/>
                <a:latin typeface="Tw Cen MT" panose="020B0602020104020603" pitchFamily="34" charset="0"/>
                <a:ea typeface="Aptos" panose="020B0004020202020204" pitchFamily="34" charset="0"/>
                <a:hlinkClick r:id="rId10"/>
              </a:rPr>
              <a:t>https://doi.org/10.1016/j.tra.2021.09.013</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a:effectLst/>
                <a:latin typeface="Tw Cen MT" panose="020B0602020104020603" pitchFamily="34" charset="0"/>
                <a:ea typeface="Aptos" panose="020B0004020202020204" pitchFamily="34" charset="0"/>
              </a:rPr>
              <a:t>Nahmias-Biran, B.-h., </a:t>
            </a:r>
            <a:r>
              <a:rPr lang="en-US" sz="1100" err="1">
                <a:effectLst/>
                <a:latin typeface="Tw Cen MT" panose="020B0602020104020603" pitchFamily="34" charset="0"/>
                <a:ea typeface="Aptos" panose="020B0004020202020204" pitchFamily="34" charset="0"/>
              </a:rPr>
              <a:t>Oke</a:t>
            </a:r>
            <a:r>
              <a:rPr lang="en-US" sz="1100">
                <a:effectLst/>
                <a:latin typeface="Tw Cen MT" panose="020B0602020104020603" pitchFamily="34" charset="0"/>
                <a:ea typeface="Aptos" panose="020B0004020202020204" pitchFamily="34" charset="0"/>
              </a:rPr>
              <a:t>, J. B., Kumar, N., Lima Azevedo, C., &amp; Ben-Akiva, M. (2021). Evaluating the impacts of shared automated mobility on-demand services: an activity-based accessibility approach. </a:t>
            </a:r>
            <a:r>
              <a:rPr lang="en-US" sz="1100" i="1">
                <a:effectLst/>
                <a:latin typeface="Tw Cen MT" panose="020B0602020104020603" pitchFamily="34" charset="0"/>
                <a:ea typeface="Aptos" panose="020B0004020202020204" pitchFamily="34" charset="0"/>
              </a:rPr>
              <a:t>Transportation (Dordrecht)</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48</a:t>
            </a:r>
            <a:r>
              <a:rPr lang="en-US" sz="1100">
                <a:effectLst/>
                <a:latin typeface="Tw Cen MT" panose="020B0602020104020603" pitchFamily="34" charset="0"/>
                <a:ea typeface="Aptos" panose="020B0004020202020204" pitchFamily="34" charset="0"/>
              </a:rPr>
              <a:t>(4), 1613-1638. </a:t>
            </a:r>
            <a:r>
              <a:rPr lang="en-US" sz="1100" u="sng">
                <a:solidFill>
                  <a:srgbClr val="467886"/>
                </a:solidFill>
                <a:effectLst/>
                <a:latin typeface="Tw Cen MT" panose="020B0602020104020603" pitchFamily="34" charset="0"/>
                <a:ea typeface="Aptos" panose="020B0004020202020204" pitchFamily="34" charset="0"/>
                <a:hlinkClick r:id="rId11"/>
              </a:rPr>
              <a:t>https://doi.org/10.1007/s11116-020-10106-y</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a:effectLst/>
                <a:latin typeface="Tw Cen MT" panose="020B0602020104020603" pitchFamily="34" charset="0"/>
                <a:ea typeface="Aptos" panose="020B0004020202020204" pitchFamily="34" charset="0"/>
              </a:rPr>
              <a:t>Oh, S., Seshadri, R., Azevedo, C. L., Kumar, N., </a:t>
            </a:r>
            <a:r>
              <a:rPr lang="en-US" sz="1100" err="1">
                <a:effectLst/>
                <a:latin typeface="Tw Cen MT" panose="020B0602020104020603" pitchFamily="34" charset="0"/>
                <a:ea typeface="Aptos" panose="020B0004020202020204" pitchFamily="34" charset="0"/>
              </a:rPr>
              <a:t>Basak</a:t>
            </a:r>
            <a:r>
              <a:rPr lang="en-US" sz="1100">
                <a:effectLst/>
                <a:latin typeface="Tw Cen MT" panose="020B0602020104020603" pitchFamily="34" charset="0"/>
                <a:ea typeface="Aptos" panose="020B0004020202020204" pitchFamily="34" charset="0"/>
              </a:rPr>
              <a:t>, K., &amp; Ben-Akiva, M. (2020). Assessing the impacts of automated mobility-on-demand through agent-based simulation: A study of Singapore. </a:t>
            </a:r>
            <a:r>
              <a:rPr lang="en-US" sz="1100" i="1">
                <a:effectLst/>
                <a:latin typeface="Tw Cen MT" panose="020B0602020104020603" pitchFamily="34" charset="0"/>
                <a:ea typeface="Aptos" panose="020B0004020202020204" pitchFamily="34" charset="0"/>
              </a:rPr>
              <a:t>Transportation Research Part A: Policy and Practice</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138</a:t>
            </a:r>
            <a:r>
              <a:rPr lang="en-US" sz="1100">
                <a:effectLst/>
                <a:latin typeface="Tw Cen MT" panose="020B0602020104020603" pitchFamily="34" charset="0"/>
                <a:ea typeface="Aptos" panose="020B0004020202020204" pitchFamily="34" charset="0"/>
              </a:rPr>
              <a:t>, 367-388. </a:t>
            </a:r>
            <a:r>
              <a:rPr lang="en-US" sz="1100" u="sng">
                <a:solidFill>
                  <a:srgbClr val="467886"/>
                </a:solidFill>
                <a:effectLst/>
                <a:latin typeface="Tw Cen MT" panose="020B0602020104020603" pitchFamily="34" charset="0"/>
                <a:ea typeface="Aptos" panose="020B0004020202020204" pitchFamily="34" charset="0"/>
                <a:hlinkClick r:id="rId12"/>
              </a:rPr>
              <a:t>https://doi.org/https://doi.org/10.1016/j.tra.2020.06.004</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a:effectLst/>
                <a:latin typeface="Tw Cen MT" panose="020B0602020104020603" pitchFamily="34" charset="0"/>
                <a:ea typeface="Aptos" panose="020B0004020202020204" pitchFamily="34" charset="0"/>
              </a:rPr>
              <a:t>Saeed, T. U., Burris, M. W., </a:t>
            </a:r>
            <a:r>
              <a:rPr lang="en-US" sz="1100" err="1">
                <a:effectLst/>
                <a:latin typeface="Tw Cen MT" panose="020B0602020104020603" pitchFamily="34" charset="0"/>
                <a:ea typeface="Aptos" panose="020B0004020202020204" pitchFamily="34" charset="0"/>
              </a:rPr>
              <a:t>Labi</a:t>
            </a:r>
            <a:r>
              <a:rPr lang="en-US" sz="1100">
                <a:effectLst/>
                <a:latin typeface="Tw Cen MT" panose="020B0602020104020603" pitchFamily="34" charset="0"/>
                <a:ea typeface="Aptos" panose="020B0004020202020204" pitchFamily="34" charset="0"/>
              </a:rPr>
              <a:t>, S., &amp; Sinha, K. C. (2020). An empirical discourse on forecasting the use of autonomous vehicles using consumers’ preferences. </a:t>
            </a:r>
            <a:r>
              <a:rPr lang="en-US" sz="1100" i="1">
                <a:effectLst/>
                <a:latin typeface="Tw Cen MT" panose="020B0602020104020603" pitchFamily="34" charset="0"/>
                <a:ea typeface="Aptos" panose="020B0004020202020204" pitchFamily="34" charset="0"/>
              </a:rPr>
              <a:t>Technological Forecasting and Social Change</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158</a:t>
            </a:r>
            <a:r>
              <a:rPr lang="en-US" sz="1100">
                <a:effectLst/>
                <a:latin typeface="Tw Cen MT" panose="020B0602020104020603" pitchFamily="34" charset="0"/>
                <a:ea typeface="Aptos" panose="020B0004020202020204" pitchFamily="34" charset="0"/>
              </a:rPr>
              <a:t>, 120130. </a:t>
            </a:r>
            <a:r>
              <a:rPr lang="en-US" sz="1100" u="sng">
                <a:solidFill>
                  <a:srgbClr val="467886"/>
                </a:solidFill>
                <a:effectLst/>
                <a:latin typeface="Tw Cen MT" panose="020B0602020104020603" pitchFamily="34" charset="0"/>
                <a:ea typeface="Aptos" panose="020B0004020202020204" pitchFamily="34" charset="0"/>
                <a:hlinkClick r:id="rId13"/>
              </a:rPr>
              <a:t>https://doi.org/https://doi.org/10.1016/j.techfore.2020.120130</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p:txBody>
      </p:sp>
    </p:spTree>
    <p:extLst>
      <p:ext uri="{BB962C8B-B14F-4D97-AF65-F5344CB8AC3E}">
        <p14:creationId xmlns:p14="http://schemas.microsoft.com/office/powerpoint/2010/main" val="34823024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192647-9009-E064-3FE4-6D36A6E86770}"/>
              </a:ext>
            </a:extLst>
          </p:cNvPr>
          <p:cNvPicPr>
            <a:picLocks noChangeAspect="1"/>
          </p:cNvPicPr>
          <p:nvPr/>
        </p:nvPicPr>
        <p:blipFill>
          <a:blip r:embed="rId3">
            <a:duotone>
              <a:srgbClr val="4C4C4C">
                <a:shade val="45000"/>
                <a:satMod val="135000"/>
              </a:srgbClr>
              <a:prstClr val="white"/>
            </a:duotone>
            <a:alphaModFix amt="5000"/>
          </a:blip>
          <a:stretch>
            <a:fillRect/>
          </a:stretch>
        </p:blipFill>
        <p:spPr>
          <a:xfrm>
            <a:off x="0" y="4670172"/>
            <a:ext cx="12192000" cy="2187828"/>
          </a:xfrm>
          <a:prstGeom prst="rect">
            <a:avLst/>
          </a:prstGeom>
        </p:spPr>
      </p:pic>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wrap="square" anchor="ctr">
            <a:normAutofit/>
          </a:bodyPr>
          <a:lstStyle/>
          <a:p>
            <a:r>
              <a:rPr lang="en-AU" sz="2800">
                <a:solidFill>
                  <a:srgbClr val="1F487C"/>
                </a:solidFill>
              </a:rPr>
              <a:t>References</a:t>
            </a:r>
          </a:p>
        </p:txBody>
      </p:sp>
      <p:sp>
        <p:nvSpPr>
          <p:cNvPr id="7" name="Content Placeholder 2">
            <a:extLst>
              <a:ext uri="{FF2B5EF4-FFF2-40B4-BE49-F238E27FC236}">
                <a16:creationId xmlns:a16="http://schemas.microsoft.com/office/drawing/2014/main" id="{5607720C-9632-81BC-5D1F-0ADE5F99A667}"/>
              </a:ext>
            </a:extLst>
          </p:cNvPr>
          <p:cNvSpPr>
            <a:spLocks noGrp="1"/>
          </p:cNvSpPr>
          <p:nvPr>
            <p:ph idx="1"/>
          </p:nvPr>
        </p:nvSpPr>
        <p:spPr>
          <a:xfrm>
            <a:off x="609600" y="1358901"/>
            <a:ext cx="10972800" cy="4767263"/>
          </a:xfrm>
        </p:spPr>
        <p:txBody>
          <a:bodyPr>
            <a:noAutofit/>
          </a:bodyPr>
          <a:lstStyle/>
          <a:p>
            <a:pPr marL="0" indent="0" algn="just">
              <a:lnSpc>
                <a:spcPct val="100000"/>
              </a:lnSpc>
              <a:spcAft>
                <a:spcPts val="800"/>
              </a:spcAft>
              <a:buNone/>
            </a:pPr>
            <a:r>
              <a:rPr lang="en-US" sz="1100" err="1">
                <a:effectLst/>
                <a:latin typeface="Tw Cen MT" panose="020B0602020104020603" pitchFamily="34" charset="0"/>
                <a:ea typeface="Aptos" panose="020B0004020202020204" pitchFamily="34" charset="0"/>
              </a:rPr>
              <a:t>Steck</a:t>
            </a:r>
            <a:r>
              <a:rPr lang="en-US" sz="1100">
                <a:effectLst/>
                <a:latin typeface="Tw Cen MT" panose="020B0602020104020603" pitchFamily="34" charset="0"/>
                <a:ea typeface="Aptos" panose="020B0004020202020204" pitchFamily="34" charset="0"/>
              </a:rPr>
              <a:t>, F., </a:t>
            </a:r>
            <a:r>
              <a:rPr lang="en-US" sz="1100" err="1">
                <a:effectLst/>
                <a:latin typeface="Tw Cen MT" panose="020B0602020104020603" pitchFamily="34" charset="0"/>
                <a:ea typeface="Aptos" panose="020B0004020202020204" pitchFamily="34" charset="0"/>
              </a:rPr>
              <a:t>Kolarova</a:t>
            </a:r>
            <a:r>
              <a:rPr lang="en-US" sz="1100">
                <a:effectLst/>
                <a:latin typeface="Tw Cen MT" panose="020B0602020104020603" pitchFamily="34" charset="0"/>
                <a:ea typeface="Aptos" panose="020B0004020202020204" pitchFamily="34" charset="0"/>
              </a:rPr>
              <a:t>, V., </a:t>
            </a:r>
            <a:r>
              <a:rPr lang="en-US" sz="1100" err="1">
                <a:effectLst/>
                <a:latin typeface="Tw Cen MT" panose="020B0602020104020603" pitchFamily="34" charset="0"/>
                <a:ea typeface="Aptos" panose="020B0004020202020204" pitchFamily="34" charset="0"/>
              </a:rPr>
              <a:t>Bahamonde</a:t>
            </a:r>
            <a:r>
              <a:rPr lang="en-US" sz="1100">
                <a:effectLst/>
                <a:latin typeface="Tw Cen MT" panose="020B0602020104020603" pitchFamily="34" charset="0"/>
                <a:ea typeface="Aptos" panose="020B0004020202020204" pitchFamily="34" charset="0"/>
              </a:rPr>
              <a:t>-Birke, F., </a:t>
            </a:r>
            <a:r>
              <a:rPr lang="en-US" sz="1100" err="1">
                <a:effectLst/>
                <a:latin typeface="Tw Cen MT" panose="020B0602020104020603" pitchFamily="34" charset="0"/>
                <a:ea typeface="Aptos" panose="020B0004020202020204" pitchFamily="34" charset="0"/>
              </a:rPr>
              <a:t>Trommer</a:t>
            </a:r>
            <a:r>
              <a:rPr lang="en-US" sz="1100">
                <a:effectLst/>
                <a:latin typeface="Tw Cen MT" panose="020B0602020104020603" pitchFamily="34" charset="0"/>
                <a:ea typeface="Aptos" panose="020B0004020202020204" pitchFamily="34" charset="0"/>
              </a:rPr>
              <a:t>, S., &amp; Lenz, B. (2018). How Autonomous Driving May Affect the Value of Travel Time Savings for Commuting. </a:t>
            </a:r>
            <a:r>
              <a:rPr lang="en-US" sz="1100" i="1">
                <a:effectLst/>
                <a:latin typeface="Tw Cen MT" panose="020B0602020104020603" pitchFamily="34" charset="0"/>
                <a:ea typeface="Aptos" panose="020B0004020202020204" pitchFamily="34" charset="0"/>
              </a:rPr>
              <a:t>Transportation research record</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2672</a:t>
            </a:r>
            <a:r>
              <a:rPr lang="en-US" sz="1100">
                <a:effectLst/>
                <a:latin typeface="Tw Cen MT" panose="020B0602020104020603" pitchFamily="34" charset="0"/>
                <a:ea typeface="Aptos" panose="020B0004020202020204" pitchFamily="34" charset="0"/>
              </a:rPr>
              <a:t>(46), 11-20. </a:t>
            </a:r>
            <a:r>
              <a:rPr lang="en-US" sz="1100" u="sng">
                <a:solidFill>
                  <a:srgbClr val="467886"/>
                </a:solidFill>
                <a:effectLst/>
                <a:latin typeface="Tw Cen MT" panose="020B0602020104020603" pitchFamily="34" charset="0"/>
                <a:ea typeface="Aptos" panose="020B0004020202020204" pitchFamily="34" charset="0"/>
                <a:hlinkClick r:id="rId4"/>
              </a:rPr>
              <a:t>https://doi.org/10.1177/0361198118757980</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lnSpc>
                <a:spcPct val="100000"/>
              </a:lnSpc>
              <a:spcAft>
                <a:spcPts val="800"/>
              </a:spcAft>
              <a:buNone/>
            </a:pPr>
            <a:r>
              <a:rPr lang="en-US" sz="1100" err="1">
                <a:effectLst/>
                <a:latin typeface="Tw Cen MT" panose="020B0602020104020603" pitchFamily="34" charset="0"/>
                <a:ea typeface="Aptos" panose="020B0004020202020204" pitchFamily="34" charset="0"/>
              </a:rPr>
              <a:t>Stoiber</a:t>
            </a:r>
            <a:r>
              <a:rPr lang="en-US" sz="1100">
                <a:effectLst/>
                <a:latin typeface="Tw Cen MT" panose="020B0602020104020603" pitchFamily="34" charset="0"/>
                <a:ea typeface="Aptos" panose="020B0004020202020204" pitchFamily="34" charset="0"/>
              </a:rPr>
              <a:t>, T., Schubert, I., </a:t>
            </a:r>
            <a:r>
              <a:rPr lang="en-US" sz="1100" err="1">
                <a:effectLst/>
                <a:latin typeface="Tw Cen MT" panose="020B0602020104020603" pitchFamily="34" charset="0"/>
                <a:ea typeface="Aptos" panose="020B0004020202020204" pitchFamily="34" charset="0"/>
              </a:rPr>
              <a:t>Hoerler</a:t>
            </a:r>
            <a:r>
              <a:rPr lang="en-US" sz="1100">
                <a:effectLst/>
                <a:latin typeface="Tw Cen MT" panose="020B0602020104020603" pitchFamily="34" charset="0"/>
                <a:ea typeface="Aptos" panose="020B0004020202020204" pitchFamily="34" charset="0"/>
              </a:rPr>
              <a:t>, R., &amp; Burger, P. (2019). Will consumers prefer shared and pooled-use autonomous vehicles? A stated choice experiment with Swiss households. </a:t>
            </a:r>
            <a:r>
              <a:rPr lang="en-US" sz="1100" i="1">
                <a:effectLst/>
                <a:latin typeface="Tw Cen MT" panose="020B0602020104020603" pitchFamily="34" charset="0"/>
                <a:ea typeface="Aptos" panose="020B0004020202020204" pitchFamily="34" charset="0"/>
              </a:rPr>
              <a:t>Transportation Research Part D: Transport and Environment</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71</a:t>
            </a:r>
            <a:r>
              <a:rPr lang="en-US" sz="1100">
                <a:effectLst/>
                <a:latin typeface="Tw Cen MT" panose="020B0602020104020603" pitchFamily="34" charset="0"/>
                <a:ea typeface="Aptos" panose="020B0004020202020204" pitchFamily="34" charset="0"/>
              </a:rPr>
              <a:t>, 265-282. </a:t>
            </a:r>
            <a:r>
              <a:rPr lang="en-US" sz="1100" u="sng">
                <a:solidFill>
                  <a:srgbClr val="467886"/>
                </a:solidFill>
                <a:effectLst/>
                <a:latin typeface="Tw Cen MT" panose="020B0602020104020603" pitchFamily="34" charset="0"/>
                <a:ea typeface="Aptos" panose="020B0004020202020204" pitchFamily="34" charset="0"/>
                <a:hlinkClick r:id="rId5"/>
              </a:rPr>
              <a:t>https://doi.org/https://doi.org/10.1016/j.trd.2018.12.019</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lnSpc>
                <a:spcPct val="100000"/>
              </a:lnSpc>
              <a:spcAft>
                <a:spcPts val="800"/>
              </a:spcAft>
              <a:buNone/>
            </a:pPr>
            <a:r>
              <a:rPr lang="en-US" sz="1100">
                <a:effectLst/>
                <a:latin typeface="Tw Cen MT" panose="020B0602020104020603" pitchFamily="34" charset="0"/>
                <a:ea typeface="Aptos" panose="020B0004020202020204" pitchFamily="34" charset="0"/>
              </a:rPr>
              <a:t>Thakur, P., Kinghorn, R., &amp; Grace, R. (2016). Urban form and function in the </a:t>
            </a:r>
            <a:r>
              <a:rPr lang="en-US" sz="1100" err="1">
                <a:effectLst/>
                <a:latin typeface="Tw Cen MT" panose="020B0602020104020603" pitchFamily="34" charset="0"/>
                <a:ea typeface="Aptos" panose="020B0004020202020204" pitchFamily="34" charset="0"/>
              </a:rPr>
              <a:t>autonomus</a:t>
            </a:r>
            <a:r>
              <a:rPr lang="en-US" sz="1100">
                <a:effectLst/>
                <a:latin typeface="Tw Cen MT" panose="020B0602020104020603" pitchFamily="34" charset="0"/>
                <a:ea typeface="Aptos" panose="020B0004020202020204" pitchFamily="34" charset="0"/>
              </a:rPr>
              <a:t> era. Australian Transport Research Forum, </a:t>
            </a:r>
            <a:endParaRPr lang="en-AU" sz="1100">
              <a:effectLst/>
              <a:latin typeface="Tw Cen MT" panose="020B0602020104020603" pitchFamily="34" charset="0"/>
              <a:ea typeface="Aptos" panose="020B0004020202020204" pitchFamily="34" charset="0"/>
            </a:endParaRPr>
          </a:p>
          <a:p>
            <a:pPr marL="0" indent="0" algn="just">
              <a:lnSpc>
                <a:spcPct val="100000"/>
              </a:lnSpc>
              <a:spcAft>
                <a:spcPts val="800"/>
              </a:spcAft>
              <a:buNone/>
            </a:pPr>
            <a:r>
              <a:rPr lang="en-US" sz="1100">
                <a:effectLst/>
                <a:latin typeface="Tw Cen MT" panose="020B0602020104020603" pitchFamily="34" charset="0"/>
                <a:ea typeface="Aptos" panose="020B0004020202020204" pitchFamily="34" charset="0"/>
              </a:rPr>
              <a:t>Truong, L. T., De Gruyter, C., Currie, G., &amp; </a:t>
            </a:r>
            <a:r>
              <a:rPr lang="en-US" sz="1100" err="1">
                <a:effectLst/>
                <a:latin typeface="Tw Cen MT" panose="020B0602020104020603" pitchFamily="34" charset="0"/>
                <a:ea typeface="Aptos" panose="020B0004020202020204" pitchFamily="34" charset="0"/>
              </a:rPr>
              <a:t>Delbosc</a:t>
            </a:r>
            <a:r>
              <a:rPr lang="en-US" sz="1100">
                <a:effectLst/>
                <a:latin typeface="Tw Cen MT" panose="020B0602020104020603" pitchFamily="34" charset="0"/>
                <a:ea typeface="Aptos" panose="020B0004020202020204" pitchFamily="34" charset="0"/>
              </a:rPr>
              <a:t>, A. (2017). Estimating the trip generation impacts of autonomous vehicles on car travel in Victoria, Australia. </a:t>
            </a:r>
            <a:r>
              <a:rPr lang="en-US" sz="1100" i="1">
                <a:effectLst/>
                <a:latin typeface="Tw Cen MT" panose="020B0602020104020603" pitchFamily="34" charset="0"/>
                <a:ea typeface="Aptos" panose="020B0004020202020204" pitchFamily="34" charset="0"/>
              </a:rPr>
              <a:t>Transportation</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44</a:t>
            </a:r>
            <a:r>
              <a:rPr lang="en-US" sz="1100">
                <a:effectLst/>
                <a:latin typeface="Tw Cen MT" panose="020B0602020104020603" pitchFamily="34" charset="0"/>
                <a:ea typeface="Aptos" panose="020B0004020202020204" pitchFamily="34" charset="0"/>
              </a:rPr>
              <a:t>(6), 1279-1292. </a:t>
            </a:r>
            <a:r>
              <a:rPr lang="en-US" sz="1100" u="sng">
                <a:solidFill>
                  <a:srgbClr val="467886"/>
                </a:solidFill>
                <a:effectLst/>
                <a:latin typeface="Tw Cen MT" panose="020B0602020104020603" pitchFamily="34" charset="0"/>
                <a:ea typeface="Aptos" panose="020B0004020202020204" pitchFamily="34" charset="0"/>
                <a:hlinkClick r:id="rId6"/>
              </a:rPr>
              <a:t>https://doi.org/10.1007/s11116-017-9802-2</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lnSpc>
                <a:spcPct val="100000"/>
              </a:lnSpc>
              <a:spcAft>
                <a:spcPts val="800"/>
              </a:spcAft>
              <a:buNone/>
            </a:pPr>
            <a:r>
              <a:rPr lang="en-US" sz="1100" err="1">
                <a:effectLst/>
                <a:latin typeface="Tw Cen MT" panose="020B0602020104020603" pitchFamily="34" charset="0"/>
                <a:ea typeface="Aptos" panose="020B0004020202020204" pitchFamily="34" charset="0"/>
              </a:rPr>
              <a:t>Wadud</a:t>
            </a:r>
            <a:r>
              <a:rPr lang="en-US" sz="1100">
                <a:effectLst/>
                <a:latin typeface="Tw Cen MT" panose="020B0602020104020603" pitchFamily="34" charset="0"/>
                <a:ea typeface="Aptos" panose="020B0004020202020204" pitchFamily="34" charset="0"/>
              </a:rPr>
              <a:t>, Z., </a:t>
            </a:r>
            <a:r>
              <a:rPr lang="en-US" sz="1100" err="1">
                <a:effectLst/>
                <a:latin typeface="Tw Cen MT" panose="020B0602020104020603" pitchFamily="34" charset="0"/>
                <a:ea typeface="Aptos" panose="020B0004020202020204" pitchFamily="34" charset="0"/>
              </a:rPr>
              <a:t>MacKenzie</a:t>
            </a:r>
            <a:r>
              <a:rPr lang="en-US" sz="1100">
                <a:effectLst/>
                <a:latin typeface="Tw Cen MT" panose="020B0602020104020603" pitchFamily="34" charset="0"/>
                <a:ea typeface="Aptos" panose="020B0004020202020204" pitchFamily="34" charset="0"/>
              </a:rPr>
              <a:t>, D., &amp; </a:t>
            </a:r>
            <a:r>
              <a:rPr lang="en-US" sz="1100" err="1">
                <a:effectLst/>
                <a:latin typeface="Tw Cen MT" panose="020B0602020104020603" pitchFamily="34" charset="0"/>
                <a:ea typeface="Aptos" panose="020B0004020202020204" pitchFamily="34" charset="0"/>
              </a:rPr>
              <a:t>Leiby</a:t>
            </a:r>
            <a:r>
              <a:rPr lang="en-US" sz="1100">
                <a:effectLst/>
                <a:latin typeface="Tw Cen MT" panose="020B0602020104020603" pitchFamily="34" charset="0"/>
                <a:ea typeface="Aptos" panose="020B0004020202020204" pitchFamily="34" charset="0"/>
              </a:rPr>
              <a:t>, P. (2016). Help or hindrance? The travel, energy and carbon impacts of highly automated vehicles. </a:t>
            </a:r>
            <a:r>
              <a:rPr lang="en-US" sz="1100" i="1">
                <a:effectLst/>
                <a:latin typeface="Tw Cen MT" panose="020B0602020104020603" pitchFamily="34" charset="0"/>
                <a:ea typeface="Aptos" panose="020B0004020202020204" pitchFamily="34" charset="0"/>
              </a:rPr>
              <a:t>Transportation Research Part A: Policy and Practice</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86</a:t>
            </a:r>
            <a:r>
              <a:rPr lang="en-US" sz="1100">
                <a:effectLst/>
                <a:latin typeface="Tw Cen MT" panose="020B0602020104020603" pitchFamily="34" charset="0"/>
                <a:ea typeface="Aptos" panose="020B0004020202020204" pitchFamily="34" charset="0"/>
              </a:rPr>
              <a:t>, 1-18. </a:t>
            </a:r>
            <a:r>
              <a:rPr lang="en-US" sz="1100" u="sng">
                <a:solidFill>
                  <a:srgbClr val="467886"/>
                </a:solidFill>
                <a:effectLst/>
                <a:latin typeface="Tw Cen MT" panose="020B0602020104020603" pitchFamily="34" charset="0"/>
                <a:ea typeface="Aptos" panose="020B0004020202020204" pitchFamily="34" charset="0"/>
                <a:hlinkClick r:id="rId7"/>
              </a:rPr>
              <a:t>https://doi.org/https://doi.org/10.1016/j.tra.2015.12.001</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lnSpc>
                <a:spcPct val="100000"/>
              </a:lnSpc>
              <a:spcAft>
                <a:spcPts val="800"/>
              </a:spcAft>
              <a:buNone/>
            </a:pPr>
            <a:r>
              <a:rPr lang="en-US" sz="1100" err="1">
                <a:effectLst/>
                <a:latin typeface="Tw Cen MT" panose="020B0602020104020603" pitchFamily="34" charset="0"/>
                <a:ea typeface="Aptos" panose="020B0004020202020204" pitchFamily="34" charset="0"/>
              </a:rPr>
              <a:t>Wellik</a:t>
            </a:r>
            <a:r>
              <a:rPr lang="en-US" sz="1100">
                <a:effectLst/>
                <a:latin typeface="Tw Cen MT" panose="020B0602020104020603" pitchFamily="34" charset="0"/>
                <a:ea typeface="Aptos" panose="020B0004020202020204" pitchFamily="34" charset="0"/>
              </a:rPr>
              <a:t>, T., &amp; </a:t>
            </a:r>
            <a:r>
              <a:rPr lang="en-US" sz="1100" err="1">
                <a:effectLst/>
                <a:latin typeface="Tw Cen MT" panose="020B0602020104020603" pitchFamily="34" charset="0"/>
                <a:ea typeface="Aptos" panose="020B0004020202020204" pitchFamily="34" charset="0"/>
              </a:rPr>
              <a:t>Kockelman</a:t>
            </a:r>
            <a:r>
              <a:rPr lang="en-US" sz="1100">
                <a:effectLst/>
                <a:latin typeface="Tw Cen MT" panose="020B0602020104020603" pitchFamily="34" charset="0"/>
                <a:ea typeface="Aptos" panose="020B0004020202020204" pitchFamily="34" charset="0"/>
              </a:rPr>
              <a:t>, K. (2020). Anticipating land-use impacts of self-driving vehicles in the Austin, Texas, region. </a:t>
            </a:r>
            <a:r>
              <a:rPr lang="en-US" sz="1100" i="1">
                <a:effectLst/>
                <a:latin typeface="Tw Cen MT" panose="020B0602020104020603" pitchFamily="34" charset="0"/>
                <a:ea typeface="Aptos" panose="020B0004020202020204" pitchFamily="34" charset="0"/>
              </a:rPr>
              <a:t>Journal of transport and land use</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13</a:t>
            </a:r>
            <a:r>
              <a:rPr lang="en-US" sz="1100">
                <a:effectLst/>
                <a:latin typeface="Tw Cen MT" panose="020B0602020104020603" pitchFamily="34" charset="0"/>
                <a:ea typeface="Aptos" panose="020B0004020202020204" pitchFamily="34" charset="0"/>
              </a:rPr>
              <a:t>(1), 185-205. </a:t>
            </a:r>
            <a:r>
              <a:rPr lang="en-US" sz="1100" u="sng">
                <a:solidFill>
                  <a:srgbClr val="467886"/>
                </a:solidFill>
                <a:effectLst/>
                <a:latin typeface="Tw Cen MT" panose="020B0602020104020603" pitchFamily="34" charset="0"/>
                <a:ea typeface="Aptos" panose="020B0004020202020204" pitchFamily="34" charset="0"/>
                <a:hlinkClick r:id="rId8"/>
              </a:rPr>
              <a:t>https://doi.org/10.5198/jtlu.2020.1717</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lnSpc>
                <a:spcPct val="100000"/>
              </a:lnSpc>
              <a:spcAft>
                <a:spcPts val="800"/>
              </a:spcAft>
              <a:buNone/>
            </a:pPr>
            <a:r>
              <a:rPr lang="en-US" sz="1100">
                <a:effectLst/>
                <a:latin typeface="Tw Cen MT" panose="020B0602020104020603" pitchFamily="34" charset="0"/>
                <a:ea typeface="Aptos" panose="020B0004020202020204" pitchFamily="34" charset="0"/>
              </a:rPr>
              <a:t>Xue, F., Yao, E., </a:t>
            </a:r>
            <a:r>
              <a:rPr lang="en-US" sz="1100" err="1">
                <a:effectLst/>
                <a:latin typeface="Tw Cen MT" panose="020B0602020104020603" pitchFamily="34" charset="0"/>
                <a:ea typeface="Aptos" panose="020B0004020202020204" pitchFamily="34" charset="0"/>
              </a:rPr>
              <a:t>Cherchi</a:t>
            </a:r>
            <a:r>
              <a:rPr lang="en-US" sz="1100">
                <a:effectLst/>
                <a:latin typeface="Tw Cen MT" panose="020B0602020104020603" pitchFamily="34" charset="0"/>
                <a:ea typeface="Aptos" panose="020B0004020202020204" pitchFamily="34" charset="0"/>
              </a:rPr>
              <a:t>, E., &amp; Correia, G. H. d. A. (2024). Modeling the joint choice behavior of commuters’ travel mode and parking options for private autonomous vehicles. </a:t>
            </a:r>
            <a:r>
              <a:rPr lang="en-US" sz="1100" i="1">
                <a:effectLst/>
                <a:latin typeface="Tw Cen MT" panose="020B0602020104020603" pitchFamily="34" charset="0"/>
                <a:ea typeface="Aptos" panose="020B0004020202020204" pitchFamily="34" charset="0"/>
              </a:rPr>
              <a:t>Transportation research. Part C, Emerging technologies</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159</a:t>
            </a:r>
            <a:r>
              <a:rPr lang="en-US" sz="1100">
                <a:effectLst/>
                <a:latin typeface="Tw Cen MT" panose="020B0602020104020603" pitchFamily="34" charset="0"/>
                <a:ea typeface="Aptos" panose="020B0004020202020204" pitchFamily="34" charset="0"/>
              </a:rPr>
              <a:t>, 104471. </a:t>
            </a:r>
            <a:r>
              <a:rPr lang="en-US" sz="1100" u="sng">
                <a:solidFill>
                  <a:srgbClr val="467886"/>
                </a:solidFill>
                <a:effectLst/>
                <a:latin typeface="Tw Cen MT" panose="020B0602020104020603" pitchFamily="34" charset="0"/>
                <a:ea typeface="Aptos" panose="020B0004020202020204" pitchFamily="34" charset="0"/>
                <a:hlinkClick r:id="rId9"/>
              </a:rPr>
              <a:t>https://doi.org/10.1016/j.trc.2023.104471</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lnSpc>
                <a:spcPct val="100000"/>
              </a:lnSpc>
              <a:spcAft>
                <a:spcPts val="800"/>
              </a:spcAft>
              <a:buNone/>
            </a:pPr>
            <a:r>
              <a:rPr lang="en-US" sz="1100">
                <a:effectLst/>
                <a:latin typeface="Tw Cen MT" panose="020B0602020104020603" pitchFamily="34" charset="0"/>
                <a:ea typeface="Aptos" panose="020B0004020202020204" pitchFamily="34" charset="0"/>
              </a:rPr>
              <a:t>Yap, M. D., Correia, G., &amp; van </a:t>
            </a:r>
            <a:r>
              <a:rPr lang="en-US" sz="1100" err="1">
                <a:effectLst/>
                <a:latin typeface="Tw Cen MT" panose="020B0602020104020603" pitchFamily="34" charset="0"/>
                <a:ea typeface="Aptos" panose="020B0004020202020204" pitchFamily="34" charset="0"/>
              </a:rPr>
              <a:t>Arem</a:t>
            </a:r>
            <a:r>
              <a:rPr lang="en-US" sz="1100">
                <a:effectLst/>
                <a:latin typeface="Tw Cen MT" panose="020B0602020104020603" pitchFamily="34" charset="0"/>
                <a:ea typeface="Aptos" panose="020B0004020202020204" pitchFamily="34" charset="0"/>
              </a:rPr>
              <a:t>, B. (2016). Preferences of </a:t>
            </a:r>
            <a:r>
              <a:rPr lang="en-US" sz="1100" err="1">
                <a:effectLst/>
                <a:latin typeface="Tw Cen MT" panose="020B0602020104020603" pitchFamily="34" charset="0"/>
                <a:ea typeface="Aptos" panose="020B0004020202020204" pitchFamily="34" charset="0"/>
              </a:rPr>
              <a:t>travellers</a:t>
            </a:r>
            <a:r>
              <a:rPr lang="en-US" sz="1100">
                <a:effectLst/>
                <a:latin typeface="Tw Cen MT" panose="020B0602020104020603" pitchFamily="34" charset="0"/>
                <a:ea typeface="Aptos" panose="020B0004020202020204" pitchFamily="34" charset="0"/>
              </a:rPr>
              <a:t> for using automated vehicles as last mile public transport of multimodal train trips. </a:t>
            </a:r>
            <a:r>
              <a:rPr lang="en-US" sz="1100" i="1">
                <a:effectLst/>
                <a:latin typeface="Tw Cen MT" panose="020B0602020104020603" pitchFamily="34" charset="0"/>
                <a:ea typeface="Aptos" panose="020B0004020202020204" pitchFamily="34" charset="0"/>
              </a:rPr>
              <a:t>Transportation Research Part A: Policy and Practice</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94</a:t>
            </a:r>
            <a:r>
              <a:rPr lang="en-US" sz="1100">
                <a:effectLst/>
                <a:latin typeface="Tw Cen MT" panose="020B0602020104020603" pitchFamily="34" charset="0"/>
                <a:ea typeface="Aptos" panose="020B0004020202020204" pitchFamily="34" charset="0"/>
              </a:rPr>
              <a:t>, 1-16. </a:t>
            </a:r>
            <a:r>
              <a:rPr lang="en-US" sz="1100" u="sng">
                <a:solidFill>
                  <a:srgbClr val="467886"/>
                </a:solidFill>
                <a:effectLst/>
                <a:latin typeface="Tw Cen MT" panose="020B0602020104020603" pitchFamily="34" charset="0"/>
                <a:ea typeface="Aptos" panose="020B0004020202020204" pitchFamily="34" charset="0"/>
                <a:hlinkClick r:id="rId10"/>
              </a:rPr>
              <a:t>https://doi.org/https://doi.org/10.1016/j.tra.2016.09.003</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lnSpc>
                <a:spcPct val="100000"/>
              </a:lnSpc>
              <a:spcAft>
                <a:spcPts val="800"/>
              </a:spcAft>
              <a:buNone/>
            </a:pPr>
            <a:r>
              <a:rPr lang="en-US" sz="1100" err="1">
                <a:effectLst/>
                <a:latin typeface="Tw Cen MT" panose="020B0602020104020603" pitchFamily="34" charset="0"/>
                <a:ea typeface="Aptos" panose="020B0004020202020204" pitchFamily="34" charset="0"/>
              </a:rPr>
              <a:t>Yueshuai</a:t>
            </a:r>
            <a:r>
              <a:rPr lang="en-US" sz="1100">
                <a:effectLst/>
                <a:latin typeface="Tw Cen MT" panose="020B0602020104020603" pitchFamily="34" charset="0"/>
                <a:ea typeface="Aptos" panose="020B0004020202020204" pitchFamily="34" charset="0"/>
              </a:rPr>
              <a:t> He, B., Jiang, Q., &amp; Ma, J. (2022). Connected automated vehicle impacts in Southern California part-I: Travel behavior and demand analysis. </a:t>
            </a:r>
            <a:r>
              <a:rPr lang="en-US" sz="1100" i="1">
                <a:effectLst/>
                <a:latin typeface="Tw Cen MT" panose="020B0602020104020603" pitchFamily="34" charset="0"/>
                <a:ea typeface="Aptos" panose="020B0004020202020204" pitchFamily="34" charset="0"/>
              </a:rPr>
              <a:t>Transportation research. Part D, Transport and environment</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109</a:t>
            </a:r>
            <a:r>
              <a:rPr lang="en-US" sz="1100">
                <a:effectLst/>
                <a:latin typeface="Tw Cen MT" panose="020B0602020104020603" pitchFamily="34" charset="0"/>
                <a:ea typeface="Aptos" panose="020B0004020202020204" pitchFamily="34" charset="0"/>
              </a:rPr>
              <a:t>, 103329. </a:t>
            </a:r>
            <a:r>
              <a:rPr lang="en-US" sz="1100" u="sng">
                <a:solidFill>
                  <a:srgbClr val="467886"/>
                </a:solidFill>
                <a:effectLst/>
                <a:latin typeface="Tw Cen MT" panose="020B0602020104020603" pitchFamily="34" charset="0"/>
                <a:ea typeface="Aptos" panose="020B0004020202020204" pitchFamily="34" charset="0"/>
                <a:hlinkClick r:id="rId11"/>
              </a:rPr>
              <a:t>https://doi.org/10.1016/j.trd.2022.103329</a:t>
            </a:r>
            <a:r>
              <a:rPr lang="en-US" sz="1100">
                <a:effectLst/>
                <a:latin typeface="Tw Cen MT" panose="020B0602020104020603" pitchFamily="34" charset="0"/>
                <a:ea typeface="Aptos" panose="020B0004020202020204" pitchFamily="34" charset="0"/>
              </a:rPr>
              <a:t> </a:t>
            </a:r>
            <a:endParaRPr lang="en-AU" sz="1100">
              <a:latin typeface="Tw Cen MT" panose="020B0602020104020603" pitchFamily="34" charset="0"/>
              <a:ea typeface="Aptos" panose="020B0004020202020204" pitchFamily="34" charset="0"/>
            </a:endParaRPr>
          </a:p>
          <a:p>
            <a:pPr marL="0" indent="0">
              <a:lnSpc>
                <a:spcPct val="100000"/>
              </a:lnSpc>
              <a:spcAft>
                <a:spcPts val="800"/>
              </a:spcAft>
              <a:buNone/>
            </a:pPr>
            <a:r>
              <a:rPr lang="en-GB" sz="1100" kern="0">
                <a:effectLst/>
                <a:latin typeface="Tw Cen MT" panose="020B0602020104020603" pitchFamily="34" charset="0"/>
                <a:ea typeface="Aptos" panose="020B0004020202020204" pitchFamily="34" charset="0"/>
              </a:rPr>
              <a:t>Zhang, W., &amp; </a:t>
            </a:r>
            <a:r>
              <a:rPr lang="en-GB" sz="1100" kern="0" err="1">
                <a:effectLst/>
                <a:latin typeface="Tw Cen MT" panose="020B0602020104020603" pitchFamily="34" charset="0"/>
                <a:ea typeface="Aptos" panose="020B0004020202020204" pitchFamily="34" charset="0"/>
              </a:rPr>
              <a:t>Guhathakurta</a:t>
            </a:r>
            <a:r>
              <a:rPr lang="en-GB" sz="1100" kern="0">
                <a:effectLst/>
                <a:latin typeface="Tw Cen MT" panose="020B0602020104020603" pitchFamily="34" charset="0"/>
                <a:ea typeface="Aptos" panose="020B0004020202020204" pitchFamily="34" charset="0"/>
              </a:rPr>
              <a:t>, S. (2021). Residential Location Choice in the Era of Shared Autonomous Vehicles. </a:t>
            </a:r>
            <a:r>
              <a:rPr lang="en-GB" sz="1100" i="1" kern="0">
                <a:effectLst/>
                <a:latin typeface="Tw Cen MT" panose="020B0602020104020603" pitchFamily="34" charset="0"/>
                <a:ea typeface="Aptos" panose="020B0004020202020204" pitchFamily="34" charset="0"/>
              </a:rPr>
              <a:t>Journal of planning education and research</a:t>
            </a:r>
            <a:r>
              <a:rPr lang="en-GB" sz="1100" kern="0">
                <a:effectLst/>
                <a:latin typeface="Tw Cen MT" panose="020B0602020104020603" pitchFamily="34" charset="0"/>
                <a:ea typeface="Aptos" panose="020B0004020202020204" pitchFamily="34" charset="0"/>
              </a:rPr>
              <a:t>,</a:t>
            </a:r>
            <a:r>
              <a:rPr lang="en-GB" sz="1100" i="1" kern="0">
                <a:effectLst/>
                <a:latin typeface="Tw Cen MT" panose="020B0602020104020603" pitchFamily="34" charset="0"/>
                <a:ea typeface="Aptos" panose="020B0004020202020204" pitchFamily="34" charset="0"/>
              </a:rPr>
              <a:t> 41</a:t>
            </a:r>
            <a:r>
              <a:rPr lang="en-GB" sz="1100" kern="0">
                <a:effectLst/>
                <a:latin typeface="Tw Cen MT" panose="020B0602020104020603" pitchFamily="34" charset="0"/>
                <a:ea typeface="Aptos" panose="020B0004020202020204" pitchFamily="34" charset="0"/>
              </a:rPr>
              <a:t>(2), 135-148. </a:t>
            </a:r>
            <a:r>
              <a:rPr lang="en-GB" sz="1100" u="sng" kern="0">
                <a:solidFill>
                  <a:srgbClr val="467886"/>
                </a:solidFill>
                <a:effectLst/>
                <a:latin typeface="Tw Cen MT" panose="020B0602020104020603" pitchFamily="34" charset="0"/>
                <a:ea typeface="Aptos" panose="020B0004020202020204" pitchFamily="34" charset="0"/>
                <a:hlinkClick r:id="rId12"/>
              </a:rPr>
              <a:t>https://doi.org/10.1177/0739456X18776062</a:t>
            </a:r>
            <a:endParaRPr lang="en-GB" sz="1100" u="sng" kern="0">
              <a:solidFill>
                <a:srgbClr val="467886"/>
              </a:solidFill>
              <a:latin typeface="Tw Cen MT" panose="020B0602020104020603" pitchFamily="34" charset="0"/>
              <a:ea typeface="Aptos" panose="020B0004020202020204" pitchFamily="34" charset="0"/>
            </a:endParaRPr>
          </a:p>
          <a:p>
            <a:pPr marL="0" indent="0">
              <a:lnSpc>
                <a:spcPct val="100000"/>
              </a:lnSpc>
              <a:spcAft>
                <a:spcPts val="800"/>
              </a:spcAft>
              <a:buNone/>
            </a:pPr>
            <a:r>
              <a:rPr lang="en-US" sz="1100">
                <a:effectLst/>
                <a:latin typeface="Tw Cen MT" panose="020B0602020104020603" pitchFamily="34" charset="0"/>
                <a:ea typeface="Aptos" panose="020B0004020202020204" pitchFamily="34" charset="0"/>
              </a:rPr>
              <a:t>Zhong, H., Li, W., Burris, M. W., </a:t>
            </a:r>
            <a:r>
              <a:rPr lang="en-US" sz="1100" err="1">
                <a:effectLst/>
                <a:latin typeface="Tw Cen MT" panose="020B0602020104020603" pitchFamily="34" charset="0"/>
                <a:ea typeface="Aptos" panose="020B0004020202020204" pitchFamily="34" charset="0"/>
              </a:rPr>
              <a:t>Talebpour</a:t>
            </a:r>
            <a:r>
              <a:rPr lang="en-US" sz="1100">
                <a:effectLst/>
                <a:latin typeface="Tw Cen MT" panose="020B0602020104020603" pitchFamily="34" charset="0"/>
                <a:ea typeface="Aptos" panose="020B0004020202020204" pitchFamily="34" charset="0"/>
              </a:rPr>
              <a:t>, A., &amp; Sinha, K. C. (2020). Will autonomous vehicles change auto commuters’ value of travel time? </a:t>
            </a:r>
            <a:r>
              <a:rPr lang="en-US" sz="1100" i="1">
                <a:effectLst/>
                <a:latin typeface="Tw Cen MT" panose="020B0602020104020603" pitchFamily="34" charset="0"/>
                <a:ea typeface="Aptos" panose="020B0004020202020204" pitchFamily="34" charset="0"/>
              </a:rPr>
              <a:t>Transportation Research Part D: Transport and Environment</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83</a:t>
            </a:r>
            <a:r>
              <a:rPr lang="en-US" sz="1100">
                <a:effectLst/>
                <a:latin typeface="Tw Cen MT" panose="020B0602020104020603" pitchFamily="34" charset="0"/>
                <a:ea typeface="Aptos" panose="020B0004020202020204" pitchFamily="34" charset="0"/>
              </a:rPr>
              <a:t>, 102303. </a:t>
            </a:r>
            <a:r>
              <a:rPr lang="en-US" sz="1100" u="sng">
                <a:solidFill>
                  <a:srgbClr val="467886"/>
                </a:solidFill>
                <a:effectLst/>
                <a:latin typeface="Tw Cen MT" panose="020B0602020104020603" pitchFamily="34" charset="0"/>
                <a:ea typeface="Aptos" panose="020B0004020202020204" pitchFamily="34" charset="0"/>
                <a:hlinkClick r:id="rId13"/>
              </a:rPr>
              <a:t>https://doi.org/https://doi.org/10.1016/j.trd.2020.102303</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p:txBody>
      </p:sp>
    </p:spTree>
    <p:extLst>
      <p:ext uri="{BB962C8B-B14F-4D97-AF65-F5344CB8AC3E}">
        <p14:creationId xmlns:p14="http://schemas.microsoft.com/office/powerpoint/2010/main" val="1265821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AA7FDE-C93C-A4E5-2CF6-FE256F5E800B}"/>
              </a:ext>
            </a:extLst>
          </p:cNvPr>
          <p:cNvPicPr>
            <a:picLocks noChangeAspect="1"/>
          </p:cNvPicPr>
          <p:nvPr/>
        </p:nvPicPr>
        <p:blipFill>
          <a:blip r:embed="rId3">
            <a:duotone>
              <a:srgbClr val="4C4C4C">
                <a:shade val="45000"/>
                <a:satMod val="135000"/>
              </a:srgbClr>
              <a:prstClr val="white"/>
            </a:duotone>
            <a:alphaModFix amt="5000"/>
          </a:blip>
          <a:stretch>
            <a:fillRect/>
          </a:stretch>
        </p:blipFill>
        <p:spPr>
          <a:xfrm>
            <a:off x="0" y="4670172"/>
            <a:ext cx="12192000" cy="2187828"/>
          </a:xfrm>
          <a:prstGeom prst="rect">
            <a:avLst/>
          </a:prstGeom>
        </p:spPr>
      </p:pic>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wrap="square" anchor="ctr">
            <a:normAutofit/>
          </a:bodyPr>
          <a:lstStyle/>
          <a:p>
            <a:r>
              <a:rPr lang="en-AU" sz="2800">
                <a:solidFill>
                  <a:srgbClr val="1F487C"/>
                </a:solidFill>
              </a:rPr>
              <a:t>References</a:t>
            </a:r>
          </a:p>
        </p:txBody>
      </p:sp>
      <p:sp>
        <p:nvSpPr>
          <p:cNvPr id="7" name="Content Placeholder 2">
            <a:extLst>
              <a:ext uri="{FF2B5EF4-FFF2-40B4-BE49-F238E27FC236}">
                <a16:creationId xmlns:a16="http://schemas.microsoft.com/office/drawing/2014/main" id="{5607720C-9632-81BC-5D1F-0ADE5F99A667}"/>
              </a:ext>
            </a:extLst>
          </p:cNvPr>
          <p:cNvSpPr>
            <a:spLocks noGrp="1"/>
          </p:cNvSpPr>
          <p:nvPr>
            <p:ph idx="1"/>
          </p:nvPr>
        </p:nvSpPr>
        <p:spPr>
          <a:xfrm>
            <a:off x="609600" y="1358901"/>
            <a:ext cx="10972800" cy="4767263"/>
          </a:xfrm>
        </p:spPr>
        <p:txBody>
          <a:bodyPr>
            <a:noAutofit/>
          </a:bodyPr>
          <a:lstStyle/>
          <a:p>
            <a:pPr marL="0" indent="0" algn="just">
              <a:spcAft>
                <a:spcPts val="800"/>
              </a:spcAft>
              <a:buNone/>
            </a:pPr>
            <a:r>
              <a:rPr lang="en-US" sz="1100">
                <a:effectLst/>
                <a:latin typeface="Tw Cen MT" panose="020B0602020104020603" pitchFamily="34" charset="0"/>
                <a:ea typeface="Aptos" panose="020B0004020202020204" pitchFamily="34" charset="0"/>
              </a:rPr>
              <a:t>Zhou, F., Zheng, Z., Whitehead, J., Washington, S., Perrons, R. K., &amp; Page, L. (2020). Preference heterogeneity in mode choice for car-sharing and shared automated vehicles. </a:t>
            </a:r>
            <a:r>
              <a:rPr lang="en-US" sz="1100" i="1">
                <a:effectLst/>
                <a:latin typeface="Tw Cen MT" panose="020B0602020104020603" pitchFamily="34" charset="0"/>
                <a:ea typeface="Aptos" panose="020B0004020202020204" pitchFamily="34" charset="0"/>
              </a:rPr>
              <a:t>Transportation research. Part A, Policy and practice</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132</a:t>
            </a:r>
            <a:r>
              <a:rPr lang="en-US" sz="1100">
                <a:effectLst/>
                <a:latin typeface="Tw Cen MT" panose="020B0602020104020603" pitchFamily="34" charset="0"/>
                <a:ea typeface="Aptos" panose="020B0004020202020204" pitchFamily="34" charset="0"/>
              </a:rPr>
              <a:t>, 633-650. </a:t>
            </a:r>
            <a:r>
              <a:rPr lang="en-US" sz="1100" u="sng">
                <a:solidFill>
                  <a:srgbClr val="467886"/>
                </a:solidFill>
                <a:effectLst/>
                <a:latin typeface="Tw Cen MT" panose="020B0602020104020603" pitchFamily="34" charset="0"/>
                <a:ea typeface="Aptos" panose="020B0004020202020204" pitchFamily="34" charset="0"/>
                <a:hlinkClick r:id="rId4"/>
              </a:rPr>
              <a:t>https://doi.org/10.1016/j.tra.2019.12.004</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lgn="just">
              <a:spcAft>
                <a:spcPts val="800"/>
              </a:spcAft>
              <a:buNone/>
            </a:pPr>
            <a:r>
              <a:rPr lang="en-US" sz="1100">
                <a:effectLst/>
                <a:latin typeface="Tw Cen MT" panose="020B0602020104020603" pitchFamily="34" charset="0"/>
                <a:ea typeface="Aptos" panose="020B0004020202020204" pitchFamily="34" charset="0"/>
              </a:rPr>
              <a:t>Zhou, M., Le, D.-T., Nguyen-Phuoc, D. Q., </a:t>
            </a:r>
            <a:r>
              <a:rPr lang="en-US" sz="1100" err="1">
                <a:effectLst/>
                <a:latin typeface="Tw Cen MT" panose="020B0602020104020603" pitchFamily="34" charset="0"/>
                <a:ea typeface="Aptos" panose="020B0004020202020204" pitchFamily="34" charset="0"/>
              </a:rPr>
              <a:t>Zegras</a:t>
            </a:r>
            <a:r>
              <a:rPr lang="en-US" sz="1100">
                <a:effectLst/>
                <a:latin typeface="Tw Cen MT" panose="020B0602020104020603" pitchFamily="34" charset="0"/>
                <a:ea typeface="Aptos" panose="020B0004020202020204" pitchFamily="34" charset="0"/>
              </a:rPr>
              <a:t>, P. C., &amp; Ferreira, J. (2021). Simulating impacts of Automated Mobility-on-Demand on accessibility and residential relocation. </a:t>
            </a:r>
            <a:r>
              <a:rPr lang="en-US" sz="1100" i="1">
                <a:effectLst/>
                <a:latin typeface="Tw Cen MT" panose="020B0602020104020603" pitchFamily="34" charset="0"/>
                <a:ea typeface="Aptos" panose="020B0004020202020204" pitchFamily="34" charset="0"/>
              </a:rPr>
              <a:t>Cities</a:t>
            </a:r>
            <a:r>
              <a:rPr lang="en-US" sz="1100">
                <a:effectLst/>
                <a:latin typeface="Tw Cen MT" panose="020B0602020104020603" pitchFamily="34" charset="0"/>
                <a:ea typeface="Aptos" panose="020B0004020202020204" pitchFamily="34" charset="0"/>
              </a:rPr>
              <a:t>,</a:t>
            </a:r>
            <a:r>
              <a:rPr lang="en-US" sz="1100" i="1">
                <a:effectLst/>
                <a:latin typeface="Tw Cen MT" panose="020B0602020104020603" pitchFamily="34" charset="0"/>
                <a:ea typeface="Aptos" panose="020B0004020202020204" pitchFamily="34" charset="0"/>
              </a:rPr>
              <a:t> 118</a:t>
            </a:r>
            <a:r>
              <a:rPr lang="en-US" sz="1100">
                <a:effectLst/>
                <a:latin typeface="Tw Cen MT" panose="020B0602020104020603" pitchFamily="34" charset="0"/>
                <a:ea typeface="Aptos" panose="020B0004020202020204" pitchFamily="34" charset="0"/>
              </a:rPr>
              <a:t>, 103345. </a:t>
            </a:r>
            <a:r>
              <a:rPr lang="en-US" sz="1100" u="sng">
                <a:solidFill>
                  <a:srgbClr val="467886"/>
                </a:solidFill>
                <a:effectLst/>
                <a:latin typeface="Tw Cen MT" panose="020B0602020104020603" pitchFamily="34" charset="0"/>
                <a:ea typeface="Aptos" panose="020B0004020202020204" pitchFamily="34" charset="0"/>
                <a:hlinkClick r:id="rId5"/>
              </a:rPr>
              <a:t>https://doi.org/10.1016/j.cities.2021.103345</a:t>
            </a:r>
            <a:r>
              <a:rPr lang="en-US" sz="1100">
                <a:effectLst/>
                <a:latin typeface="Tw Cen MT" panose="020B0602020104020603" pitchFamily="34" charset="0"/>
                <a:ea typeface="Aptos" panose="020B0004020202020204" pitchFamily="34" charset="0"/>
              </a:rPr>
              <a:t> </a:t>
            </a:r>
            <a:endParaRPr lang="en-AU" sz="1100">
              <a:effectLst/>
              <a:latin typeface="Tw Cen MT" panose="020B0602020104020603" pitchFamily="34" charset="0"/>
              <a:ea typeface="Aptos" panose="020B0004020202020204" pitchFamily="34" charset="0"/>
            </a:endParaRPr>
          </a:p>
          <a:p>
            <a:pPr marL="0" indent="0">
              <a:buNone/>
            </a:pPr>
            <a:endParaRPr lang="en-AU" sz="1100">
              <a:latin typeface="Tw Cen MT" panose="020B0602020104020603" pitchFamily="34" charset="0"/>
            </a:endParaRPr>
          </a:p>
        </p:txBody>
      </p:sp>
    </p:spTree>
    <p:extLst>
      <p:ext uri="{BB962C8B-B14F-4D97-AF65-F5344CB8AC3E}">
        <p14:creationId xmlns:p14="http://schemas.microsoft.com/office/powerpoint/2010/main" val="1258588078"/>
      </p:ext>
    </p:extLst>
  </p:cSld>
  <p:clrMapOvr>
    <a:masterClrMapping/>
  </p:clrMapOvr>
</p:sld>
</file>

<file path=ppt/theme/theme1.xml><?xml version="1.0" encoding="utf-8"?>
<a:theme xmlns:a="http://schemas.openxmlformats.org/drawingml/2006/main" name="IATBR2015Recruitment">
  <a:themeElements>
    <a:clrScheme name="Custom 1">
      <a:dk1>
        <a:sysClr val="windowText" lastClr="000000"/>
      </a:dk1>
      <a:lt1>
        <a:sysClr val="window" lastClr="FFFFFF"/>
      </a:lt1>
      <a:dk2>
        <a:srgbClr val="1F497D"/>
      </a:dk2>
      <a:lt2>
        <a:srgbClr val="EEECE1"/>
      </a:lt2>
      <a:accent1>
        <a:srgbClr val="F05133"/>
      </a:accent1>
      <a:accent2>
        <a:srgbClr val="808080"/>
      </a:accent2>
      <a:accent3>
        <a:srgbClr val="4C4C4C"/>
      </a:accent3>
      <a:accent4>
        <a:srgbClr val="CCCCCC"/>
      </a:accent4>
      <a:accent5>
        <a:srgbClr val="000000"/>
      </a:accent5>
      <a:accent6>
        <a:srgbClr val="FFB800"/>
      </a:accent6>
      <a:hlink>
        <a:srgbClr val="F05133"/>
      </a:hlink>
      <a:folHlink>
        <a:srgbClr val="F0513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76200">
          <a:solidFill>
            <a:schemeClr val="tx1"/>
          </a:solidFill>
          <a:tailEnd type="triangle"/>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TBR2015Recruitment" id="{7C0E59B8-90D7-4175-94D2-9A155EA9ABEE}" vid="{D19AB835-6D0A-4BA8-9B03-B1F9F3E025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2b3e37e-8171-485d-b10b-38dae7ed14a8}" enabled="0" method="" siteId="{82b3e37e-8171-485d-b10b-38dae7ed14a8}" removed="1"/>
</clbl:labelList>
</file>

<file path=docProps/app.xml><?xml version="1.0" encoding="utf-8"?>
<Properties xmlns="http://schemas.openxmlformats.org/officeDocument/2006/extended-properties" xmlns:vt="http://schemas.openxmlformats.org/officeDocument/2006/docPropsVTypes">
  <TotalTime>20</TotalTime>
  <Words>3321</Words>
  <Application>Microsoft Office PowerPoint</Application>
  <PresentationFormat>Widescreen</PresentationFormat>
  <Paragraphs>312</Paragraphs>
  <Slides>28</Slides>
  <Notes>27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5" baseType="lpstr">
      <vt:lpstr>Arial</vt:lpstr>
      <vt:lpstr>Calibri</vt:lpstr>
      <vt:lpstr>Lucida Grande</vt:lpstr>
      <vt:lpstr>Times New Roman</vt:lpstr>
      <vt:lpstr>Tw Cen MT</vt:lpstr>
      <vt:lpstr>IATBR2015Recruitment</vt:lpstr>
      <vt:lpstr>Visio</vt:lpstr>
      <vt:lpstr>Implications of Autonomous Vehicles for Accessibility and Transport-related Social Exclusion</vt:lpstr>
      <vt:lpstr>Structure of Presentation</vt:lpstr>
      <vt:lpstr>Acknowledgement of Country</vt:lpstr>
      <vt:lpstr>Introduction</vt:lpstr>
      <vt:lpstr>What are Autonomous Vehicles?</vt:lpstr>
      <vt:lpstr>What is Transport-related Social Exclusion (TRSE)?</vt:lpstr>
      <vt:lpstr>Impact of Autonomous Vehicles on Accessibility</vt:lpstr>
      <vt:lpstr>Problem</vt:lpstr>
      <vt:lpstr>Aim and Objectives</vt:lpstr>
      <vt:lpstr>Study 1</vt:lpstr>
      <vt:lpstr>Literature Review : Investigation of potential changes in travel and activity frequencies of transport-disadvantaged people</vt:lpstr>
      <vt:lpstr>Methodology : Investigation of potential changes in travel and activity frequencies of transport-disadvantaged people</vt:lpstr>
      <vt:lpstr>Study 2</vt:lpstr>
      <vt:lpstr>Literature Review : Analysing Mode Choices of Transport-disadvantaged people</vt:lpstr>
      <vt:lpstr>Methodology : Analysing Mode Choices of Transport-disadvantaged people</vt:lpstr>
      <vt:lpstr>Study 3</vt:lpstr>
      <vt:lpstr>Literature Review : Evaluation of Potential Impact of AVs on Accessibility and Transport-related Social Exclusion (TRSE)</vt:lpstr>
      <vt:lpstr>Literature Review : Evaluation of Potential Impact of AVs on Accessibility and Transport-related Social Exclusion (TRSE)</vt:lpstr>
      <vt:lpstr>Methodology : Evaluation of Potential Impact of AVs on Accessibility and TRSE</vt:lpstr>
      <vt:lpstr>Contributions</vt:lpstr>
      <vt:lpstr>Resources</vt:lpstr>
      <vt:lpstr>Risk Management</vt:lpstr>
      <vt:lpstr>Timeline</vt:lpstr>
      <vt:lpstr>PowerPoint Presentation</vt:lpstr>
      <vt:lpstr>References</vt:lpstr>
      <vt:lpstr>References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Scenarios</dc:title>
  <dc:creator>Arkar Than Win</dc:creator>
  <cp:lastModifiedBy>Arkar ThanWin</cp:lastModifiedBy>
  <cp:revision>2</cp:revision>
  <dcterms:created xsi:type="dcterms:W3CDTF">2023-05-31T02:52:19Z</dcterms:created>
  <dcterms:modified xsi:type="dcterms:W3CDTF">2026-09-28T10:37:02Z</dcterms:modified>
</cp:coreProperties>
</file>