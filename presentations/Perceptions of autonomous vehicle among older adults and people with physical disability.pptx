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4.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82" r:id="rId1"/>
    <p:sldMasterId id="2147483713" r:id="rId2"/>
    <p:sldMasterId id="2147483720" r:id="rId3"/>
    <p:sldMasterId id="2147483725" r:id="rId4"/>
    <p:sldMasterId id="2147483749" r:id="rId5"/>
    <p:sldMasterId id="2147483773" r:id="rId6"/>
  </p:sldMasterIdLst>
  <p:notesMasterIdLst>
    <p:notesMasterId r:id="rId30"/>
  </p:notesMasterIdLst>
  <p:sldIdLst>
    <p:sldId id="345" r:id="rId7"/>
    <p:sldId id="312" r:id="rId8"/>
    <p:sldId id="329" r:id="rId9"/>
    <p:sldId id="317" r:id="rId10"/>
    <p:sldId id="315" r:id="rId11"/>
    <p:sldId id="319" r:id="rId12"/>
    <p:sldId id="316" r:id="rId13"/>
    <p:sldId id="321" r:id="rId14"/>
    <p:sldId id="320" r:id="rId15"/>
    <p:sldId id="322" r:id="rId16"/>
    <p:sldId id="323" r:id="rId17"/>
    <p:sldId id="324" r:id="rId18"/>
    <p:sldId id="326" r:id="rId19"/>
    <p:sldId id="325" r:id="rId20"/>
    <p:sldId id="313" r:id="rId21"/>
    <p:sldId id="339" r:id="rId22"/>
    <p:sldId id="277" r:id="rId23"/>
    <p:sldId id="272" r:id="rId24"/>
    <p:sldId id="346" r:id="rId25"/>
    <p:sldId id="347" r:id="rId26"/>
    <p:sldId id="348" r:id="rId27"/>
    <p:sldId id="276" r:id="rId28"/>
    <p:sldId id="349" r:id="rId29"/>
  </p:sldIdLst>
  <p:sldSz cx="9144000" cy="5143500" type="screen16x9"/>
  <p:notesSz cx="9144000" cy="5143500"/>
  <p:defaultTextStyle>
    <a:defPPr>
      <a:defRPr kern="0"/>
    </a:def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9EC9"/>
    <a:srgbClr val="DAA8A2"/>
    <a:srgbClr val="22476C"/>
    <a:srgbClr val="4C4C4C"/>
    <a:srgbClr val="E64626"/>
    <a:srgbClr val="71A499"/>
    <a:srgbClr val="000000"/>
    <a:srgbClr val="FFFFFF"/>
    <a:srgbClr val="1A345E"/>
    <a:srgbClr val="FFED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56D2C9-36B9-4D5C-848A-9C755E66ACC4}" v="1766" dt="2025-11-22T03:19:04.17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65496" autoAdjust="0"/>
  </p:normalViewPr>
  <p:slideViewPr>
    <p:cSldViewPr>
      <p:cViewPr varScale="1">
        <p:scale>
          <a:sx n="139" d="100"/>
          <a:sy n="139" d="100"/>
        </p:scale>
        <p:origin x="2364" y="84"/>
      </p:cViewPr>
      <p:guideLst/>
    </p:cSldViewPr>
  </p:slideViewPr>
  <p:outlineViewPr>
    <p:cViewPr>
      <p:scale>
        <a:sx n="33" d="100"/>
        <a:sy n="33" d="100"/>
      </p:scale>
      <p:origin x="0" y="-17586"/>
    </p:cViewPr>
  </p:outlin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kar Than Win" userId="a6a96dc0-b645-44fd-b9b8-4e9a83d7d778" providerId="ADAL" clId="{6924A5C4-5B92-471D-8AF8-98864715565E}"/>
    <pc:docChg chg="undo redo custSel addSld delSld modSld sldOrd delMainMaster">
      <pc:chgData name="Arkar Than Win" userId="a6a96dc0-b645-44fd-b9b8-4e9a83d7d778" providerId="ADAL" clId="{6924A5C4-5B92-471D-8AF8-98864715565E}" dt="2025-11-23T00:41:18.937" v="22811" actId="478"/>
      <pc:docMkLst>
        <pc:docMk/>
      </pc:docMkLst>
      <pc:sldChg chg="del">
        <pc:chgData name="Arkar Than Win" userId="a6a96dc0-b645-44fd-b9b8-4e9a83d7d778" providerId="ADAL" clId="{6924A5C4-5B92-471D-8AF8-98864715565E}" dt="2025-11-13T00:29:48.973" v="0" actId="47"/>
        <pc:sldMkLst>
          <pc:docMk/>
          <pc:sldMk cId="0" sldId="256"/>
        </pc:sldMkLst>
      </pc:sldChg>
      <pc:sldChg chg="new del">
        <pc:chgData name="Arkar Than Win" userId="a6a96dc0-b645-44fd-b9b8-4e9a83d7d778" providerId="ADAL" clId="{6924A5C4-5B92-471D-8AF8-98864715565E}" dt="2025-11-13T00:30:01.982" v="3" actId="47"/>
        <pc:sldMkLst>
          <pc:docMk/>
          <pc:sldMk cId="3656455111" sldId="256"/>
        </pc:sldMkLst>
      </pc:sldChg>
      <pc:sldChg chg="addSp delSp modSp new del mod">
        <pc:chgData name="Arkar Than Win" userId="a6a96dc0-b645-44fd-b9b8-4e9a83d7d778" providerId="ADAL" clId="{6924A5C4-5B92-471D-8AF8-98864715565E}" dt="2025-11-21T23:20:55.204" v="7882" actId="47"/>
        <pc:sldMkLst>
          <pc:docMk/>
          <pc:sldMk cId="1491417423" sldId="257"/>
        </pc:sldMkLst>
      </pc:sldChg>
      <pc:sldChg chg="new del">
        <pc:chgData name="Arkar Than Win" userId="a6a96dc0-b645-44fd-b9b8-4e9a83d7d778" providerId="ADAL" clId="{6924A5C4-5B92-471D-8AF8-98864715565E}" dt="2025-11-13T00:33:34.428" v="130" actId="47"/>
        <pc:sldMkLst>
          <pc:docMk/>
          <pc:sldMk cId="703657089" sldId="258"/>
        </pc:sldMkLst>
      </pc:sldChg>
      <pc:sldChg chg="modSp add del mod">
        <pc:chgData name="Arkar Than Win" userId="a6a96dc0-b645-44fd-b9b8-4e9a83d7d778" providerId="ADAL" clId="{6924A5C4-5B92-471D-8AF8-98864715565E}" dt="2025-11-21T23:20:14.087" v="7868" actId="47"/>
        <pc:sldMkLst>
          <pc:docMk/>
          <pc:sldMk cId="2074987055" sldId="270"/>
        </pc:sldMkLst>
      </pc:sldChg>
      <pc:sldChg chg="addSp delSp modSp add del mod ord modAnim modNotesTx">
        <pc:chgData name="Arkar Than Win" userId="a6a96dc0-b645-44fd-b9b8-4e9a83d7d778" providerId="ADAL" clId="{6924A5C4-5B92-471D-8AF8-98864715565E}" dt="2025-11-22T01:33:33.249" v="16895" actId="20577"/>
        <pc:sldMkLst>
          <pc:docMk/>
          <pc:sldMk cId="2127422490" sldId="272"/>
        </pc:sldMkLst>
        <pc:spChg chg="mod">
          <ac:chgData name="Arkar Than Win" userId="a6a96dc0-b645-44fd-b9b8-4e9a83d7d778" providerId="ADAL" clId="{6924A5C4-5B92-471D-8AF8-98864715565E}" dt="2025-11-21T23:38:24.569" v="8073" actId="20577"/>
          <ac:spMkLst>
            <pc:docMk/>
            <pc:sldMk cId="2127422490" sldId="272"/>
            <ac:spMk id="2" creationId="{CF74DB7E-CFA7-340D-92D5-29F98B99F8DA}"/>
          </ac:spMkLst>
        </pc:spChg>
        <pc:spChg chg="mod">
          <ac:chgData name="Arkar Than Win" userId="a6a96dc0-b645-44fd-b9b8-4e9a83d7d778" providerId="ADAL" clId="{6924A5C4-5B92-471D-8AF8-98864715565E}" dt="2025-11-21T23:50:34.991" v="8190" actId="207"/>
          <ac:spMkLst>
            <pc:docMk/>
            <pc:sldMk cId="2127422490" sldId="272"/>
            <ac:spMk id="3" creationId="{7FFE9A8E-669D-4866-2DD7-34E78B111A0D}"/>
          </ac:spMkLst>
        </pc:spChg>
        <pc:spChg chg="mod">
          <ac:chgData name="Arkar Than Win" userId="a6a96dc0-b645-44fd-b9b8-4e9a83d7d778" providerId="ADAL" clId="{6924A5C4-5B92-471D-8AF8-98864715565E}" dt="2025-11-21T23:45:35.048" v="8120" actId="2711"/>
          <ac:spMkLst>
            <pc:docMk/>
            <pc:sldMk cId="2127422490" sldId="272"/>
            <ac:spMk id="8" creationId="{5A7FFEF0-2C5F-5F2B-16D2-9B8E9B6E24AC}"/>
          </ac:spMkLst>
        </pc:spChg>
        <pc:spChg chg="mod">
          <ac:chgData name="Arkar Than Win" userId="a6a96dc0-b645-44fd-b9b8-4e9a83d7d778" providerId="ADAL" clId="{6924A5C4-5B92-471D-8AF8-98864715565E}" dt="2025-11-21T23:46:04.610" v="8131" actId="255"/>
          <ac:spMkLst>
            <pc:docMk/>
            <pc:sldMk cId="2127422490" sldId="272"/>
            <ac:spMk id="9" creationId="{4C5B1488-1955-DFDE-60C4-0C79E9DF7189}"/>
          </ac:spMkLst>
        </pc:spChg>
        <pc:spChg chg="mod">
          <ac:chgData name="Arkar Than Win" userId="a6a96dc0-b645-44fd-b9b8-4e9a83d7d778" providerId="ADAL" clId="{6924A5C4-5B92-471D-8AF8-98864715565E}" dt="2025-11-21T23:46:04.610" v="8131" actId="255"/>
          <ac:spMkLst>
            <pc:docMk/>
            <pc:sldMk cId="2127422490" sldId="272"/>
            <ac:spMk id="12" creationId="{8497F78C-E2F5-088E-CDDB-91B9FE7EA8FB}"/>
          </ac:spMkLst>
        </pc:spChg>
        <pc:spChg chg="mod">
          <ac:chgData name="Arkar Than Win" userId="a6a96dc0-b645-44fd-b9b8-4e9a83d7d778" providerId="ADAL" clId="{6924A5C4-5B92-471D-8AF8-98864715565E}" dt="2025-11-21T23:45:35.048" v="8120" actId="2711"/>
          <ac:spMkLst>
            <pc:docMk/>
            <pc:sldMk cId="2127422490" sldId="272"/>
            <ac:spMk id="13" creationId="{EFC39376-4640-3C53-33CB-20C7550DBA3D}"/>
          </ac:spMkLst>
        </pc:spChg>
        <pc:spChg chg="mod">
          <ac:chgData name="Arkar Than Win" userId="a6a96dc0-b645-44fd-b9b8-4e9a83d7d778" providerId="ADAL" clId="{6924A5C4-5B92-471D-8AF8-98864715565E}" dt="2025-11-21T23:46:04.610" v="8131" actId="255"/>
          <ac:spMkLst>
            <pc:docMk/>
            <pc:sldMk cId="2127422490" sldId="272"/>
            <ac:spMk id="17" creationId="{F0C54C2E-63DE-85DF-AFC2-EA6E34923F10}"/>
          </ac:spMkLst>
        </pc:spChg>
        <pc:spChg chg="mod">
          <ac:chgData name="Arkar Than Win" userId="a6a96dc0-b645-44fd-b9b8-4e9a83d7d778" providerId="ADAL" clId="{6924A5C4-5B92-471D-8AF8-98864715565E}" dt="2025-11-21T23:46:04.610" v="8131" actId="255"/>
          <ac:spMkLst>
            <pc:docMk/>
            <pc:sldMk cId="2127422490" sldId="272"/>
            <ac:spMk id="18" creationId="{A811395D-B562-428E-0023-AE9A17726576}"/>
          </ac:spMkLst>
        </pc:spChg>
        <pc:spChg chg="mod">
          <ac:chgData name="Arkar Than Win" userId="a6a96dc0-b645-44fd-b9b8-4e9a83d7d778" providerId="ADAL" clId="{6924A5C4-5B92-471D-8AF8-98864715565E}" dt="2025-11-21T23:46:40.769" v="8139" actId="13926"/>
          <ac:spMkLst>
            <pc:docMk/>
            <pc:sldMk cId="2127422490" sldId="272"/>
            <ac:spMk id="22" creationId="{4C97E239-A2AC-E460-A2F0-02179B45216B}"/>
          </ac:spMkLst>
        </pc:spChg>
        <pc:spChg chg="mod">
          <ac:chgData name="Arkar Than Win" userId="a6a96dc0-b645-44fd-b9b8-4e9a83d7d778" providerId="ADAL" clId="{6924A5C4-5B92-471D-8AF8-98864715565E}" dt="2025-11-21T23:46:49.589" v="8142" actId="13926"/>
          <ac:spMkLst>
            <pc:docMk/>
            <pc:sldMk cId="2127422490" sldId="272"/>
            <ac:spMk id="27" creationId="{413F3EF3-B35F-636F-3ED8-D7F424E5E1EA}"/>
          </ac:spMkLst>
        </pc:spChg>
        <pc:spChg chg="mod">
          <ac:chgData name="Arkar Than Win" userId="a6a96dc0-b645-44fd-b9b8-4e9a83d7d778" providerId="ADAL" clId="{6924A5C4-5B92-471D-8AF8-98864715565E}" dt="2025-11-21T23:46:04.610" v="8131" actId="255"/>
          <ac:spMkLst>
            <pc:docMk/>
            <pc:sldMk cId="2127422490" sldId="272"/>
            <ac:spMk id="28" creationId="{33798472-FA4E-1E5E-0EBB-799EE479F5B1}"/>
          </ac:spMkLst>
        </pc:spChg>
        <pc:spChg chg="mod">
          <ac:chgData name="Arkar Than Win" userId="a6a96dc0-b645-44fd-b9b8-4e9a83d7d778" providerId="ADAL" clId="{6924A5C4-5B92-471D-8AF8-98864715565E}" dt="2025-11-21T23:46:04.610" v="8131" actId="255"/>
          <ac:spMkLst>
            <pc:docMk/>
            <pc:sldMk cId="2127422490" sldId="272"/>
            <ac:spMk id="32" creationId="{EE279C78-0700-1CB8-490F-0E5BADA0F96C}"/>
          </ac:spMkLst>
        </pc:spChg>
        <pc:spChg chg="mod">
          <ac:chgData name="Arkar Than Win" userId="a6a96dc0-b645-44fd-b9b8-4e9a83d7d778" providerId="ADAL" clId="{6924A5C4-5B92-471D-8AF8-98864715565E}" dt="2025-11-21T23:46:04.610" v="8131" actId="255"/>
          <ac:spMkLst>
            <pc:docMk/>
            <pc:sldMk cId="2127422490" sldId="272"/>
            <ac:spMk id="40" creationId="{89D7FA99-8852-79CE-AFA9-B7F22884306D}"/>
          </ac:spMkLst>
        </pc:spChg>
        <pc:spChg chg="mod">
          <ac:chgData name="Arkar Than Win" userId="a6a96dc0-b645-44fd-b9b8-4e9a83d7d778" providerId="ADAL" clId="{6924A5C4-5B92-471D-8AF8-98864715565E}" dt="2025-11-21T23:47:14.992" v="8148" actId="13926"/>
          <ac:spMkLst>
            <pc:docMk/>
            <pc:sldMk cId="2127422490" sldId="272"/>
            <ac:spMk id="46" creationId="{5F30EC32-4A8B-8983-5FF8-0C802A65F81A}"/>
          </ac:spMkLst>
        </pc:spChg>
        <pc:spChg chg="mod">
          <ac:chgData name="Arkar Than Win" userId="a6a96dc0-b645-44fd-b9b8-4e9a83d7d778" providerId="ADAL" clId="{6924A5C4-5B92-471D-8AF8-98864715565E}" dt="2025-11-21T23:47:46.739" v="8153" actId="13926"/>
          <ac:spMkLst>
            <pc:docMk/>
            <pc:sldMk cId="2127422490" sldId="272"/>
            <ac:spMk id="51" creationId="{46AC0648-82FC-1E02-FC9D-A49B11192A55}"/>
          </ac:spMkLst>
        </pc:spChg>
        <pc:spChg chg="mod">
          <ac:chgData name="Arkar Than Win" userId="a6a96dc0-b645-44fd-b9b8-4e9a83d7d778" providerId="ADAL" clId="{6924A5C4-5B92-471D-8AF8-98864715565E}" dt="2025-11-21T23:48:09.785" v="8157" actId="13926"/>
          <ac:spMkLst>
            <pc:docMk/>
            <pc:sldMk cId="2127422490" sldId="272"/>
            <ac:spMk id="58" creationId="{A917892E-43D5-0D76-F5DF-BF0DC3240B8A}"/>
          </ac:spMkLst>
        </pc:spChg>
        <pc:spChg chg="mod">
          <ac:chgData name="Arkar Than Win" userId="a6a96dc0-b645-44fd-b9b8-4e9a83d7d778" providerId="ADAL" clId="{6924A5C4-5B92-471D-8AF8-98864715565E}" dt="2025-11-21T23:47:58.682" v="8156" actId="13926"/>
          <ac:spMkLst>
            <pc:docMk/>
            <pc:sldMk cId="2127422490" sldId="272"/>
            <ac:spMk id="62" creationId="{3E3C9382-7B41-892E-8CBC-2DE6D5E0BB9E}"/>
          </ac:spMkLst>
        </pc:spChg>
        <pc:spChg chg="mod">
          <ac:chgData name="Arkar Than Win" userId="a6a96dc0-b645-44fd-b9b8-4e9a83d7d778" providerId="ADAL" clId="{6924A5C4-5B92-471D-8AF8-98864715565E}" dt="2025-11-21T23:46:04.610" v="8131" actId="255"/>
          <ac:spMkLst>
            <pc:docMk/>
            <pc:sldMk cId="2127422490" sldId="272"/>
            <ac:spMk id="63" creationId="{7FD192A5-2F80-0A85-40E8-964D98AC9CAF}"/>
          </ac:spMkLst>
        </pc:spChg>
        <pc:grpChg chg="mod modVis">
          <ac:chgData name="Arkar Than Win" userId="a6a96dc0-b645-44fd-b9b8-4e9a83d7d778" providerId="ADAL" clId="{6924A5C4-5B92-471D-8AF8-98864715565E}" dt="2025-11-21T23:48:11.705" v="8158" actId="14429"/>
          <ac:grpSpMkLst>
            <pc:docMk/>
            <pc:sldMk cId="2127422490" sldId="272"/>
            <ac:grpSpMk id="4" creationId="{9A57ACE3-6DBF-1651-D2A6-759489913A6E}"/>
          </ac:grpSpMkLst>
        </pc:grpChg>
        <pc:grpChg chg="mod modVis">
          <ac:chgData name="Arkar Than Win" userId="a6a96dc0-b645-44fd-b9b8-4e9a83d7d778" providerId="ADAL" clId="{6924A5C4-5B92-471D-8AF8-98864715565E}" dt="2025-11-21T23:48:12.366" v="8159" actId="14429"/>
          <ac:grpSpMkLst>
            <pc:docMk/>
            <pc:sldMk cId="2127422490" sldId="272"/>
            <ac:grpSpMk id="15" creationId="{93AF5579-7A83-48BD-DA6E-8C41451DB1CC}"/>
          </ac:grpSpMkLst>
        </pc:grpChg>
        <pc:grpChg chg="mod modVis">
          <ac:chgData name="Arkar Than Win" userId="a6a96dc0-b645-44fd-b9b8-4e9a83d7d778" providerId="ADAL" clId="{6924A5C4-5B92-471D-8AF8-98864715565E}" dt="2025-11-21T23:48:13.041" v="8160" actId="14429"/>
          <ac:grpSpMkLst>
            <pc:docMk/>
            <pc:sldMk cId="2127422490" sldId="272"/>
            <ac:grpSpMk id="20" creationId="{AA6DEB91-7110-EEF8-61A2-F8750F00BF07}"/>
          </ac:grpSpMkLst>
        </pc:grpChg>
        <pc:grpChg chg="mod modVis">
          <ac:chgData name="Arkar Than Win" userId="a6a96dc0-b645-44fd-b9b8-4e9a83d7d778" providerId="ADAL" clId="{6924A5C4-5B92-471D-8AF8-98864715565E}" dt="2025-11-21T23:48:13.638" v="8161" actId="14429"/>
          <ac:grpSpMkLst>
            <pc:docMk/>
            <pc:sldMk cId="2127422490" sldId="272"/>
            <ac:grpSpMk id="25" creationId="{77299B42-7901-7EF1-D852-3B7C6E5FD4B7}"/>
          </ac:grpSpMkLst>
        </pc:grpChg>
        <pc:grpChg chg="mod modVis">
          <ac:chgData name="Arkar Than Win" userId="a6a96dc0-b645-44fd-b9b8-4e9a83d7d778" providerId="ADAL" clId="{6924A5C4-5B92-471D-8AF8-98864715565E}" dt="2025-11-21T23:48:14.146" v="8162" actId="14429"/>
          <ac:grpSpMkLst>
            <pc:docMk/>
            <pc:sldMk cId="2127422490" sldId="272"/>
            <ac:grpSpMk id="30" creationId="{F6C8EB65-6CF9-AFA8-4E24-6F16D242F8C4}"/>
          </ac:grpSpMkLst>
        </pc:grpChg>
        <pc:grpChg chg="mod modVis">
          <ac:chgData name="Arkar Than Win" userId="a6a96dc0-b645-44fd-b9b8-4e9a83d7d778" providerId="ADAL" clId="{6924A5C4-5B92-471D-8AF8-98864715565E}" dt="2025-11-21T23:48:14.875" v="8163" actId="14429"/>
          <ac:grpSpMkLst>
            <pc:docMk/>
            <pc:sldMk cId="2127422490" sldId="272"/>
            <ac:grpSpMk id="44" creationId="{92ECB5B3-68E4-CE0B-3A21-3D92C686D8D5}"/>
          </ac:grpSpMkLst>
        </pc:grpChg>
        <pc:grpChg chg="mod modVis">
          <ac:chgData name="Arkar Than Win" userId="a6a96dc0-b645-44fd-b9b8-4e9a83d7d778" providerId="ADAL" clId="{6924A5C4-5B92-471D-8AF8-98864715565E}" dt="2025-11-21T23:48:15.384" v="8164" actId="14429"/>
          <ac:grpSpMkLst>
            <pc:docMk/>
            <pc:sldMk cId="2127422490" sldId="272"/>
            <ac:grpSpMk id="49" creationId="{39D9E3F1-EA2A-A56E-9774-B85572BFD49B}"/>
          </ac:grpSpMkLst>
        </pc:grpChg>
        <pc:grpChg chg="mod modVis">
          <ac:chgData name="Arkar Than Win" userId="a6a96dc0-b645-44fd-b9b8-4e9a83d7d778" providerId="ADAL" clId="{6924A5C4-5B92-471D-8AF8-98864715565E}" dt="2025-11-21T23:47:50.146" v="8155" actId="14429"/>
          <ac:grpSpMkLst>
            <pc:docMk/>
            <pc:sldMk cId="2127422490" sldId="272"/>
            <ac:grpSpMk id="54" creationId="{973DA490-2C06-69D3-9001-266ED868AEBB}"/>
          </ac:grpSpMkLst>
        </pc:grpChg>
      </pc:sldChg>
      <pc:sldChg chg="addSp delSp modSp add del mod delAnim modAnim modNotesTx">
        <pc:chgData name="Arkar Than Win" userId="a6a96dc0-b645-44fd-b9b8-4e9a83d7d778" providerId="ADAL" clId="{6924A5C4-5B92-471D-8AF8-98864715565E}" dt="2025-11-23T00:41:18.937" v="22811" actId="478"/>
        <pc:sldMkLst>
          <pc:docMk/>
          <pc:sldMk cId="3977569686" sldId="276"/>
        </pc:sldMkLst>
        <pc:spChg chg="mod">
          <ac:chgData name="Arkar Than Win" userId="a6a96dc0-b645-44fd-b9b8-4e9a83d7d778" providerId="ADAL" clId="{6924A5C4-5B92-471D-8AF8-98864715565E}" dt="2025-11-22T00:06:42.423" v="8569" actId="552"/>
          <ac:spMkLst>
            <pc:docMk/>
            <pc:sldMk cId="3977569686" sldId="276"/>
            <ac:spMk id="2" creationId="{CF74DB7E-CFA7-340D-92D5-29F98B99F8DA}"/>
          </ac:spMkLst>
        </pc:spChg>
        <pc:spChg chg="del">
          <ac:chgData name="Arkar Than Win" userId="a6a96dc0-b645-44fd-b9b8-4e9a83d7d778" providerId="ADAL" clId="{6924A5C4-5B92-471D-8AF8-98864715565E}" dt="2025-11-22T00:04:07.738" v="8546" actId="478"/>
          <ac:spMkLst>
            <pc:docMk/>
            <pc:sldMk cId="3977569686" sldId="276"/>
            <ac:spMk id="3" creationId="{7FFE9A8E-669D-4866-2DD7-34E78B111A0D}"/>
          </ac:spMkLst>
        </pc:spChg>
        <pc:spChg chg="add del mod">
          <ac:chgData name="Arkar Than Win" userId="a6a96dc0-b645-44fd-b9b8-4e9a83d7d778" providerId="ADAL" clId="{6924A5C4-5B92-471D-8AF8-98864715565E}" dt="2025-11-22T00:04:09.029" v="8547" actId="478"/>
          <ac:spMkLst>
            <pc:docMk/>
            <pc:sldMk cId="3977569686" sldId="276"/>
            <ac:spMk id="9" creationId="{CAB5EFBA-277D-7921-2873-ECE77D14EE4D}"/>
          </ac:spMkLst>
        </pc:spChg>
        <pc:spChg chg="add del">
          <ac:chgData name="Arkar Than Win" userId="a6a96dc0-b645-44fd-b9b8-4e9a83d7d778" providerId="ADAL" clId="{6924A5C4-5B92-471D-8AF8-98864715565E}" dt="2025-11-22T00:06:02.875" v="8563" actId="478"/>
          <ac:spMkLst>
            <pc:docMk/>
            <pc:sldMk cId="3977569686" sldId="276"/>
            <ac:spMk id="16" creationId="{B141A72F-3754-24AB-2615-27285EB4B7F5}"/>
          </ac:spMkLst>
        </pc:spChg>
        <pc:spChg chg="add mod">
          <ac:chgData name="Arkar Than Win" userId="a6a96dc0-b645-44fd-b9b8-4e9a83d7d778" providerId="ADAL" clId="{6924A5C4-5B92-471D-8AF8-98864715565E}" dt="2025-11-22T00:06:42.423" v="8569" actId="552"/>
          <ac:spMkLst>
            <pc:docMk/>
            <pc:sldMk cId="3977569686" sldId="276"/>
            <ac:spMk id="18" creationId="{47EC1C32-74FA-EB2B-7A69-6E83116DAE5A}"/>
          </ac:spMkLst>
        </pc:spChg>
        <pc:spChg chg="del mod topLvl">
          <ac:chgData name="Arkar Than Win" userId="a6a96dc0-b645-44fd-b9b8-4e9a83d7d778" providerId="ADAL" clId="{6924A5C4-5B92-471D-8AF8-98864715565E}" dt="2025-11-23T00:41:18.937" v="22811" actId="478"/>
          <ac:spMkLst>
            <pc:docMk/>
            <pc:sldMk cId="3977569686" sldId="276"/>
            <ac:spMk id="41" creationId="{47EC1C32-74FA-EB2B-7A69-6E83116DAE5A}"/>
          </ac:spMkLst>
        </pc:spChg>
        <pc:grpChg chg="del">
          <ac:chgData name="Arkar Than Win" userId="a6a96dc0-b645-44fd-b9b8-4e9a83d7d778" providerId="ADAL" clId="{6924A5C4-5B92-471D-8AF8-98864715565E}" dt="2025-11-22T00:04:10.306" v="8548" actId="478"/>
          <ac:grpSpMkLst>
            <pc:docMk/>
            <pc:sldMk cId="3977569686" sldId="276"/>
            <ac:grpSpMk id="8" creationId="{8A68BE8B-2DD0-FC70-334B-CA8E25A86857}"/>
          </ac:grpSpMkLst>
        </pc:grpChg>
        <pc:grpChg chg="add del mod">
          <ac:chgData name="Arkar Than Win" userId="a6a96dc0-b645-44fd-b9b8-4e9a83d7d778" providerId="ADAL" clId="{6924A5C4-5B92-471D-8AF8-98864715565E}" dt="2025-11-22T00:07:00.084" v="8571" actId="21"/>
          <ac:grpSpMkLst>
            <pc:docMk/>
            <pc:sldMk cId="3977569686" sldId="276"/>
            <ac:grpSpMk id="19" creationId="{7FC987ED-7AE0-5BCB-85E0-84D825F84B74}"/>
          </ac:grpSpMkLst>
        </pc:grpChg>
        <pc:grpChg chg="del mod">
          <ac:chgData name="Arkar Than Win" userId="a6a96dc0-b645-44fd-b9b8-4e9a83d7d778" providerId="ADAL" clId="{6924A5C4-5B92-471D-8AF8-98864715565E}" dt="2025-11-22T00:04:15.095" v="8551" actId="478"/>
          <ac:grpSpMkLst>
            <pc:docMk/>
            <pc:sldMk cId="3977569686" sldId="276"/>
            <ac:grpSpMk id="22" creationId="{D337F601-C0B5-7231-7389-3F2C81AFC1B6}"/>
          </ac:grpSpMkLst>
        </pc:grpChg>
        <pc:grpChg chg="add del mod">
          <ac:chgData name="Arkar Than Win" userId="a6a96dc0-b645-44fd-b9b8-4e9a83d7d778" providerId="ADAL" clId="{6924A5C4-5B92-471D-8AF8-98864715565E}" dt="2025-11-22T00:08:40.075" v="8576" actId="165"/>
          <ac:grpSpMkLst>
            <pc:docMk/>
            <pc:sldMk cId="3977569686" sldId="276"/>
            <ac:grpSpMk id="39" creationId="{7FC987ED-7AE0-5BCB-85E0-84D825F84B74}"/>
          </ac:grpSpMkLst>
        </pc:grpChg>
        <pc:picChg chg="del">
          <ac:chgData name="Arkar Than Win" userId="a6a96dc0-b645-44fd-b9b8-4e9a83d7d778" providerId="ADAL" clId="{6924A5C4-5B92-471D-8AF8-98864715565E}" dt="2025-11-22T00:04:11.456" v="8549" actId="478"/>
          <ac:picMkLst>
            <pc:docMk/>
            <pc:sldMk cId="3977569686" sldId="276"/>
            <ac:picMk id="5" creationId="{CA959EEC-A3F2-36CE-747F-D83E673DAF02}"/>
          </ac:picMkLst>
        </pc:picChg>
        <pc:picChg chg="add mod">
          <ac:chgData name="Arkar Than Win" userId="a6a96dc0-b645-44fd-b9b8-4e9a83d7d778" providerId="ADAL" clId="{6924A5C4-5B92-471D-8AF8-98864715565E}" dt="2025-11-22T00:06:42.423" v="8569" actId="552"/>
          <ac:picMkLst>
            <pc:docMk/>
            <pc:sldMk cId="3977569686" sldId="276"/>
            <ac:picMk id="15" creationId="{EE6426A5-C915-DA9F-50EC-274E8B22AFAF}"/>
          </ac:picMkLst>
        </pc:picChg>
        <pc:picChg chg="mod topLvl">
          <ac:chgData name="Arkar Than Win" userId="a6a96dc0-b645-44fd-b9b8-4e9a83d7d778" providerId="ADAL" clId="{6924A5C4-5B92-471D-8AF8-98864715565E}" dt="2025-11-22T00:08:40.075" v="8576" actId="165"/>
          <ac:picMkLst>
            <pc:docMk/>
            <pc:sldMk cId="3977569686" sldId="276"/>
            <ac:picMk id="40" creationId="{EE6426A5-C915-DA9F-50EC-274E8B22AFAF}"/>
          </ac:picMkLst>
        </pc:picChg>
        <pc:cxnChg chg="mod">
          <ac:chgData name="Arkar Than Win" userId="a6a96dc0-b645-44fd-b9b8-4e9a83d7d778" providerId="ADAL" clId="{6924A5C4-5B92-471D-8AF8-98864715565E}" dt="2025-11-22T00:04:15.095" v="8551" actId="478"/>
          <ac:cxnSpMkLst>
            <pc:docMk/>
            <pc:sldMk cId="3977569686" sldId="276"/>
            <ac:cxnSpMk id="13" creationId="{3BCB5F48-EB3D-04D8-2F24-44BE19FD904A}"/>
          </ac:cxnSpMkLst>
        </pc:cxnChg>
        <pc:cxnChg chg="mod">
          <ac:chgData name="Arkar Than Win" userId="a6a96dc0-b645-44fd-b9b8-4e9a83d7d778" providerId="ADAL" clId="{6924A5C4-5B92-471D-8AF8-98864715565E}" dt="2025-11-22T00:04:15.095" v="8551" actId="478"/>
          <ac:cxnSpMkLst>
            <pc:docMk/>
            <pc:sldMk cId="3977569686" sldId="276"/>
            <ac:cxnSpMk id="17" creationId="{0F4AB893-FBD4-4F72-8FCB-24DBD362BD50}"/>
          </ac:cxnSpMkLst>
        </pc:cxnChg>
      </pc:sldChg>
      <pc:sldChg chg="addSp delSp modSp add mod ord delAnim modAnim modNotesTx">
        <pc:chgData name="Arkar Than Win" userId="a6a96dc0-b645-44fd-b9b8-4e9a83d7d778" providerId="ADAL" clId="{6924A5C4-5B92-471D-8AF8-98864715565E}" dt="2025-11-22T00:40:36.534" v="11776" actId="20577"/>
        <pc:sldMkLst>
          <pc:docMk/>
          <pc:sldMk cId="3427428296" sldId="277"/>
        </pc:sldMkLst>
        <pc:spChg chg="mod">
          <ac:chgData name="Arkar Than Win" userId="a6a96dc0-b645-44fd-b9b8-4e9a83d7d778" providerId="ADAL" clId="{6924A5C4-5B92-471D-8AF8-98864715565E}" dt="2025-11-21T23:27:01.933" v="7985" actId="20577"/>
          <ac:spMkLst>
            <pc:docMk/>
            <pc:sldMk cId="3427428296" sldId="277"/>
            <ac:spMk id="2" creationId="{CF74DB7E-CFA7-340D-92D5-29F98B99F8DA}"/>
          </ac:spMkLst>
        </pc:spChg>
        <pc:spChg chg="mod modVis">
          <ac:chgData name="Arkar Than Win" userId="a6a96dc0-b645-44fd-b9b8-4e9a83d7d778" providerId="ADAL" clId="{6924A5C4-5B92-471D-8AF8-98864715565E}" dt="2025-11-22T00:37:44.064" v="11228" actId="14429"/>
          <ac:spMkLst>
            <pc:docMk/>
            <pc:sldMk cId="3427428296" sldId="277"/>
            <ac:spMk id="5" creationId="{3B555E97-0130-7C6A-AFCF-6B64D75310DF}"/>
          </ac:spMkLst>
        </pc:spChg>
        <pc:spChg chg="add mod">
          <ac:chgData name="Arkar Than Win" userId="a6a96dc0-b645-44fd-b9b8-4e9a83d7d778" providerId="ADAL" clId="{6924A5C4-5B92-471D-8AF8-98864715565E}" dt="2025-11-21T23:28:28.821" v="8010" actId="108"/>
          <ac:spMkLst>
            <pc:docMk/>
            <pc:sldMk cId="3427428296" sldId="277"/>
            <ac:spMk id="9" creationId="{6B852CA1-4291-A8C7-AA32-7FC3E655B24B}"/>
          </ac:spMkLst>
        </pc:spChg>
        <pc:spChg chg="add del mod">
          <ac:chgData name="Arkar Than Win" userId="a6a96dc0-b645-44fd-b9b8-4e9a83d7d778" providerId="ADAL" clId="{6924A5C4-5B92-471D-8AF8-98864715565E}" dt="2025-11-22T00:37:41.029" v="11226" actId="478"/>
          <ac:spMkLst>
            <pc:docMk/>
            <pc:sldMk cId="3427428296" sldId="277"/>
            <ac:spMk id="11" creationId="{D0BDC4BB-A758-DB2E-391B-36B8E8198ED9}"/>
          </ac:spMkLst>
        </pc:spChg>
        <pc:spChg chg="add del mod">
          <ac:chgData name="Arkar Than Win" userId="a6a96dc0-b645-44fd-b9b8-4e9a83d7d778" providerId="ADAL" clId="{6924A5C4-5B92-471D-8AF8-98864715565E}" dt="2025-11-22T00:37:41.029" v="11226" actId="478"/>
          <ac:spMkLst>
            <pc:docMk/>
            <pc:sldMk cId="3427428296" sldId="277"/>
            <ac:spMk id="12" creationId="{711AB2D2-2805-3606-C9D0-A3D6C9D98D4C}"/>
          </ac:spMkLst>
        </pc:spChg>
        <pc:spChg chg="mod">
          <ac:chgData name="Arkar Than Win" userId="a6a96dc0-b645-44fd-b9b8-4e9a83d7d778" providerId="ADAL" clId="{6924A5C4-5B92-471D-8AF8-98864715565E}" dt="2025-11-21T23:29:46.683" v="8022" actId="207"/>
          <ac:spMkLst>
            <pc:docMk/>
            <pc:sldMk cId="3427428296" sldId="277"/>
            <ac:spMk id="40" creationId="{6172090F-7077-A521-D42F-C90CAB90671A}"/>
          </ac:spMkLst>
        </pc:spChg>
        <pc:spChg chg="mod">
          <ac:chgData name="Arkar Than Win" userId="a6a96dc0-b645-44fd-b9b8-4e9a83d7d778" providerId="ADAL" clId="{6924A5C4-5B92-471D-8AF8-98864715565E}" dt="2025-11-21T23:29:49.268" v="8023" actId="207"/>
          <ac:spMkLst>
            <pc:docMk/>
            <pc:sldMk cId="3427428296" sldId="277"/>
            <ac:spMk id="41" creationId="{FAB13174-80B4-25AB-74D4-C4236F8B0DE9}"/>
          </ac:spMkLst>
        </pc:spChg>
        <pc:spChg chg="add del mod">
          <ac:chgData name="Arkar Than Win" userId="a6a96dc0-b645-44fd-b9b8-4e9a83d7d778" providerId="ADAL" clId="{6924A5C4-5B92-471D-8AF8-98864715565E}" dt="2025-11-21T23:30:11.975" v="8029" actId="207"/>
          <ac:spMkLst>
            <pc:docMk/>
            <pc:sldMk cId="3427428296" sldId="277"/>
            <ac:spMk id="51" creationId="{1FF404BA-BE4E-B3B3-20E8-EEA07B2F14B8}"/>
          </ac:spMkLst>
        </pc:spChg>
        <pc:spChg chg="add del mod">
          <ac:chgData name="Arkar Than Win" userId="a6a96dc0-b645-44fd-b9b8-4e9a83d7d778" providerId="ADAL" clId="{6924A5C4-5B92-471D-8AF8-98864715565E}" dt="2025-11-21T23:30:11.975" v="8029" actId="207"/>
          <ac:spMkLst>
            <pc:docMk/>
            <pc:sldMk cId="3427428296" sldId="277"/>
            <ac:spMk id="52" creationId="{637D9401-3C92-9BF7-8901-C7034FEA3DBC}"/>
          </ac:spMkLst>
        </pc:spChg>
        <pc:spChg chg="add del mod">
          <ac:chgData name="Arkar Than Win" userId="a6a96dc0-b645-44fd-b9b8-4e9a83d7d778" providerId="ADAL" clId="{6924A5C4-5B92-471D-8AF8-98864715565E}" dt="2025-11-21T23:30:11.975" v="8029" actId="207"/>
          <ac:spMkLst>
            <pc:docMk/>
            <pc:sldMk cId="3427428296" sldId="277"/>
            <ac:spMk id="65" creationId="{44114181-5C81-CB0F-4118-28DEB6B8355B}"/>
          </ac:spMkLst>
        </pc:spChg>
        <pc:spChg chg="add del mod">
          <ac:chgData name="Arkar Than Win" userId="a6a96dc0-b645-44fd-b9b8-4e9a83d7d778" providerId="ADAL" clId="{6924A5C4-5B92-471D-8AF8-98864715565E}" dt="2025-11-21T23:30:11.975" v="8029" actId="207"/>
          <ac:spMkLst>
            <pc:docMk/>
            <pc:sldMk cId="3427428296" sldId="277"/>
            <ac:spMk id="66" creationId="{D9BF3BBD-B54E-ED56-FE30-1E76FFCAB9A4}"/>
          </ac:spMkLst>
        </pc:spChg>
        <pc:grpChg chg="add mod">
          <ac:chgData name="Arkar Than Win" userId="a6a96dc0-b645-44fd-b9b8-4e9a83d7d778" providerId="ADAL" clId="{6924A5C4-5B92-471D-8AF8-98864715565E}" dt="2025-11-14T01:40:19.059" v="3820" actId="164"/>
          <ac:grpSpMkLst>
            <pc:docMk/>
            <pc:sldMk cId="3427428296" sldId="277"/>
            <ac:grpSpMk id="39" creationId="{20FF1888-24E7-6159-5029-2D6D7FFD02D6}"/>
          </ac:grpSpMkLst>
        </pc:grpChg>
        <pc:grpChg chg="add mod modVis">
          <ac:chgData name="Arkar Than Win" userId="a6a96dc0-b645-44fd-b9b8-4e9a83d7d778" providerId="ADAL" clId="{6924A5C4-5B92-471D-8AF8-98864715565E}" dt="2025-11-22T00:37:43.361" v="11227" actId="14429"/>
          <ac:grpSpMkLst>
            <pc:docMk/>
            <pc:sldMk cId="3427428296" sldId="277"/>
            <ac:grpSpMk id="74" creationId="{5D44B8F1-8002-8CC4-7EA3-10083EFD7B26}"/>
          </ac:grpSpMkLst>
        </pc:grpChg>
        <pc:picChg chg="add mod">
          <ac:chgData name="Arkar Than Win" userId="a6a96dc0-b645-44fd-b9b8-4e9a83d7d778" providerId="ADAL" clId="{6924A5C4-5B92-471D-8AF8-98864715565E}" dt="2025-11-21T23:29:43.057" v="8021" actId="207"/>
          <ac:picMkLst>
            <pc:docMk/>
            <pc:sldMk cId="3427428296" sldId="277"/>
            <ac:picMk id="37" creationId="{AA27F294-9A0E-1CAA-AC67-7E46E3C256B6}"/>
          </ac:picMkLst>
        </pc:picChg>
        <pc:cxnChg chg="add mod">
          <ac:chgData name="Arkar Than Win" userId="a6a96dc0-b645-44fd-b9b8-4e9a83d7d778" providerId="ADAL" clId="{6924A5C4-5B92-471D-8AF8-98864715565E}" dt="2025-11-21T23:30:01.069" v="8024" actId="208"/>
          <ac:cxnSpMkLst>
            <pc:docMk/>
            <pc:sldMk cId="3427428296" sldId="277"/>
            <ac:cxnSpMk id="42" creationId="{D1830D62-B54D-E0D9-DD33-B707FE475948}"/>
          </ac:cxnSpMkLst>
        </pc:cxnChg>
        <pc:cxnChg chg="add mod">
          <ac:chgData name="Arkar Than Win" userId="a6a96dc0-b645-44fd-b9b8-4e9a83d7d778" providerId="ADAL" clId="{6924A5C4-5B92-471D-8AF8-98864715565E}" dt="2025-11-21T23:30:01.069" v="8024" actId="208"/>
          <ac:cxnSpMkLst>
            <pc:docMk/>
            <pc:sldMk cId="3427428296" sldId="277"/>
            <ac:cxnSpMk id="45" creationId="{EFB4319F-0338-88EF-11DF-F401F72FD134}"/>
          </ac:cxnSpMkLst>
        </pc:cxnChg>
        <pc:cxnChg chg="add mod">
          <ac:chgData name="Arkar Than Win" userId="a6a96dc0-b645-44fd-b9b8-4e9a83d7d778" providerId="ADAL" clId="{6924A5C4-5B92-471D-8AF8-98864715565E}" dt="2025-11-21T23:30:09.027" v="8027" actId="21"/>
          <ac:cxnSpMkLst>
            <pc:docMk/>
            <pc:sldMk cId="3427428296" sldId="277"/>
            <ac:cxnSpMk id="53" creationId="{600493A5-7E18-BCB5-17BE-DE978E81EFE3}"/>
          </ac:cxnSpMkLst>
        </pc:cxnChg>
        <pc:cxnChg chg="add mod">
          <ac:chgData name="Arkar Than Win" userId="a6a96dc0-b645-44fd-b9b8-4e9a83d7d778" providerId="ADAL" clId="{6924A5C4-5B92-471D-8AF8-98864715565E}" dt="2025-11-21T23:30:09.027" v="8027" actId="21"/>
          <ac:cxnSpMkLst>
            <pc:docMk/>
            <pc:sldMk cId="3427428296" sldId="277"/>
            <ac:cxnSpMk id="56" creationId="{4061B8EA-9E65-4088-E2F6-C142D0BEE9FF}"/>
          </ac:cxnSpMkLst>
        </pc:cxnChg>
        <pc:cxnChg chg="add mod">
          <ac:chgData name="Arkar Than Win" userId="a6a96dc0-b645-44fd-b9b8-4e9a83d7d778" providerId="ADAL" clId="{6924A5C4-5B92-471D-8AF8-98864715565E}" dt="2025-11-21T23:30:09.027" v="8027" actId="21"/>
          <ac:cxnSpMkLst>
            <pc:docMk/>
            <pc:sldMk cId="3427428296" sldId="277"/>
            <ac:cxnSpMk id="67" creationId="{DF2C6A0F-B2F9-CCF2-8AEE-B451935F1B00}"/>
          </ac:cxnSpMkLst>
        </pc:cxnChg>
        <pc:cxnChg chg="add mod">
          <ac:chgData name="Arkar Than Win" userId="a6a96dc0-b645-44fd-b9b8-4e9a83d7d778" providerId="ADAL" clId="{6924A5C4-5B92-471D-8AF8-98864715565E}" dt="2025-11-21T23:30:09.027" v="8027" actId="21"/>
          <ac:cxnSpMkLst>
            <pc:docMk/>
            <pc:sldMk cId="3427428296" sldId="277"/>
            <ac:cxnSpMk id="71" creationId="{BB1209D7-4836-ED0A-CEA6-6E82EA324FE8}"/>
          </ac:cxnSpMkLst>
        </pc:cxnChg>
      </pc:sldChg>
      <pc:sldChg chg="addSp delSp modSp add del mod setBg">
        <pc:chgData name="Arkar Than Win" userId="a6a96dc0-b645-44fd-b9b8-4e9a83d7d778" providerId="ADAL" clId="{6924A5C4-5B92-471D-8AF8-98864715565E}" dt="2025-11-22T00:10:23.325" v="8607" actId="47"/>
        <pc:sldMkLst>
          <pc:docMk/>
          <pc:sldMk cId="3780604414" sldId="286"/>
        </pc:sldMkLst>
      </pc:sldChg>
      <pc:sldChg chg="del">
        <pc:chgData name="Arkar Than Win" userId="a6a96dc0-b645-44fd-b9b8-4e9a83d7d778" providerId="ADAL" clId="{6924A5C4-5B92-471D-8AF8-98864715565E}" dt="2025-11-13T00:29:48.973" v="0" actId="47"/>
        <pc:sldMkLst>
          <pc:docMk/>
          <pc:sldMk cId="0" sldId="302"/>
        </pc:sldMkLst>
      </pc:sldChg>
      <pc:sldChg chg="del">
        <pc:chgData name="Arkar Than Win" userId="a6a96dc0-b645-44fd-b9b8-4e9a83d7d778" providerId="ADAL" clId="{6924A5C4-5B92-471D-8AF8-98864715565E}" dt="2025-11-13T00:29:48.973" v="0" actId="47"/>
        <pc:sldMkLst>
          <pc:docMk/>
          <pc:sldMk cId="0" sldId="305"/>
        </pc:sldMkLst>
      </pc:sldChg>
      <pc:sldChg chg="del">
        <pc:chgData name="Arkar Than Win" userId="a6a96dc0-b645-44fd-b9b8-4e9a83d7d778" providerId="ADAL" clId="{6924A5C4-5B92-471D-8AF8-98864715565E}" dt="2025-11-13T00:29:48.973" v="0" actId="47"/>
        <pc:sldMkLst>
          <pc:docMk/>
          <pc:sldMk cId="0" sldId="306"/>
        </pc:sldMkLst>
      </pc:sldChg>
      <pc:sldChg chg="modSp add del mod">
        <pc:chgData name="Arkar Than Win" userId="a6a96dc0-b645-44fd-b9b8-4e9a83d7d778" providerId="ADAL" clId="{6924A5C4-5B92-471D-8AF8-98864715565E}" dt="2025-11-13T00:35:32.330" v="165" actId="2696"/>
        <pc:sldMkLst>
          <pc:docMk/>
          <pc:sldMk cId="1974447459" sldId="306"/>
        </pc:sldMkLst>
      </pc:sldChg>
      <pc:sldChg chg="modSp new del mod">
        <pc:chgData name="Arkar Than Win" userId="a6a96dc0-b645-44fd-b9b8-4e9a83d7d778" providerId="ADAL" clId="{6924A5C4-5B92-471D-8AF8-98864715565E}" dt="2025-11-13T00:39:16.940" v="438" actId="47"/>
        <pc:sldMkLst>
          <pc:docMk/>
          <pc:sldMk cId="1546258795" sldId="307"/>
        </pc:sldMkLst>
      </pc:sldChg>
      <pc:sldChg chg="new del">
        <pc:chgData name="Arkar Than Win" userId="a6a96dc0-b645-44fd-b9b8-4e9a83d7d778" providerId="ADAL" clId="{6924A5C4-5B92-471D-8AF8-98864715565E}" dt="2025-11-13T00:37:21.592" v="418" actId="47"/>
        <pc:sldMkLst>
          <pc:docMk/>
          <pc:sldMk cId="1168237874" sldId="308"/>
        </pc:sldMkLst>
      </pc:sldChg>
      <pc:sldChg chg="addSp delSp modSp new del mod ord">
        <pc:chgData name="Arkar Than Win" userId="a6a96dc0-b645-44fd-b9b8-4e9a83d7d778" providerId="ADAL" clId="{6924A5C4-5B92-471D-8AF8-98864715565E}" dt="2025-11-21T22:54:16.684" v="7404" actId="47"/>
        <pc:sldMkLst>
          <pc:docMk/>
          <pc:sldMk cId="4172889398" sldId="309"/>
        </pc:sldMkLst>
      </pc:sldChg>
      <pc:sldChg chg="modSp add del mod setBg">
        <pc:chgData name="Arkar Than Win" userId="a6a96dc0-b645-44fd-b9b8-4e9a83d7d778" providerId="ADAL" clId="{6924A5C4-5B92-471D-8AF8-98864715565E}" dt="2025-11-21T23:21:18.780" v="7884"/>
        <pc:sldMkLst>
          <pc:docMk/>
          <pc:sldMk cId="3107782878" sldId="312"/>
        </pc:sldMkLst>
        <pc:spChg chg="mod">
          <ac:chgData name="Arkar Than Win" userId="a6a96dc0-b645-44fd-b9b8-4e9a83d7d778" providerId="ADAL" clId="{6924A5C4-5B92-471D-8AF8-98864715565E}" dt="2025-11-14T00:13:48.548" v="2103" actId="207"/>
          <ac:spMkLst>
            <pc:docMk/>
            <pc:sldMk cId="3107782878" sldId="312"/>
            <ac:spMk id="5" creationId="{BA027AC1-01ED-A3D2-D4A3-D8D37641001E}"/>
          </ac:spMkLst>
        </pc:spChg>
      </pc:sldChg>
      <pc:sldChg chg="addSp delSp modSp add del mod delAnim modAnim modNotesTx">
        <pc:chgData name="Arkar Than Win" userId="a6a96dc0-b645-44fd-b9b8-4e9a83d7d778" providerId="ADAL" clId="{6924A5C4-5B92-471D-8AF8-98864715565E}" dt="2025-11-22T00:20:56.633" v="9241" actId="20577"/>
        <pc:sldMkLst>
          <pc:docMk/>
          <pc:sldMk cId="1226640353" sldId="313"/>
        </pc:sldMkLst>
        <pc:spChg chg="mod">
          <ac:chgData name="Arkar Than Win" userId="a6a96dc0-b645-44fd-b9b8-4e9a83d7d778" providerId="ADAL" clId="{6924A5C4-5B92-471D-8AF8-98864715565E}" dt="2025-11-21T23:22:04.823" v="7903" actId="20577"/>
          <ac:spMkLst>
            <pc:docMk/>
            <pc:sldMk cId="1226640353" sldId="313"/>
            <ac:spMk id="2" creationId="{CF74DB7E-CFA7-340D-92D5-29F98B99F8DA}"/>
          </ac:spMkLst>
        </pc:spChg>
        <pc:spChg chg="mod">
          <ac:chgData name="Arkar Than Win" userId="a6a96dc0-b645-44fd-b9b8-4e9a83d7d778" providerId="ADAL" clId="{6924A5C4-5B92-471D-8AF8-98864715565E}" dt="2025-11-21T23:21:55.093" v="7888"/>
          <ac:spMkLst>
            <pc:docMk/>
            <pc:sldMk cId="1226640353" sldId="313"/>
            <ac:spMk id="15" creationId="{610C16DF-9C52-63BD-BDBA-178F0C9424AE}"/>
          </ac:spMkLst>
        </pc:spChg>
        <pc:spChg chg="mod">
          <ac:chgData name="Arkar Than Win" userId="a6a96dc0-b645-44fd-b9b8-4e9a83d7d778" providerId="ADAL" clId="{6924A5C4-5B92-471D-8AF8-98864715565E}" dt="2025-11-21T23:26:26.174" v="7955" actId="207"/>
          <ac:spMkLst>
            <pc:docMk/>
            <pc:sldMk cId="1226640353" sldId="313"/>
            <ac:spMk id="20" creationId="{7B32B744-A224-3535-76EE-6A83DCCDD932}"/>
          </ac:spMkLst>
        </pc:spChg>
        <pc:spChg chg="mod">
          <ac:chgData name="Arkar Than Win" userId="a6a96dc0-b645-44fd-b9b8-4e9a83d7d778" providerId="ADAL" clId="{6924A5C4-5B92-471D-8AF8-98864715565E}" dt="2025-11-21T23:21:55.093" v="7888"/>
          <ac:spMkLst>
            <pc:docMk/>
            <pc:sldMk cId="1226640353" sldId="313"/>
            <ac:spMk id="25" creationId="{6EB4058B-4B81-4385-B3F4-4844AABB94BD}"/>
          </ac:spMkLst>
        </pc:spChg>
        <pc:spChg chg="mod">
          <ac:chgData name="Arkar Than Win" userId="a6a96dc0-b645-44fd-b9b8-4e9a83d7d778" providerId="ADAL" clId="{6924A5C4-5B92-471D-8AF8-98864715565E}" dt="2025-11-21T23:21:55.093" v="7888"/>
          <ac:spMkLst>
            <pc:docMk/>
            <pc:sldMk cId="1226640353" sldId="313"/>
            <ac:spMk id="27" creationId="{3372BF2C-ABEB-4F81-9752-37789F9A0496}"/>
          </ac:spMkLst>
        </pc:spChg>
        <pc:spChg chg="mod">
          <ac:chgData name="Arkar Than Win" userId="a6a96dc0-b645-44fd-b9b8-4e9a83d7d778" providerId="ADAL" clId="{6924A5C4-5B92-471D-8AF8-98864715565E}" dt="2025-11-21T23:22:16.566" v="7906"/>
          <ac:spMkLst>
            <pc:docMk/>
            <pc:sldMk cId="1226640353" sldId="313"/>
            <ac:spMk id="37" creationId="{12AF6F58-3D25-7F18-313C-11F954B8D95E}"/>
          </ac:spMkLst>
        </pc:spChg>
        <pc:spChg chg="mod">
          <ac:chgData name="Arkar Than Win" userId="a6a96dc0-b645-44fd-b9b8-4e9a83d7d778" providerId="ADAL" clId="{6924A5C4-5B92-471D-8AF8-98864715565E}" dt="2025-11-21T23:22:16.566" v="7906"/>
          <ac:spMkLst>
            <pc:docMk/>
            <pc:sldMk cId="1226640353" sldId="313"/>
            <ac:spMk id="39" creationId="{C0184C88-2CB2-F739-F271-4176FFF63239}"/>
          </ac:spMkLst>
        </pc:spChg>
        <pc:spChg chg="mod">
          <ac:chgData name="Arkar Than Win" userId="a6a96dc0-b645-44fd-b9b8-4e9a83d7d778" providerId="ADAL" clId="{6924A5C4-5B92-471D-8AF8-98864715565E}" dt="2025-11-21T23:22:16.566" v="7906"/>
          <ac:spMkLst>
            <pc:docMk/>
            <pc:sldMk cId="1226640353" sldId="313"/>
            <ac:spMk id="41" creationId="{B39BBBB2-9A09-BDB0-327A-A6EB997995DF}"/>
          </ac:spMkLst>
        </pc:spChg>
        <pc:spChg chg="mod">
          <ac:chgData name="Arkar Than Win" userId="a6a96dc0-b645-44fd-b9b8-4e9a83d7d778" providerId="ADAL" clId="{6924A5C4-5B92-471D-8AF8-98864715565E}" dt="2025-11-21T23:22:16.566" v="7906"/>
          <ac:spMkLst>
            <pc:docMk/>
            <pc:sldMk cId="1226640353" sldId="313"/>
            <ac:spMk id="43" creationId="{DE652707-74C2-D7C8-CDA1-C31497EC876F}"/>
          </ac:spMkLst>
        </pc:spChg>
        <pc:spChg chg="mod">
          <ac:chgData name="Arkar Than Win" userId="a6a96dc0-b645-44fd-b9b8-4e9a83d7d778" providerId="ADAL" clId="{6924A5C4-5B92-471D-8AF8-98864715565E}" dt="2025-11-21T23:22:16.566" v="7906"/>
          <ac:spMkLst>
            <pc:docMk/>
            <pc:sldMk cId="1226640353" sldId="313"/>
            <ac:spMk id="45" creationId="{8E50E6E6-A6D8-3F3C-30D4-7AE84068C634}"/>
          </ac:spMkLst>
        </pc:spChg>
        <pc:spChg chg="mod">
          <ac:chgData name="Arkar Than Win" userId="a6a96dc0-b645-44fd-b9b8-4e9a83d7d778" providerId="ADAL" clId="{6924A5C4-5B92-471D-8AF8-98864715565E}" dt="2025-11-21T23:22:16.566" v="7906"/>
          <ac:spMkLst>
            <pc:docMk/>
            <pc:sldMk cId="1226640353" sldId="313"/>
            <ac:spMk id="47" creationId="{2777BC3A-93F2-59B4-E7F0-3EE0E43EBD28}"/>
          </ac:spMkLst>
        </pc:spChg>
        <pc:spChg chg="add mod">
          <ac:chgData name="Arkar Than Win" userId="a6a96dc0-b645-44fd-b9b8-4e9a83d7d778" providerId="ADAL" clId="{6924A5C4-5B92-471D-8AF8-98864715565E}" dt="2025-11-21T23:39:52.501" v="8083" actId="207"/>
          <ac:spMkLst>
            <pc:docMk/>
            <pc:sldMk cId="1226640353" sldId="313"/>
            <ac:spMk id="49" creationId="{7CAD6C17-29B4-35C3-1FB3-3E7BA5206204}"/>
          </ac:spMkLst>
        </pc:spChg>
        <pc:grpChg chg="add mod">
          <ac:chgData name="Arkar Than Win" userId="a6a96dc0-b645-44fd-b9b8-4e9a83d7d778" providerId="ADAL" clId="{6924A5C4-5B92-471D-8AF8-98864715565E}" dt="2025-11-21T23:21:55.093" v="7888"/>
          <ac:grpSpMkLst>
            <pc:docMk/>
            <pc:sldMk cId="1226640353" sldId="313"/>
            <ac:grpSpMk id="3" creationId="{C824F5A1-58C7-F8E7-F9D7-094B52014EE3}"/>
          </ac:grpSpMkLst>
        </pc:grpChg>
        <pc:picChg chg="mod">
          <ac:chgData name="Arkar Than Win" userId="a6a96dc0-b645-44fd-b9b8-4e9a83d7d778" providerId="ADAL" clId="{6924A5C4-5B92-471D-8AF8-98864715565E}" dt="2025-11-21T23:21:55.093" v="7888"/>
          <ac:picMkLst>
            <pc:docMk/>
            <pc:sldMk cId="1226640353" sldId="313"/>
            <ac:picMk id="4" creationId="{FB297229-F604-2DFD-2F38-BA1273482A75}"/>
          </ac:picMkLst>
        </pc:picChg>
        <pc:picChg chg="mod">
          <ac:chgData name="Arkar Than Win" userId="a6a96dc0-b645-44fd-b9b8-4e9a83d7d778" providerId="ADAL" clId="{6924A5C4-5B92-471D-8AF8-98864715565E}" dt="2025-11-21T23:21:55.093" v="7888"/>
          <ac:picMkLst>
            <pc:docMk/>
            <pc:sldMk cId="1226640353" sldId="313"/>
            <ac:picMk id="5" creationId="{66BA0FA9-C562-D1E2-C6C1-AC18147728B6}"/>
          </ac:picMkLst>
        </pc:picChg>
        <pc:picChg chg="mod">
          <ac:chgData name="Arkar Than Win" userId="a6a96dc0-b645-44fd-b9b8-4e9a83d7d778" providerId="ADAL" clId="{6924A5C4-5B92-471D-8AF8-98864715565E}" dt="2025-11-21T23:21:55.093" v="7888"/>
          <ac:picMkLst>
            <pc:docMk/>
            <pc:sldMk cId="1226640353" sldId="313"/>
            <ac:picMk id="6" creationId="{E58B31B3-462F-1D01-55B4-380163C96B67}"/>
          </ac:picMkLst>
        </pc:picChg>
        <pc:picChg chg="mod">
          <ac:chgData name="Arkar Than Win" userId="a6a96dc0-b645-44fd-b9b8-4e9a83d7d778" providerId="ADAL" clId="{6924A5C4-5B92-471D-8AF8-98864715565E}" dt="2025-11-21T23:21:55.093" v="7888"/>
          <ac:picMkLst>
            <pc:docMk/>
            <pc:sldMk cId="1226640353" sldId="313"/>
            <ac:picMk id="16" creationId="{4BF791DC-ED55-15D5-D738-733D3DF10811}"/>
          </ac:picMkLst>
        </pc:picChg>
        <pc:picChg chg="mod">
          <ac:chgData name="Arkar Than Win" userId="a6a96dc0-b645-44fd-b9b8-4e9a83d7d778" providerId="ADAL" clId="{6924A5C4-5B92-471D-8AF8-98864715565E}" dt="2025-11-21T23:21:55.093" v="7888"/>
          <ac:picMkLst>
            <pc:docMk/>
            <pc:sldMk cId="1226640353" sldId="313"/>
            <ac:picMk id="26" creationId="{58F6825C-CE2E-7AA2-6C35-8921F24C18C5}"/>
          </ac:picMkLst>
        </pc:picChg>
        <pc:picChg chg="mod">
          <ac:chgData name="Arkar Than Win" userId="a6a96dc0-b645-44fd-b9b8-4e9a83d7d778" providerId="ADAL" clId="{6924A5C4-5B92-471D-8AF8-98864715565E}" dt="2025-11-21T23:21:55.093" v="7888"/>
          <ac:picMkLst>
            <pc:docMk/>
            <pc:sldMk cId="1226640353" sldId="313"/>
            <ac:picMk id="28" creationId="{47DA4160-A403-9C7E-8774-80A373A12F3B}"/>
          </ac:picMkLst>
        </pc:picChg>
        <pc:picChg chg="add mod">
          <ac:chgData name="Arkar Than Win" userId="a6a96dc0-b645-44fd-b9b8-4e9a83d7d778" providerId="ADAL" clId="{6924A5C4-5B92-471D-8AF8-98864715565E}" dt="2025-11-21T23:22:16.566" v="7906"/>
          <ac:picMkLst>
            <pc:docMk/>
            <pc:sldMk cId="1226640353" sldId="313"/>
            <ac:picMk id="29" creationId="{00FA7E3F-7056-41C8-7914-710BA42B590F}"/>
          </ac:picMkLst>
        </pc:picChg>
        <pc:picChg chg="mod">
          <ac:chgData name="Arkar Than Win" userId="a6a96dc0-b645-44fd-b9b8-4e9a83d7d778" providerId="ADAL" clId="{6924A5C4-5B92-471D-8AF8-98864715565E}" dt="2025-11-21T23:22:16.566" v="7906"/>
          <ac:picMkLst>
            <pc:docMk/>
            <pc:sldMk cId="1226640353" sldId="313"/>
            <ac:picMk id="40" creationId="{9A78645A-C09B-F504-E926-8E6ECD06F690}"/>
          </ac:picMkLst>
        </pc:picChg>
        <pc:picChg chg="mod">
          <ac:chgData name="Arkar Than Win" userId="a6a96dc0-b645-44fd-b9b8-4e9a83d7d778" providerId="ADAL" clId="{6924A5C4-5B92-471D-8AF8-98864715565E}" dt="2025-11-21T23:22:16.566" v="7906"/>
          <ac:picMkLst>
            <pc:docMk/>
            <pc:sldMk cId="1226640353" sldId="313"/>
            <ac:picMk id="44" creationId="{F87B3E54-8118-708D-3EB7-D1BC20A30B5F}"/>
          </ac:picMkLst>
        </pc:picChg>
      </pc:sldChg>
      <pc:sldChg chg="modSp add del mod setBg">
        <pc:chgData name="Arkar Than Win" userId="a6a96dc0-b645-44fd-b9b8-4e9a83d7d778" providerId="ADAL" clId="{6924A5C4-5B92-471D-8AF8-98864715565E}" dt="2025-11-21T23:21:18.780" v="7884"/>
        <pc:sldMkLst>
          <pc:docMk/>
          <pc:sldMk cId="2211949615" sldId="315"/>
        </pc:sldMkLst>
        <pc:spChg chg="mod">
          <ac:chgData name="Arkar Than Win" userId="a6a96dc0-b645-44fd-b9b8-4e9a83d7d778" providerId="ADAL" clId="{6924A5C4-5B92-471D-8AF8-98864715565E}" dt="2025-11-14T00:01:29.351" v="1964" actId="207"/>
          <ac:spMkLst>
            <pc:docMk/>
            <pc:sldMk cId="2211949615" sldId="315"/>
            <ac:spMk id="5" creationId="{5EF9907D-1C9D-2922-B925-68F02550E498}"/>
          </ac:spMkLst>
        </pc:spChg>
      </pc:sldChg>
      <pc:sldChg chg="modSp add del mod setBg">
        <pc:chgData name="Arkar Than Win" userId="a6a96dc0-b645-44fd-b9b8-4e9a83d7d778" providerId="ADAL" clId="{6924A5C4-5B92-471D-8AF8-98864715565E}" dt="2025-11-21T23:21:18.780" v="7884"/>
        <pc:sldMkLst>
          <pc:docMk/>
          <pc:sldMk cId="1791885807" sldId="316"/>
        </pc:sldMkLst>
        <pc:spChg chg="mod">
          <ac:chgData name="Arkar Than Win" userId="a6a96dc0-b645-44fd-b9b8-4e9a83d7d778" providerId="ADAL" clId="{6924A5C4-5B92-471D-8AF8-98864715565E}" dt="2025-11-14T00:14:05.593" v="2107" actId="207"/>
          <ac:spMkLst>
            <pc:docMk/>
            <pc:sldMk cId="1791885807" sldId="316"/>
            <ac:spMk id="8" creationId="{EA51C7B4-BA11-6E94-C106-B54C1ED037F5}"/>
          </ac:spMkLst>
        </pc:spChg>
      </pc:sldChg>
      <pc:sldChg chg="del">
        <pc:chgData name="Arkar Than Win" userId="a6a96dc0-b645-44fd-b9b8-4e9a83d7d778" providerId="ADAL" clId="{6924A5C4-5B92-471D-8AF8-98864715565E}" dt="2025-11-13T00:29:48.973" v="0" actId="47"/>
        <pc:sldMkLst>
          <pc:docMk/>
          <pc:sldMk cId="3483764800" sldId="316"/>
        </pc:sldMkLst>
      </pc:sldChg>
      <pc:sldChg chg="add del setBg">
        <pc:chgData name="Arkar Than Win" userId="a6a96dc0-b645-44fd-b9b8-4e9a83d7d778" providerId="ADAL" clId="{6924A5C4-5B92-471D-8AF8-98864715565E}" dt="2025-11-21T23:21:18.780" v="7884"/>
        <pc:sldMkLst>
          <pc:docMk/>
          <pc:sldMk cId="3987860042" sldId="317"/>
        </pc:sldMkLst>
      </pc:sldChg>
      <pc:sldChg chg="modSp add del mod setBg">
        <pc:chgData name="Arkar Than Win" userId="a6a96dc0-b645-44fd-b9b8-4e9a83d7d778" providerId="ADAL" clId="{6924A5C4-5B92-471D-8AF8-98864715565E}" dt="2025-11-21T23:21:18.780" v="7884"/>
        <pc:sldMkLst>
          <pc:docMk/>
          <pc:sldMk cId="4100012750" sldId="319"/>
        </pc:sldMkLst>
        <pc:spChg chg="mod">
          <ac:chgData name="Arkar Than Win" userId="a6a96dc0-b645-44fd-b9b8-4e9a83d7d778" providerId="ADAL" clId="{6924A5C4-5B92-471D-8AF8-98864715565E}" dt="2025-11-14T00:13:58.712" v="2106" actId="207"/>
          <ac:spMkLst>
            <pc:docMk/>
            <pc:sldMk cId="4100012750" sldId="319"/>
            <ac:spMk id="14" creationId="{919041A6-20C2-47CF-9733-87DCF29036EB}"/>
          </ac:spMkLst>
        </pc:spChg>
      </pc:sldChg>
      <pc:sldChg chg="modSp add del mod setBg">
        <pc:chgData name="Arkar Than Win" userId="a6a96dc0-b645-44fd-b9b8-4e9a83d7d778" providerId="ADAL" clId="{6924A5C4-5B92-471D-8AF8-98864715565E}" dt="2025-11-21T23:21:18.780" v="7884"/>
        <pc:sldMkLst>
          <pc:docMk/>
          <pc:sldMk cId="3400523092" sldId="320"/>
        </pc:sldMkLst>
        <pc:spChg chg="mod">
          <ac:chgData name="Arkar Than Win" userId="a6a96dc0-b645-44fd-b9b8-4e9a83d7d778" providerId="ADAL" clId="{6924A5C4-5B92-471D-8AF8-98864715565E}" dt="2025-11-14T00:14:12.596" v="2109" actId="207"/>
          <ac:spMkLst>
            <pc:docMk/>
            <pc:sldMk cId="3400523092" sldId="320"/>
            <ac:spMk id="7" creationId="{268BECCD-EBE9-0B6A-F86E-39CCC42B1D74}"/>
          </ac:spMkLst>
        </pc:spChg>
      </pc:sldChg>
      <pc:sldChg chg="modSp add del mod setBg">
        <pc:chgData name="Arkar Than Win" userId="a6a96dc0-b645-44fd-b9b8-4e9a83d7d778" providerId="ADAL" clId="{6924A5C4-5B92-471D-8AF8-98864715565E}" dt="2025-11-21T23:21:18.780" v="7884"/>
        <pc:sldMkLst>
          <pc:docMk/>
          <pc:sldMk cId="1567948852" sldId="321"/>
        </pc:sldMkLst>
        <pc:spChg chg="mod">
          <ac:chgData name="Arkar Than Win" userId="a6a96dc0-b645-44fd-b9b8-4e9a83d7d778" providerId="ADAL" clId="{6924A5C4-5B92-471D-8AF8-98864715565E}" dt="2025-11-14T00:14:08.946" v="2108" actId="207"/>
          <ac:spMkLst>
            <pc:docMk/>
            <pc:sldMk cId="1567948852" sldId="321"/>
            <ac:spMk id="2" creationId="{26057399-29A6-E6E5-91DD-68EEC6A21FB6}"/>
          </ac:spMkLst>
        </pc:spChg>
      </pc:sldChg>
      <pc:sldChg chg="add del setBg">
        <pc:chgData name="Arkar Than Win" userId="a6a96dc0-b645-44fd-b9b8-4e9a83d7d778" providerId="ADAL" clId="{6924A5C4-5B92-471D-8AF8-98864715565E}" dt="2025-11-21T23:21:18.780" v="7884"/>
        <pc:sldMkLst>
          <pc:docMk/>
          <pc:sldMk cId="3383084562" sldId="322"/>
        </pc:sldMkLst>
      </pc:sldChg>
      <pc:sldChg chg="modSp add del mod setBg">
        <pc:chgData name="Arkar Than Win" userId="a6a96dc0-b645-44fd-b9b8-4e9a83d7d778" providerId="ADAL" clId="{6924A5C4-5B92-471D-8AF8-98864715565E}" dt="2025-11-21T23:21:18.780" v="7884"/>
        <pc:sldMkLst>
          <pc:docMk/>
          <pc:sldMk cId="161058043" sldId="323"/>
        </pc:sldMkLst>
        <pc:spChg chg="mod">
          <ac:chgData name="Arkar Than Win" userId="a6a96dc0-b645-44fd-b9b8-4e9a83d7d778" providerId="ADAL" clId="{6924A5C4-5B92-471D-8AF8-98864715565E}" dt="2025-11-14T00:14:19.529" v="2111" actId="207"/>
          <ac:spMkLst>
            <pc:docMk/>
            <pc:sldMk cId="161058043" sldId="323"/>
            <ac:spMk id="11" creationId="{C6E8EC93-D219-176C-7DAC-895427837611}"/>
          </ac:spMkLst>
        </pc:spChg>
        <pc:spChg chg="mod">
          <ac:chgData name="Arkar Than Win" userId="a6a96dc0-b645-44fd-b9b8-4e9a83d7d778" providerId="ADAL" clId="{6924A5C4-5B92-471D-8AF8-98864715565E}" dt="2025-11-14T00:14:22.941" v="2112" actId="207"/>
          <ac:spMkLst>
            <pc:docMk/>
            <pc:sldMk cId="161058043" sldId="323"/>
            <ac:spMk id="12" creationId="{242F4871-E4BD-B54C-DF07-9A777FDAE0CE}"/>
          </ac:spMkLst>
        </pc:spChg>
        <pc:spChg chg="mod">
          <ac:chgData name="Arkar Than Win" userId="a6a96dc0-b645-44fd-b9b8-4e9a83d7d778" providerId="ADAL" clId="{6924A5C4-5B92-471D-8AF8-98864715565E}" dt="2025-11-14T00:14:17.338" v="2110" actId="207"/>
          <ac:spMkLst>
            <pc:docMk/>
            <pc:sldMk cId="161058043" sldId="323"/>
            <ac:spMk id="13" creationId="{2AE3DC3A-2F73-E9D1-3C96-57E0E16FE1E5}"/>
          </ac:spMkLst>
        </pc:spChg>
      </pc:sldChg>
      <pc:sldChg chg="modSp add del mod setBg">
        <pc:chgData name="Arkar Than Win" userId="a6a96dc0-b645-44fd-b9b8-4e9a83d7d778" providerId="ADAL" clId="{6924A5C4-5B92-471D-8AF8-98864715565E}" dt="2025-11-21T23:21:18.780" v="7884"/>
        <pc:sldMkLst>
          <pc:docMk/>
          <pc:sldMk cId="1689088781" sldId="324"/>
        </pc:sldMkLst>
        <pc:spChg chg="mod">
          <ac:chgData name="Arkar Than Win" userId="a6a96dc0-b645-44fd-b9b8-4e9a83d7d778" providerId="ADAL" clId="{6924A5C4-5B92-471D-8AF8-98864715565E}" dt="2025-11-14T00:14:26.141" v="2113" actId="207"/>
          <ac:spMkLst>
            <pc:docMk/>
            <pc:sldMk cId="1689088781" sldId="324"/>
            <ac:spMk id="8" creationId="{294E26FA-904E-CC1A-C5A2-F50A95A944DB}"/>
          </ac:spMkLst>
        </pc:spChg>
        <pc:spChg chg="mod">
          <ac:chgData name="Arkar Than Win" userId="a6a96dc0-b645-44fd-b9b8-4e9a83d7d778" providerId="ADAL" clId="{6924A5C4-5B92-471D-8AF8-98864715565E}" dt="2025-11-14T00:14:28.934" v="2114" actId="207"/>
          <ac:spMkLst>
            <pc:docMk/>
            <pc:sldMk cId="1689088781" sldId="324"/>
            <ac:spMk id="9" creationId="{344A72C3-FA40-C2FA-D010-E7C515663111}"/>
          </ac:spMkLst>
        </pc:spChg>
        <pc:spChg chg="mod">
          <ac:chgData name="Arkar Than Win" userId="a6a96dc0-b645-44fd-b9b8-4e9a83d7d778" providerId="ADAL" clId="{6924A5C4-5B92-471D-8AF8-98864715565E}" dt="2025-11-14T00:14:31.699" v="2115" actId="207"/>
          <ac:spMkLst>
            <pc:docMk/>
            <pc:sldMk cId="1689088781" sldId="324"/>
            <ac:spMk id="11" creationId="{906BA776-026C-DDB7-E533-DB41218FD60C}"/>
          </ac:spMkLst>
        </pc:spChg>
        <pc:grpChg chg="mod">
          <ac:chgData name="Arkar Than Win" userId="a6a96dc0-b645-44fd-b9b8-4e9a83d7d778" providerId="ADAL" clId="{6924A5C4-5B92-471D-8AF8-98864715565E}" dt="2025-11-13T23:58:08.742" v="1925"/>
          <ac:grpSpMkLst>
            <pc:docMk/>
            <pc:sldMk cId="1689088781" sldId="324"/>
            <ac:grpSpMk id="13" creationId="{1287A864-82FE-B7E9-9F19-53554E7F6206}"/>
          </ac:grpSpMkLst>
        </pc:grpChg>
        <pc:picChg chg="mod">
          <ac:chgData name="Arkar Than Win" userId="a6a96dc0-b645-44fd-b9b8-4e9a83d7d778" providerId="ADAL" clId="{6924A5C4-5B92-471D-8AF8-98864715565E}" dt="2025-11-13T23:58:08.742" v="1925"/>
          <ac:picMkLst>
            <pc:docMk/>
            <pc:sldMk cId="1689088781" sldId="324"/>
            <ac:picMk id="3" creationId="{55B0836D-1597-F486-D279-1E8CAF22378E}"/>
          </ac:picMkLst>
        </pc:picChg>
        <pc:picChg chg="mod">
          <ac:chgData name="Arkar Than Win" userId="a6a96dc0-b645-44fd-b9b8-4e9a83d7d778" providerId="ADAL" clId="{6924A5C4-5B92-471D-8AF8-98864715565E}" dt="2025-11-13T23:58:08.742" v="1925"/>
          <ac:picMkLst>
            <pc:docMk/>
            <pc:sldMk cId="1689088781" sldId="324"/>
            <ac:picMk id="4" creationId="{A342CD19-8377-3B38-9B82-0057538CD8EF}"/>
          </ac:picMkLst>
        </pc:picChg>
        <pc:picChg chg="mod">
          <ac:chgData name="Arkar Than Win" userId="a6a96dc0-b645-44fd-b9b8-4e9a83d7d778" providerId="ADAL" clId="{6924A5C4-5B92-471D-8AF8-98864715565E}" dt="2025-11-13T23:58:08.742" v="1925"/>
          <ac:picMkLst>
            <pc:docMk/>
            <pc:sldMk cId="1689088781" sldId="324"/>
            <ac:picMk id="6" creationId="{41E7FC1D-C6D3-AA8D-DDC4-4AD127A12283}"/>
          </ac:picMkLst>
        </pc:picChg>
      </pc:sldChg>
      <pc:sldChg chg="del">
        <pc:chgData name="Arkar Than Win" userId="a6a96dc0-b645-44fd-b9b8-4e9a83d7d778" providerId="ADAL" clId="{6924A5C4-5B92-471D-8AF8-98864715565E}" dt="2025-11-13T00:29:48.973" v="0" actId="47"/>
        <pc:sldMkLst>
          <pc:docMk/>
          <pc:sldMk cId="2797751624" sldId="324"/>
        </pc:sldMkLst>
      </pc:sldChg>
      <pc:sldChg chg="add del setBg">
        <pc:chgData name="Arkar Than Win" userId="a6a96dc0-b645-44fd-b9b8-4e9a83d7d778" providerId="ADAL" clId="{6924A5C4-5B92-471D-8AF8-98864715565E}" dt="2025-11-21T23:21:18.780" v="7884"/>
        <pc:sldMkLst>
          <pc:docMk/>
          <pc:sldMk cId="3361999482" sldId="325"/>
        </pc:sldMkLst>
      </pc:sldChg>
      <pc:sldChg chg="add del setBg">
        <pc:chgData name="Arkar Than Win" userId="a6a96dc0-b645-44fd-b9b8-4e9a83d7d778" providerId="ADAL" clId="{6924A5C4-5B92-471D-8AF8-98864715565E}" dt="2025-11-21T23:21:18.780" v="7884"/>
        <pc:sldMkLst>
          <pc:docMk/>
          <pc:sldMk cId="4052825513" sldId="326"/>
        </pc:sldMkLst>
      </pc:sldChg>
      <pc:sldChg chg="add del setBg modNotesTx">
        <pc:chgData name="Arkar Than Win" userId="a6a96dc0-b645-44fd-b9b8-4e9a83d7d778" providerId="ADAL" clId="{6924A5C4-5B92-471D-8AF8-98864715565E}" dt="2025-11-13T00:40:52.358" v="444" actId="47"/>
        <pc:sldMkLst>
          <pc:docMk/>
          <pc:sldMk cId="2437560168" sldId="327"/>
        </pc:sldMkLst>
      </pc:sldChg>
      <pc:sldChg chg="del">
        <pc:chgData name="Arkar Than Win" userId="a6a96dc0-b645-44fd-b9b8-4e9a83d7d778" providerId="ADAL" clId="{6924A5C4-5B92-471D-8AF8-98864715565E}" dt="2025-11-13T00:29:48.973" v="0" actId="47"/>
        <pc:sldMkLst>
          <pc:docMk/>
          <pc:sldMk cId="2980965509" sldId="329"/>
        </pc:sldMkLst>
      </pc:sldChg>
      <pc:sldChg chg="add del setBg">
        <pc:chgData name="Arkar Than Win" userId="a6a96dc0-b645-44fd-b9b8-4e9a83d7d778" providerId="ADAL" clId="{6924A5C4-5B92-471D-8AF8-98864715565E}" dt="2025-11-21T23:21:18.780" v="7884"/>
        <pc:sldMkLst>
          <pc:docMk/>
          <pc:sldMk cId="4194839166" sldId="329"/>
        </pc:sldMkLst>
      </pc:sldChg>
      <pc:sldChg chg="addSp delSp modSp add del mod delAnim">
        <pc:chgData name="Arkar Than Win" userId="a6a96dc0-b645-44fd-b9b8-4e9a83d7d778" providerId="ADAL" clId="{6924A5C4-5B92-471D-8AF8-98864715565E}" dt="2025-11-14T00:55:32.221" v="2689" actId="47"/>
        <pc:sldMkLst>
          <pc:docMk/>
          <pc:sldMk cId="1199580167" sldId="330"/>
        </pc:sldMkLst>
      </pc:sldChg>
      <pc:sldChg chg="addSp delSp modSp add del mod delAnim modAnim modNotesTx">
        <pc:chgData name="Arkar Than Win" userId="a6a96dc0-b645-44fd-b9b8-4e9a83d7d778" providerId="ADAL" clId="{6924A5C4-5B92-471D-8AF8-98864715565E}" dt="2025-11-21T23:41:28.385" v="8095" actId="47"/>
        <pc:sldMkLst>
          <pc:docMk/>
          <pc:sldMk cId="1345562080" sldId="331"/>
        </pc:sldMkLst>
      </pc:sldChg>
      <pc:sldChg chg="del">
        <pc:chgData name="Arkar Than Win" userId="a6a96dc0-b645-44fd-b9b8-4e9a83d7d778" providerId="ADAL" clId="{6924A5C4-5B92-471D-8AF8-98864715565E}" dt="2025-11-13T00:29:48.973" v="0" actId="47"/>
        <pc:sldMkLst>
          <pc:docMk/>
          <pc:sldMk cId="2369770106" sldId="332"/>
        </pc:sldMkLst>
      </pc:sldChg>
      <pc:sldChg chg="modSp add del mod">
        <pc:chgData name="Arkar Than Win" userId="a6a96dc0-b645-44fd-b9b8-4e9a83d7d778" providerId="ADAL" clId="{6924A5C4-5B92-471D-8AF8-98864715565E}" dt="2025-11-14T02:07:29.452" v="4022" actId="47"/>
        <pc:sldMkLst>
          <pc:docMk/>
          <pc:sldMk cId="3163861433" sldId="332"/>
        </pc:sldMkLst>
      </pc:sldChg>
      <pc:sldChg chg="addSp delSp modSp add del mod delAnim modAnim">
        <pc:chgData name="Arkar Than Win" userId="a6a96dc0-b645-44fd-b9b8-4e9a83d7d778" providerId="ADAL" clId="{6924A5C4-5B92-471D-8AF8-98864715565E}" dt="2025-11-22T00:02:07.658" v="8496" actId="47"/>
        <pc:sldMkLst>
          <pc:docMk/>
          <pc:sldMk cId="565169840" sldId="333"/>
        </pc:sldMkLst>
      </pc:sldChg>
      <pc:sldChg chg="modSp add del mod">
        <pc:chgData name="Arkar Than Win" userId="a6a96dc0-b645-44fd-b9b8-4e9a83d7d778" providerId="ADAL" clId="{6924A5C4-5B92-471D-8AF8-98864715565E}" dt="2025-11-14T02:07:31.814" v="4023" actId="47"/>
        <pc:sldMkLst>
          <pc:docMk/>
          <pc:sldMk cId="3431808029" sldId="334"/>
        </pc:sldMkLst>
      </pc:sldChg>
      <pc:sldChg chg="addSp delSp modSp add del mod modClrScheme chgLayout">
        <pc:chgData name="Arkar Than Win" userId="a6a96dc0-b645-44fd-b9b8-4e9a83d7d778" providerId="ADAL" clId="{6924A5C4-5B92-471D-8AF8-98864715565E}" dt="2025-11-15T02:07:21.090" v="6775" actId="2696"/>
        <pc:sldMkLst>
          <pc:docMk/>
          <pc:sldMk cId="1683367458" sldId="335"/>
        </pc:sldMkLst>
      </pc:sldChg>
      <pc:sldChg chg="addSp delSp modSp add del mod ord modClrScheme modAnim chgLayout modNotesTx">
        <pc:chgData name="Arkar Than Win" userId="a6a96dc0-b645-44fd-b9b8-4e9a83d7d778" providerId="ADAL" clId="{6924A5C4-5B92-471D-8AF8-98864715565E}" dt="2025-11-21T23:03:37.980" v="7581" actId="47"/>
        <pc:sldMkLst>
          <pc:docMk/>
          <pc:sldMk cId="1754472411" sldId="336"/>
        </pc:sldMkLst>
      </pc:sldChg>
      <pc:sldChg chg="del">
        <pc:chgData name="Arkar Than Win" userId="a6a96dc0-b645-44fd-b9b8-4e9a83d7d778" providerId="ADAL" clId="{6924A5C4-5B92-471D-8AF8-98864715565E}" dt="2025-11-13T00:29:48.973" v="0" actId="47"/>
        <pc:sldMkLst>
          <pc:docMk/>
          <pc:sldMk cId="3311336624" sldId="336"/>
        </pc:sldMkLst>
      </pc:sldChg>
      <pc:sldChg chg="del">
        <pc:chgData name="Arkar Than Win" userId="a6a96dc0-b645-44fd-b9b8-4e9a83d7d778" providerId="ADAL" clId="{6924A5C4-5B92-471D-8AF8-98864715565E}" dt="2025-11-13T00:29:48.973" v="0" actId="47"/>
        <pc:sldMkLst>
          <pc:docMk/>
          <pc:sldMk cId="3667350827" sldId="337"/>
        </pc:sldMkLst>
      </pc:sldChg>
      <pc:sldChg chg="addSp delSp modSp add del mod modAnim modNotesTx">
        <pc:chgData name="Arkar Than Win" userId="a6a96dc0-b645-44fd-b9b8-4e9a83d7d778" providerId="ADAL" clId="{6924A5C4-5B92-471D-8AF8-98864715565E}" dt="2025-11-13T03:16:53.591" v="1793" actId="47"/>
        <pc:sldMkLst>
          <pc:docMk/>
          <pc:sldMk cId="3810801025" sldId="337"/>
        </pc:sldMkLst>
      </pc:sldChg>
      <pc:sldChg chg="del">
        <pc:chgData name="Arkar Than Win" userId="a6a96dc0-b645-44fd-b9b8-4e9a83d7d778" providerId="ADAL" clId="{6924A5C4-5B92-471D-8AF8-98864715565E}" dt="2025-11-13T00:29:48.973" v="0" actId="47"/>
        <pc:sldMkLst>
          <pc:docMk/>
          <pc:sldMk cId="1919707273" sldId="338"/>
        </pc:sldMkLst>
      </pc:sldChg>
      <pc:sldChg chg="addSp delSp modSp add del mod ord modAnim">
        <pc:chgData name="Arkar Than Win" userId="a6a96dc0-b645-44fd-b9b8-4e9a83d7d778" providerId="ADAL" clId="{6924A5C4-5B92-471D-8AF8-98864715565E}" dt="2025-11-21T23:22:33.508" v="7907" actId="47"/>
        <pc:sldMkLst>
          <pc:docMk/>
          <pc:sldMk cId="3176358047" sldId="338"/>
        </pc:sldMkLst>
      </pc:sldChg>
      <pc:sldChg chg="addSp delSp modSp add mod ord modAnim modNotesTx">
        <pc:chgData name="Arkar Than Win" userId="a6a96dc0-b645-44fd-b9b8-4e9a83d7d778" providerId="ADAL" clId="{6924A5C4-5B92-471D-8AF8-98864715565E}" dt="2025-11-22T00:29:36.549" v="10517" actId="20577"/>
        <pc:sldMkLst>
          <pc:docMk/>
          <pc:sldMk cId="80226269" sldId="339"/>
        </pc:sldMkLst>
        <pc:spChg chg="add mod">
          <ac:chgData name="Arkar Than Win" userId="a6a96dc0-b645-44fd-b9b8-4e9a83d7d778" providerId="ADAL" clId="{6924A5C4-5B92-471D-8AF8-98864715565E}" dt="2025-11-21T23:40:08.182" v="8086" actId="207"/>
          <ac:spMkLst>
            <pc:docMk/>
            <pc:sldMk cId="80226269" sldId="339"/>
            <ac:spMk id="3" creationId="{D0C4572D-7EED-3D4F-2A65-A5D553AA4DDD}"/>
          </ac:spMkLst>
        </pc:spChg>
        <pc:spChg chg="add mod modVis">
          <ac:chgData name="Arkar Than Win" userId="a6a96dc0-b645-44fd-b9b8-4e9a83d7d778" providerId="ADAL" clId="{6924A5C4-5B92-471D-8AF8-98864715565E}" dt="2025-11-21T23:25:53.501" v="7954" actId="14429"/>
          <ac:spMkLst>
            <pc:docMk/>
            <pc:sldMk cId="80226269" sldId="339"/>
            <ac:spMk id="4" creationId="{D1933A50-C1D3-A085-95CA-186DFEC0598B}"/>
          </ac:spMkLst>
        </pc:spChg>
        <pc:spChg chg="mod topLvl">
          <ac:chgData name="Arkar Than Win" userId="a6a96dc0-b645-44fd-b9b8-4e9a83d7d778" providerId="ADAL" clId="{6924A5C4-5B92-471D-8AF8-98864715565E}" dt="2025-11-21T23:25:45.768" v="7951" actId="255"/>
          <ac:spMkLst>
            <pc:docMk/>
            <pc:sldMk cId="80226269" sldId="339"/>
            <ac:spMk id="6" creationId="{8F5CB43F-5CEE-602C-B455-CB8C05F751DE}"/>
          </ac:spMkLst>
        </pc:spChg>
        <pc:spChg chg="mod topLvl">
          <ac:chgData name="Arkar Than Win" userId="a6a96dc0-b645-44fd-b9b8-4e9a83d7d778" providerId="ADAL" clId="{6924A5C4-5B92-471D-8AF8-98864715565E}" dt="2025-11-21T23:25:48.967" v="7952" actId="255"/>
          <ac:spMkLst>
            <pc:docMk/>
            <pc:sldMk cId="80226269" sldId="339"/>
            <ac:spMk id="7" creationId="{ABBEF773-A8FC-B207-1704-035E11D12F9F}"/>
          </ac:spMkLst>
        </pc:spChg>
        <pc:spChg chg="mod">
          <ac:chgData name="Arkar Than Win" userId="a6a96dc0-b645-44fd-b9b8-4e9a83d7d778" providerId="ADAL" clId="{6924A5C4-5B92-471D-8AF8-98864715565E}" dt="2025-11-21T23:25:06.522" v="7937" actId="255"/>
          <ac:spMkLst>
            <pc:docMk/>
            <pc:sldMk cId="80226269" sldId="339"/>
            <ac:spMk id="12" creationId="{5898BE21-CDAF-DAEF-777A-8A9AD120FF3B}"/>
          </ac:spMkLst>
        </pc:spChg>
        <pc:spChg chg="mod">
          <ac:chgData name="Arkar Than Win" userId="a6a96dc0-b645-44fd-b9b8-4e9a83d7d778" providerId="ADAL" clId="{6924A5C4-5B92-471D-8AF8-98864715565E}" dt="2025-11-21T23:25:02.866" v="7936" actId="255"/>
          <ac:spMkLst>
            <pc:docMk/>
            <pc:sldMk cId="80226269" sldId="339"/>
            <ac:spMk id="13" creationId="{49300076-3920-79C7-406B-1361B883E012}"/>
          </ac:spMkLst>
        </pc:spChg>
        <pc:spChg chg="add mod">
          <ac:chgData name="Arkar Than Win" userId="a6a96dc0-b645-44fd-b9b8-4e9a83d7d778" providerId="ADAL" clId="{6924A5C4-5B92-471D-8AF8-98864715565E}" dt="2025-11-21T23:23:05.510" v="7910"/>
          <ac:spMkLst>
            <pc:docMk/>
            <pc:sldMk cId="80226269" sldId="339"/>
            <ac:spMk id="15" creationId="{092BEDF0-B1E2-CAA1-233A-8974C9555FAF}"/>
          </ac:spMkLst>
        </pc:spChg>
        <pc:spChg chg="add mod">
          <ac:chgData name="Arkar Than Win" userId="a6a96dc0-b645-44fd-b9b8-4e9a83d7d778" providerId="ADAL" clId="{6924A5C4-5B92-471D-8AF8-98864715565E}" dt="2025-11-21T23:24:51.717" v="7934" actId="255"/>
          <ac:spMkLst>
            <pc:docMk/>
            <pc:sldMk cId="80226269" sldId="339"/>
            <ac:spMk id="24" creationId="{B0DEA15E-5420-457C-DE85-7C59D132AE0D}"/>
          </ac:spMkLst>
        </pc:spChg>
        <pc:spChg chg="add mod">
          <ac:chgData name="Arkar Than Win" userId="a6a96dc0-b645-44fd-b9b8-4e9a83d7d778" providerId="ADAL" clId="{6924A5C4-5B92-471D-8AF8-98864715565E}" dt="2025-11-21T23:23:41.279" v="7919" actId="2711"/>
          <ac:spMkLst>
            <pc:docMk/>
            <pc:sldMk cId="80226269" sldId="339"/>
            <ac:spMk id="26" creationId="{E2A927B8-8298-A6F4-A966-3C1DBC5AE60F}"/>
          </ac:spMkLst>
        </pc:spChg>
        <pc:spChg chg="add mod">
          <ac:chgData name="Arkar Than Win" userId="a6a96dc0-b645-44fd-b9b8-4e9a83d7d778" providerId="ADAL" clId="{6924A5C4-5B92-471D-8AF8-98864715565E}" dt="2025-11-21T23:23:44.172" v="7920" actId="2711"/>
          <ac:spMkLst>
            <pc:docMk/>
            <pc:sldMk cId="80226269" sldId="339"/>
            <ac:spMk id="27" creationId="{4764F79B-267B-6DC9-731D-3273B354BE71}"/>
          </ac:spMkLst>
        </pc:spChg>
        <pc:spChg chg="mod modVis">
          <ac:chgData name="Arkar Than Win" userId="a6a96dc0-b645-44fd-b9b8-4e9a83d7d778" providerId="ADAL" clId="{6924A5C4-5B92-471D-8AF8-98864715565E}" dt="2025-11-22T00:05:59.794" v="8562"/>
          <ac:spMkLst>
            <pc:docMk/>
            <pc:sldMk cId="80226269" sldId="339"/>
            <ac:spMk id="32" creationId="{3666C6A4-5C01-8D96-237F-6085A034EF53}"/>
          </ac:spMkLst>
        </pc:spChg>
        <pc:grpChg chg="mod topLvl">
          <ac:chgData name="Arkar Than Win" userId="a6a96dc0-b645-44fd-b9b8-4e9a83d7d778" providerId="ADAL" clId="{6924A5C4-5B92-471D-8AF8-98864715565E}" dt="2025-11-14T00:50:37.667" v="2621"/>
          <ac:grpSpMkLst>
            <pc:docMk/>
            <pc:sldMk cId="80226269" sldId="339"/>
            <ac:grpSpMk id="5" creationId="{5DA7880E-113A-CB58-885C-5F7E4DBB3B15}"/>
          </ac:grpSpMkLst>
        </pc:grpChg>
        <pc:grpChg chg="add mod">
          <ac:chgData name="Arkar Than Win" userId="a6a96dc0-b645-44fd-b9b8-4e9a83d7d778" providerId="ADAL" clId="{6924A5C4-5B92-471D-8AF8-98864715565E}" dt="2025-11-14T00:50:28.621" v="2619" actId="555"/>
          <ac:grpSpMkLst>
            <pc:docMk/>
            <pc:sldMk cId="80226269" sldId="339"/>
            <ac:grpSpMk id="25" creationId="{CFDD90FC-70A9-1AC7-5A31-6CEACFC16151}"/>
          </ac:grpSpMkLst>
        </pc:grpChg>
        <pc:grpChg chg="add mod">
          <ac:chgData name="Arkar Than Win" userId="a6a96dc0-b645-44fd-b9b8-4e9a83d7d778" providerId="ADAL" clId="{6924A5C4-5B92-471D-8AF8-98864715565E}" dt="2025-11-14T00:50:28.621" v="2619" actId="555"/>
          <ac:grpSpMkLst>
            <pc:docMk/>
            <pc:sldMk cId="80226269" sldId="339"/>
            <ac:grpSpMk id="28" creationId="{EE61D8E7-BFE7-14DF-45DC-1CC5C87D0543}"/>
          </ac:grpSpMkLst>
        </pc:grpChg>
        <pc:grpChg chg="add mod">
          <ac:chgData name="Arkar Than Win" userId="a6a96dc0-b645-44fd-b9b8-4e9a83d7d778" providerId="ADAL" clId="{6924A5C4-5B92-471D-8AF8-98864715565E}" dt="2025-11-14T00:50:28.621" v="2619" actId="555"/>
          <ac:grpSpMkLst>
            <pc:docMk/>
            <pc:sldMk cId="80226269" sldId="339"/>
            <ac:grpSpMk id="29" creationId="{20D35C96-6806-7BC3-ACAF-30D12A3A7DAD}"/>
          </ac:grpSpMkLst>
        </pc:grpChg>
        <pc:picChg chg="mod topLvl">
          <ac:chgData name="Arkar Than Win" userId="a6a96dc0-b645-44fd-b9b8-4e9a83d7d778" providerId="ADAL" clId="{6924A5C4-5B92-471D-8AF8-98864715565E}" dt="2025-11-14T00:49:48.743" v="2607" actId="164"/>
          <ac:picMkLst>
            <pc:docMk/>
            <pc:sldMk cId="80226269" sldId="339"/>
            <ac:picMk id="18" creationId="{B5AFC3E8-54D9-2446-9EF2-C4290260F61D}"/>
          </ac:picMkLst>
        </pc:picChg>
        <pc:picChg chg="mod topLvl">
          <ac:chgData name="Arkar Than Win" userId="a6a96dc0-b645-44fd-b9b8-4e9a83d7d778" providerId="ADAL" clId="{6924A5C4-5B92-471D-8AF8-98864715565E}" dt="2025-11-14T00:50:01.115" v="2613" actId="164"/>
          <ac:picMkLst>
            <pc:docMk/>
            <pc:sldMk cId="80226269" sldId="339"/>
            <ac:picMk id="19" creationId="{C028D985-40D0-602B-F906-BB8E823814CB}"/>
          </ac:picMkLst>
        </pc:picChg>
        <pc:picChg chg="mod topLvl">
          <ac:chgData name="Arkar Than Win" userId="a6a96dc0-b645-44fd-b9b8-4e9a83d7d778" providerId="ADAL" clId="{6924A5C4-5B92-471D-8AF8-98864715565E}" dt="2025-11-14T00:48:57.895" v="2545" actId="164"/>
          <ac:picMkLst>
            <pc:docMk/>
            <pc:sldMk cId="80226269" sldId="339"/>
            <ac:picMk id="20" creationId="{19EA7C74-D74A-F5C7-6F30-989677202F3A}"/>
          </ac:picMkLst>
        </pc:picChg>
        <pc:cxnChg chg="mod topLvl">
          <ac:chgData name="Arkar Than Win" userId="a6a96dc0-b645-44fd-b9b8-4e9a83d7d778" providerId="ADAL" clId="{6924A5C4-5B92-471D-8AF8-98864715565E}" dt="2025-11-14T00:27:23.834" v="2335" actId="165"/>
          <ac:cxnSpMkLst>
            <pc:docMk/>
            <pc:sldMk cId="80226269" sldId="339"/>
            <ac:cxnSpMk id="8" creationId="{4DCDA97A-1010-D1A6-204E-1C1AEF618EEF}"/>
          </ac:cxnSpMkLst>
        </pc:cxnChg>
        <pc:cxnChg chg="mod topLvl">
          <ac:chgData name="Arkar Than Win" userId="a6a96dc0-b645-44fd-b9b8-4e9a83d7d778" providerId="ADAL" clId="{6924A5C4-5B92-471D-8AF8-98864715565E}" dt="2025-11-14T00:27:23.834" v="2335" actId="165"/>
          <ac:cxnSpMkLst>
            <pc:docMk/>
            <pc:sldMk cId="80226269" sldId="339"/>
            <ac:cxnSpMk id="9" creationId="{5D0C343D-9D86-F95A-7036-CC579D53D748}"/>
          </ac:cxnSpMkLst>
        </pc:cxnChg>
        <pc:cxnChg chg="mod topLvl">
          <ac:chgData name="Arkar Than Win" userId="a6a96dc0-b645-44fd-b9b8-4e9a83d7d778" providerId="ADAL" clId="{6924A5C4-5B92-471D-8AF8-98864715565E}" dt="2025-11-14T00:27:23.834" v="2335" actId="165"/>
          <ac:cxnSpMkLst>
            <pc:docMk/>
            <pc:sldMk cId="80226269" sldId="339"/>
            <ac:cxnSpMk id="10" creationId="{4BC94153-A62D-6A7A-1C66-78FF720FBC13}"/>
          </ac:cxnSpMkLst>
        </pc:cxnChg>
        <pc:cxnChg chg="mod topLvl">
          <ac:chgData name="Arkar Than Win" userId="a6a96dc0-b645-44fd-b9b8-4e9a83d7d778" providerId="ADAL" clId="{6924A5C4-5B92-471D-8AF8-98864715565E}" dt="2025-11-14T00:27:23.834" v="2335" actId="165"/>
          <ac:cxnSpMkLst>
            <pc:docMk/>
            <pc:sldMk cId="80226269" sldId="339"/>
            <ac:cxnSpMk id="11" creationId="{0EAFE1D0-EB17-BA9A-B1AA-60EAEDB42F69}"/>
          </ac:cxnSpMkLst>
        </pc:cxnChg>
      </pc:sldChg>
      <pc:sldChg chg="del">
        <pc:chgData name="Arkar Than Win" userId="a6a96dc0-b645-44fd-b9b8-4e9a83d7d778" providerId="ADAL" clId="{6924A5C4-5B92-471D-8AF8-98864715565E}" dt="2025-11-13T00:29:48.973" v="0" actId="47"/>
        <pc:sldMkLst>
          <pc:docMk/>
          <pc:sldMk cId="3302580632" sldId="339"/>
        </pc:sldMkLst>
      </pc:sldChg>
      <pc:sldChg chg="add del">
        <pc:chgData name="Arkar Than Win" userId="a6a96dc0-b645-44fd-b9b8-4e9a83d7d778" providerId="ADAL" clId="{6924A5C4-5B92-471D-8AF8-98864715565E}" dt="2025-11-14T01:00:11.526" v="2751" actId="2890"/>
        <pc:sldMkLst>
          <pc:docMk/>
          <pc:sldMk cId="459964183" sldId="340"/>
        </pc:sldMkLst>
      </pc:sldChg>
      <pc:sldChg chg="addSp delSp modSp add del mod addAnim delAnim modAnim">
        <pc:chgData name="Arkar Than Win" userId="a6a96dc0-b645-44fd-b9b8-4e9a83d7d778" providerId="ADAL" clId="{6924A5C4-5B92-471D-8AF8-98864715565E}" dt="2025-11-21T23:54:15.397" v="8269" actId="47"/>
        <pc:sldMkLst>
          <pc:docMk/>
          <pc:sldMk cId="1983530213" sldId="340"/>
        </pc:sldMkLst>
      </pc:sldChg>
      <pc:sldChg chg="del">
        <pc:chgData name="Arkar Than Win" userId="a6a96dc0-b645-44fd-b9b8-4e9a83d7d778" providerId="ADAL" clId="{6924A5C4-5B92-471D-8AF8-98864715565E}" dt="2025-11-13T00:29:48.973" v="0" actId="47"/>
        <pc:sldMkLst>
          <pc:docMk/>
          <pc:sldMk cId="4172305266" sldId="340"/>
        </pc:sldMkLst>
      </pc:sldChg>
      <pc:sldChg chg="addSp delSp modSp add del mod delAnim modAnim">
        <pc:chgData name="Arkar Than Win" userId="a6a96dc0-b645-44fd-b9b8-4e9a83d7d778" providerId="ADAL" clId="{6924A5C4-5B92-471D-8AF8-98864715565E}" dt="2025-11-22T00:03:37.829" v="8514" actId="47"/>
        <pc:sldMkLst>
          <pc:docMk/>
          <pc:sldMk cId="2506277632" sldId="341"/>
        </pc:sldMkLst>
        <pc:grpChg chg="del mod topLvl">
          <ac:chgData name="Arkar Than Win" userId="a6a96dc0-b645-44fd-b9b8-4e9a83d7d778" providerId="ADAL" clId="{6924A5C4-5B92-471D-8AF8-98864715565E}" dt="2025-11-22T00:02:56.538" v="8505" actId="21"/>
          <ac:grpSpMkLst>
            <pc:docMk/>
            <pc:sldMk cId="2506277632" sldId="341"/>
            <ac:grpSpMk id="6" creationId="{5AF88166-1984-C148-CF6A-4B4DA354AF94}"/>
          </ac:grpSpMkLst>
        </pc:grpChg>
        <pc:grpChg chg="add del mod modVis">
          <ac:chgData name="Arkar Than Win" userId="a6a96dc0-b645-44fd-b9b8-4e9a83d7d778" providerId="ADAL" clId="{6924A5C4-5B92-471D-8AF8-98864715565E}" dt="2025-11-22T00:02:56.538" v="8505" actId="21"/>
          <ac:grpSpMkLst>
            <pc:docMk/>
            <pc:sldMk cId="2506277632" sldId="341"/>
            <ac:grpSpMk id="15" creationId="{50DB44EA-94BC-AD98-E731-8C625549A24E}"/>
          </ac:grpSpMkLst>
        </pc:grpChg>
        <pc:grpChg chg="add del mod modVis">
          <ac:chgData name="Arkar Than Win" userId="a6a96dc0-b645-44fd-b9b8-4e9a83d7d778" providerId="ADAL" clId="{6924A5C4-5B92-471D-8AF8-98864715565E}" dt="2025-11-22T00:02:56.538" v="8505" actId="21"/>
          <ac:grpSpMkLst>
            <pc:docMk/>
            <pc:sldMk cId="2506277632" sldId="341"/>
            <ac:grpSpMk id="20" creationId="{3DD1A4F3-1892-6B89-C79B-AD37A70C565C}"/>
          </ac:grpSpMkLst>
        </pc:grpChg>
      </pc:sldChg>
      <pc:sldChg chg="del">
        <pc:chgData name="Arkar Than Win" userId="a6a96dc0-b645-44fd-b9b8-4e9a83d7d778" providerId="ADAL" clId="{6924A5C4-5B92-471D-8AF8-98864715565E}" dt="2025-11-13T00:29:48.973" v="0" actId="47"/>
        <pc:sldMkLst>
          <pc:docMk/>
          <pc:sldMk cId="3649618997" sldId="341"/>
        </pc:sldMkLst>
      </pc:sldChg>
      <pc:sldChg chg="addSp delSp modSp add del mod addAnim delAnim modAnim">
        <pc:chgData name="Arkar Than Win" userId="a6a96dc0-b645-44fd-b9b8-4e9a83d7d778" providerId="ADAL" clId="{6924A5C4-5B92-471D-8AF8-98864715565E}" dt="2025-11-22T00:08:58.089" v="8578" actId="47"/>
        <pc:sldMkLst>
          <pc:docMk/>
          <pc:sldMk cId="687409596" sldId="342"/>
        </pc:sldMkLst>
      </pc:sldChg>
      <pc:sldChg chg="addSp delSp modSp add del mod">
        <pc:chgData name="Arkar Than Win" userId="a6a96dc0-b645-44fd-b9b8-4e9a83d7d778" providerId="ADAL" clId="{6924A5C4-5B92-471D-8AF8-98864715565E}" dt="2025-11-21T23:02:40.105" v="7573" actId="47"/>
        <pc:sldMkLst>
          <pc:docMk/>
          <pc:sldMk cId="1821786529" sldId="343"/>
        </pc:sldMkLst>
      </pc:sldChg>
      <pc:sldChg chg="addSp modSp new del mod">
        <pc:chgData name="Arkar Than Win" userId="a6a96dc0-b645-44fd-b9b8-4e9a83d7d778" providerId="ADAL" clId="{6924A5C4-5B92-471D-8AF8-98864715565E}" dt="2025-11-21T23:08:48.868" v="7624" actId="47"/>
        <pc:sldMkLst>
          <pc:docMk/>
          <pc:sldMk cId="2100999597" sldId="343"/>
        </pc:sldMkLst>
      </pc:sldChg>
      <pc:sldChg chg="new del">
        <pc:chgData name="Arkar Than Win" userId="a6a96dc0-b645-44fd-b9b8-4e9a83d7d778" providerId="ADAL" clId="{6924A5C4-5B92-471D-8AF8-98864715565E}" dt="2025-11-21T22:54:08.931" v="7401" actId="47"/>
        <pc:sldMkLst>
          <pc:docMk/>
          <pc:sldMk cId="2301172352" sldId="343"/>
        </pc:sldMkLst>
      </pc:sldChg>
      <pc:sldChg chg="addSp delSp modSp add del mod">
        <pc:chgData name="Arkar Than Win" userId="a6a96dc0-b645-44fd-b9b8-4e9a83d7d778" providerId="ADAL" clId="{6924A5C4-5B92-471D-8AF8-98864715565E}" dt="2025-11-21T22:58:59.382" v="7430" actId="47"/>
        <pc:sldMkLst>
          <pc:docMk/>
          <pc:sldMk cId="3579699711" sldId="343"/>
        </pc:sldMkLst>
      </pc:sldChg>
      <pc:sldChg chg="addSp delSp modSp add del mod delAnim">
        <pc:chgData name="Arkar Than Win" userId="a6a96dc0-b645-44fd-b9b8-4e9a83d7d778" providerId="ADAL" clId="{6924A5C4-5B92-471D-8AF8-98864715565E}" dt="2025-11-21T23:02:38.419" v="7572" actId="47"/>
        <pc:sldMkLst>
          <pc:docMk/>
          <pc:sldMk cId="1212289082" sldId="344"/>
        </pc:sldMkLst>
      </pc:sldChg>
      <pc:sldChg chg="addSp delSp modSp add del mod">
        <pc:chgData name="Arkar Than Win" userId="a6a96dc0-b645-44fd-b9b8-4e9a83d7d778" providerId="ADAL" clId="{6924A5C4-5B92-471D-8AF8-98864715565E}" dt="2025-11-22T00:15:05.856" v="8691" actId="47"/>
        <pc:sldMkLst>
          <pc:docMk/>
          <pc:sldMk cId="1853673051" sldId="344"/>
        </pc:sldMkLst>
        <pc:spChg chg="mod">
          <ac:chgData name="Arkar Than Win" userId="a6a96dc0-b645-44fd-b9b8-4e9a83d7d778" providerId="ADAL" clId="{6924A5C4-5B92-471D-8AF8-98864715565E}" dt="2025-11-22T00:12:38.723" v="8629" actId="20577"/>
          <ac:spMkLst>
            <pc:docMk/>
            <pc:sldMk cId="1853673051" sldId="344"/>
            <ac:spMk id="19" creationId="{FF376236-CFBA-D4BE-9AE9-E6B9178737E2}"/>
          </ac:spMkLst>
        </pc:spChg>
        <pc:picChg chg="add del mod">
          <ac:chgData name="Arkar Than Win" userId="a6a96dc0-b645-44fd-b9b8-4e9a83d7d778" providerId="ADAL" clId="{6924A5C4-5B92-471D-8AF8-98864715565E}" dt="2025-11-22T00:14:39.166" v="8658" actId="21"/>
          <ac:picMkLst>
            <pc:docMk/>
            <pc:sldMk cId="1853673051" sldId="344"/>
            <ac:picMk id="3" creationId="{C860F731-5EE2-A0A8-2F0B-2D4CDE1181B9}"/>
          </ac:picMkLst>
        </pc:picChg>
      </pc:sldChg>
      <pc:sldChg chg="addSp delSp modSp new del mod">
        <pc:chgData name="Arkar Than Win" userId="a6a96dc0-b645-44fd-b9b8-4e9a83d7d778" providerId="ADAL" clId="{6924A5C4-5B92-471D-8AF8-98864715565E}" dt="2025-11-21T23:17:43.214" v="7670" actId="47"/>
        <pc:sldMkLst>
          <pc:docMk/>
          <pc:sldMk cId="168401250" sldId="345"/>
        </pc:sldMkLst>
      </pc:sldChg>
      <pc:sldChg chg="delSp add del mod">
        <pc:chgData name="Arkar Than Win" userId="a6a96dc0-b645-44fd-b9b8-4e9a83d7d778" providerId="ADAL" clId="{6924A5C4-5B92-471D-8AF8-98864715565E}" dt="2025-11-21T23:07:13.345" v="7610" actId="47"/>
        <pc:sldMkLst>
          <pc:docMk/>
          <pc:sldMk cId="2396242893" sldId="345"/>
        </pc:sldMkLst>
      </pc:sldChg>
      <pc:sldChg chg="add del">
        <pc:chgData name="Arkar Than Win" userId="a6a96dc0-b645-44fd-b9b8-4e9a83d7d778" providerId="ADAL" clId="{6924A5C4-5B92-471D-8AF8-98864715565E}" dt="2025-11-21T23:19:43.083" v="7771"/>
        <pc:sldMkLst>
          <pc:docMk/>
          <pc:sldMk cId="3159734336" sldId="345"/>
        </pc:sldMkLst>
      </pc:sldChg>
      <pc:sldChg chg="modSp add mod">
        <pc:chgData name="Arkar Than Win" userId="a6a96dc0-b645-44fd-b9b8-4e9a83d7d778" providerId="ADAL" clId="{6924A5C4-5B92-471D-8AF8-98864715565E}" dt="2025-11-21T23:20:44.543" v="7881" actId="20577"/>
        <pc:sldMkLst>
          <pc:docMk/>
          <pc:sldMk cId="3744008963" sldId="345"/>
        </pc:sldMkLst>
        <pc:spChg chg="mod">
          <ac:chgData name="Arkar Than Win" userId="a6a96dc0-b645-44fd-b9b8-4e9a83d7d778" providerId="ADAL" clId="{6924A5C4-5B92-471D-8AF8-98864715565E}" dt="2025-11-21T23:20:44.543" v="7881" actId="20577"/>
          <ac:spMkLst>
            <pc:docMk/>
            <pc:sldMk cId="3744008963" sldId="345"/>
            <ac:spMk id="3" creationId="{29AE6B4F-F5BF-0EDA-D80A-0F6A0290BAF5}"/>
          </ac:spMkLst>
        </pc:spChg>
        <pc:spChg chg="mod">
          <ac:chgData name="Arkar Than Win" userId="a6a96dc0-b645-44fd-b9b8-4e9a83d7d778" providerId="ADAL" clId="{6924A5C4-5B92-471D-8AF8-98864715565E}" dt="2025-11-21T23:19:45.566" v="7774" actId="20577"/>
          <ac:spMkLst>
            <pc:docMk/>
            <pc:sldMk cId="3744008963" sldId="345"/>
            <ac:spMk id="4" creationId="{15132EF0-A032-879C-FCBC-DFDA78FB8457}"/>
          </ac:spMkLst>
        </pc:spChg>
        <pc:spChg chg="mod">
          <ac:chgData name="Arkar Than Win" userId="a6a96dc0-b645-44fd-b9b8-4e9a83d7d778" providerId="ADAL" clId="{6924A5C4-5B92-471D-8AF8-98864715565E}" dt="2025-11-21T23:20:06.269" v="7866" actId="20577"/>
          <ac:spMkLst>
            <pc:docMk/>
            <pc:sldMk cId="3744008963" sldId="345"/>
            <ac:spMk id="5" creationId="{B49EFBAD-A447-5113-D534-C4274248667A}"/>
          </ac:spMkLst>
        </pc:spChg>
      </pc:sldChg>
      <pc:sldChg chg="addSp delSp modSp add mod addAnim delAnim modAnim modNotesTx">
        <pc:chgData name="Arkar Than Win" userId="a6a96dc0-b645-44fd-b9b8-4e9a83d7d778" providerId="ADAL" clId="{6924A5C4-5B92-471D-8AF8-98864715565E}" dt="2025-11-22T01:52:29.036" v="16990" actId="20577"/>
        <pc:sldMkLst>
          <pc:docMk/>
          <pc:sldMk cId="1598561077" sldId="346"/>
        </pc:sldMkLst>
        <pc:spChg chg="mod">
          <ac:chgData name="Arkar Than Win" userId="a6a96dc0-b645-44fd-b9b8-4e9a83d7d778" providerId="ADAL" clId="{6924A5C4-5B92-471D-8AF8-98864715565E}" dt="2025-11-21T23:57:24.331" v="8375" actId="20577"/>
          <ac:spMkLst>
            <pc:docMk/>
            <pc:sldMk cId="1598561077" sldId="346"/>
            <ac:spMk id="2" creationId="{CF74DB7E-CFA7-340D-92D5-29F98B99F8DA}"/>
          </ac:spMkLst>
        </pc:spChg>
        <pc:spChg chg="mod">
          <ac:chgData name="Arkar Than Win" userId="a6a96dc0-b645-44fd-b9b8-4e9a83d7d778" providerId="ADAL" clId="{6924A5C4-5B92-471D-8AF8-98864715565E}" dt="2025-11-21T23:52:25.150" v="8226" actId="165"/>
          <ac:spMkLst>
            <pc:docMk/>
            <pc:sldMk cId="1598561077" sldId="346"/>
            <ac:spMk id="7" creationId="{8494DD6F-E21D-8578-0D22-0AB363A6DA97}"/>
          </ac:spMkLst>
        </pc:spChg>
        <pc:spChg chg="mod">
          <ac:chgData name="Arkar Than Win" userId="a6a96dc0-b645-44fd-b9b8-4e9a83d7d778" providerId="ADAL" clId="{6924A5C4-5B92-471D-8AF8-98864715565E}" dt="2025-11-21T23:52:25.150" v="8226" actId="165"/>
          <ac:spMkLst>
            <pc:docMk/>
            <pc:sldMk cId="1598561077" sldId="346"/>
            <ac:spMk id="9" creationId="{B9384E10-2CA4-1F4A-B5B2-F5FCAC522C1C}"/>
          </ac:spMkLst>
        </pc:spChg>
        <pc:spChg chg="mod">
          <ac:chgData name="Arkar Than Win" userId="a6a96dc0-b645-44fd-b9b8-4e9a83d7d778" providerId="ADAL" clId="{6924A5C4-5B92-471D-8AF8-98864715565E}" dt="2025-11-21T23:52:45.835" v="8252" actId="20577"/>
          <ac:spMkLst>
            <pc:docMk/>
            <pc:sldMk cId="1598561077" sldId="346"/>
            <ac:spMk id="15" creationId="{C3C91152-A362-BA44-B06F-D52D3699B073}"/>
          </ac:spMkLst>
        </pc:spChg>
        <pc:spChg chg="mod">
          <ac:chgData name="Arkar Than Win" userId="a6a96dc0-b645-44fd-b9b8-4e9a83d7d778" providerId="ADAL" clId="{6924A5C4-5B92-471D-8AF8-98864715565E}" dt="2025-11-21T23:52:25.150" v="8226" actId="165"/>
          <ac:spMkLst>
            <pc:docMk/>
            <pc:sldMk cId="1598561077" sldId="346"/>
            <ac:spMk id="16" creationId="{05D6B6A2-E9FC-C621-2CD7-CD384D800307}"/>
          </ac:spMkLst>
        </pc:spChg>
        <pc:spChg chg="add del mod">
          <ac:chgData name="Arkar Than Win" userId="a6a96dc0-b645-44fd-b9b8-4e9a83d7d778" providerId="ADAL" clId="{6924A5C4-5B92-471D-8AF8-98864715565E}" dt="2025-11-22T01:18:40.178" v="14462" actId="255"/>
          <ac:spMkLst>
            <pc:docMk/>
            <pc:sldMk cId="1598561077" sldId="346"/>
            <ac:spMk id="24" creationId="{872B5386-6435-904E-C54E-ED95F3831645}"/>
          </ac:spMkLst>
        </pc:spChg>
        <pc:spChg chg="mod">
          <ac:chgData name="Arkar Than Win" userId="a6a96dc0-b645-44fd-b9b8-4e9a83d7d778" providerId="ADAL" clId="{6924A5C4-5B92-471D-8AF8-98864715565E}" dt="2025-11-21T23:52:06.854" v="8223"/>
          <ac:spMkLst>
            <pc:docMk/>
            <pc:sldMk cId="1598561077" sldId="346"/>
            <ac:spMk id="28" creationId="{5842F92F-84AC-F5D7-6124-2751C2FBE1F2}"/>
          </ac:spMkLst>
        </pc:spChg>
        <pc:spChg chg="mod">
          <ac:chgData name="Arkar Than Win" userId="a6a96dc0-b645-44fd-b9b8-4e9a83d7d778" providerId="ADAL" clId="{6924A5C4-5B92-471D-8AF8-98864715565E}" dt="2025-11-21T23:52:06.854" v="8223"/>
          <ac:spMkLst>
            <pc:docMk/>
            <pc:sldMk cId="1598561077" sldId="346"/>
            <ac:spMk id="29" creationId="{A2E41DC4-0988-9D84-2821-6F933664EE7E}"/>
          </ac:spMkLst>
        </pc:spChg>
        <pc:grpChg chg="mod topLvl">
          <ac:chgData name="Arkar Than Win" userId="a6a96dc0-b645-44fd-b9b8-4e9a83d7d778" providerId="ADAL" clId="{6924A5C4-5B92-471D-8AF8-98864715565E}" dt="2025-11-21T23:52:52.007" v="8256" actId="164"/>
          <ac:grpSpMkLst>
            <pc:docMk/>
            <pc:sldMk cId="1598561077" sldId="346"/>
            <ac:grpSpMk id="4" creationId="{6BBA9152-D99E-5BAB-6296-FFCC63E7FD89}"/>
          </ac:grpSpMkLst>
        </pc:grpChg>
        <pc:grpChg chg="mod topLvl">
          <ac:chgData name="Arkar Than Win" userId="a6a96dc0-b645-44fd-b9b8-4e9a83d7d778" providerId="ADAL" clId="{6924A5C4-5B92-471D-8AF8-98864715565E}" dt="2025-11-21T23:52:52.007" v="8256" actId="164"/>
          <ac:grpSpMkLst>
            <pc:docMk/>
            <pc:sldMk cId="1598561077" sldId="346"/>
            <ac:grpSpMk id="5" creationId="{E9687ADC-E811-692A-261C-419902C0FC5D}"/>
          </ac:grpSpMkLst>
        </pc:grpChg>
        <pc:grpChg chg="mod">
          <ac:chgData name="Arkar Than Win" userId="a6a96dc0-b645-44fd-b9b8-4e9a83d7d778" providerId="ADAL" clId="{6924A5C4-5B92-471D-8AF8-98864715565E}" dt="2025-11-21T23:52:25.150" v="8226" actId="165"/>
          <ac:grpSpMkLst>
            <pc:docMk/>
            <pc:sldMk cId="1598561077" sldId="346"/>
            <ac:grpSpMk id="6" creationId="{783FD8E8-7588-5248-B2A0-35DB7B2F1F81}"/>
          </ac:grpSpMkLst>
        </pc:grpChg>
        <pc:grpChg chg="mod modVis">
          <ac:chgData name="Arkar Than Win" userId="a6a96dc0-b645-44fd-b9b8-4e9a83d7d778" providerId="ADAL" clId="{6924A5C4-5B92-471D-8AF8-98864715565E}" dt="2025-11-21T23:53:00.766" v="8259" actId="12789"/>
          <ac:grpSpMkLst>
            <pc:docMk/>
            <pc:sldMk cId="1598561077" sldId="346"/>
            <ac:grpSpMk id="26" creationId="{DE8B5585-EA9A-E6A5-9310-75CB3AD2F6CC}"/>
          </ac:grpSpMkLst>
        </pc:grpChg>
        <pc:grpChg chg="add mod">
          <ac:chgData name="Arkar Than Win" userId="a6a96dc0-b645-44fd-b9b8-4e9a83d7d778" providerId="ADAL" clId="{6924A5C4-5B92-471D-8AF8-98864715565E}" dt="2025-11-21T23:52:56.630" v="8257" actId="12789"/>
          <ac:grpSpMkLst>
            <pc:docMk/>
            <pc:sldMk cId="1598561077" sldId="346"/>
            <ac:grpSpMk id="31" creationId="{E77E0DFC-CCD8-2CB4-3F80-F3B6A713FD16}"/>
          </ac:grpSpMkLst>
        </pc:grpChg>
        <pc:picChg chg="mod">
          <ac:chgData name="Arkar Than Win" userId="a6a96dc0-b645-44fd-b9b8-4e9a83d7d778" providerId="ADAL" clId="{6924A5C4-5B92-471D-8AF8-98864715565E}" dt="2025-11-21T23:52:25.150" v="8226" actId="165"/>
          <ac:picMkLst>
            <pc:docMk/>
            <pc:sldMk cId="1598561077" sldId="346"/>
            <ac:picMk id="11" creationId="{8252488C-A867-823D-5EDB-B6F25078AEDB}"/>
          </ac:picMkLst>
        </pc:picChg>
        <pc:picChg chg="mod">
          <ac:chgData name="Arkar Than Win" userId="a6a96dc0-b645-44fd-b9b8-4e9a83d7d778" providerId="ADAL" clId="{6924A5C4-5B92-471D-8AF8-98864715565E}" dt="2025-11-21T23:52:25.150" v="8226" actId="165"/>
          <ac:picMkLst>
            <pc:docMk/>
            <pc:sldMk cId="1598561077" sldId="346"/>
            <ac:picMk id="25" creationId="{6B25474F-CF9B-E93C-9E26-7E4C30F14AEA}"/>
          </ac:picMkLst>
        </pc:picChg>
        <pc:picChg chg="mod">
          <ac:chgData name="Arkar Than Win" userId="a6a96dc0-b645-44fd-b9b8-4e9a83d7d778" providerId="ADAL" clId="{6924A5C4-5B92-471D-8AF8-98864715565E}" dt="2025-11-21T23:52:06.854" v="8223"/>
          <ac:picMkLst>
            <pc:docMk/>
            <pc:sldMk cId="1598561077" sldId="346"/>
            <ac:picMk id="30" creationId="{4EB7DD6C-D29E-88DC-F0C8-C575EEAC29CC}"/>
          </ac:picMkLst>
        </pc:picChg>
      </pc:sldChg>
      <pc:sldChg chg="addSp delSp modSp new del mod">
        <pc:chgData name="Arkar Than Win" userId="a6a96dc0-b645-44fd-b9b8-4e9a83d7d778" providerId="ADAL" clId="{6924A5C4-5B92-471D-8AF8-98864715565E}" dt="2025-11-21T23:37:51.774" v="8049" actId="2696"/>
        <pc:sldMkLst>
          <pc:docMk/>
          <pc:sldMk cId="1766819239" sldId="346"/>
        </pc:sldMkLst>
      </pc:sldChg>
      <pc:sldChg chg="add del">
        <pc:chgData name="Arkar Than Win" userId="a6a96dc0-b645-44fd-b9b8-4e9a83d7d778" providerId="ADAL" clId="{6924A5C4-5B92-471D-8AF8-98864715565E}" dt="2025-11-21T23:49:41.032" v="8170"/>
        <pc:sldMkLst>
          <pc:docMk/>
          <pc:sldMk cId="1786759899" sldId="346"/>
        </pc:sldMkLst>
      </pc:sldChg>
      <pc:sldChg chg="addSp delSp modSp add mod modAnim modNotesTx">
        <pc:chgData name="Arkar Than Win" userId="a6a96dc0-b645-44fd-b9b8-4e9a83d7d778" providerId="ADAL" clId="{6924A5C4-5B92-471D-8AF8-98864715565E}" dt="2025-11-22T03:29:49.858" v="22809" actId="20577"/>
        <pc:sldMkLst>
          <pc:docMk/>
          <pc:sldMk cId="772478504" sldId="347"/>
        </pc:sldMkLst>
        <pc:spChg chg="mod">
          <ac:chgData name="Arkar Than Win" userId="a6a96dc0-b645-44fd-b9b8-4e9a83d7d778" providerId="ADAL" clId="{6924A5C4-5B92-471D-8AF8-98864715565E}" dt="2025-11-21T23:57:41.128" v="8387" actId="20577"/>
          <ac:spMkLst>
            <pc:docMk/>
            <pc:sldMk cId="772478504" sldId="347"/>
            <ac:spMk id="2" creationId="{CF74DB7E-CFA7-340D-92D5-29F98B99F8DA}"/>
          </ac:spMkLst>
        </pc:spChg>
        <pc:spChg chg="mod">
          <ac:chgData name="Arkar Than Win" userId="a6a96dc0-b645-44fd-b9b8-4e9a83d7d778" providerId="ADAL" clId="{6924A5C4-5B92-471D-8AF8-98864715565E}" dt="2025-11-22T01:18:45.937" v="14463" actId="255"/>
          <ac:spMkLst>
            <pc:docMk/>
            <pc:sldMk cId="772478504" sldId="347"/>
            <ac:spMk id="3" creationId="{7FFE9A8E-669D-4866-2DD7-34E78B111A0D}"/>
          </ac:spMkLst>
        </pc:spChg>
        <pc:spChg chg="mod">
          <ac:chgData name="Arkar Than Win" userId="a6a96dc0-b645-44fd-b9b8-4e9a83d7d778" providerId="ADAL" clId="{6924A5C4-5B92-471D-8AF8-98864715565E}" dt="2025-11-21T23:58:50.452" v="8441"/>
          <ac:spMkLst>
            <pc:docMk/>
            <pc:sldMk cId="772478504" sldId="347"/>
            <ac:spMk id="10" creationId="{851216E2-536D-BFB0-3F35-59F36505B0FC}"/>
          </ac:spMkLst>
        </pc:spChg>
        <pc:spChg chg="mod">
          <ac:chgData name="Arkar Than Win" userId="a6a96dc0-b645-44fd-b9b8-4e9a83d7d778" providerId="ADAL" clId="{6924A5C4-5B92-471D-8AF8-98864715565E}" dt="2025-11-21T23:59:51.946" v="8455" actId="1036"/>
          <ac:spMkLst>
            <pc:docMk/>
            <pc:sldMk cId="772478504" sldId="347"/>
            <ac:spMk id="19" creationId="{7783C403-C779-B43C-190F-8E66E7AA8D56}"/>
          </ac:spMkLst>
        </pc:spChg>
        <pc:spChg chg="mod">
          <ac:chgData name="Arkar Than Win" userId="a6a96dc0-b645-44fd-b9b8-4e9a83d7d778" providerId="ADAL" clId="{6924A5C4-5B92-471D-8AF8-98864715565E}" dt="2025-11-21T23:59:51.946" v="8455" actId="1036"/>
          <ac:spMkLst>
            <pc:docMk/>
            <pc:sldMk cId="772478504" sldId="347"/>
            <ac:spMk id="20" creationId="{7B0F540C-4309-9E33-61F1-4CEE00E645C0}"/>
          </ac:spMkLst>
        </pc:spChg>
        <pc:spChg chg="mod">
          <ac:chgData name="Arkar Than Win" userId="a6a96dc0-b645-44fd-b9b8-4e9a83d7d778" providerId="ADAL" clId="{6924A5C4-5B92-471D-8AF8-98864715565E}" dt="2025-11-21T23:58:50.452" v="8441"/>
          <ac:spMkLst>
            <pc:docMk/>
            <pc:sldMk cId="772478504" sldId="347"/>
            <ac:spMk id="27" creationId="{85B886C9-1877-9A5D-A70C-64D332514CBA}"/>
          </ac:spMkLst>
        </pc:spChg>
        <pc:spChg chg="mod">
          <ac:chgData name="Arkar Than Win" userId="a6a96dc0-b645-44fd-b9b8-4e9a83d7d778" providerId="ADAL" clId="{6924A5C4-5B92-471D-8AF8-98864715565E}" dt="2025-11-21T23:58:50.452" v="8441"/>
          <ac:spMkLst>
            <pc:docMk/>
            <pc:sldMk cId="772478504" sldId="347"/>
            <ac:spMk id="30" creationId="{0EAB6407-4A19-FE85-8AB5-DCA33E23DCD0}"/>
          </ac:spMkLst>
        </pc:spChg>
        <pc:spChg chg="mod">
          <ac:chgData name="Arkar Than Win" userId="a6a96dc0-b645-44fd-b9b8-4e9a83d7d778" providerId="ADAL" clId="{6924A5C4-5B92-471D-8AF8-98864715565E}" dt="2025-11-22T00:01:35.379" v="8490" actId="13926"/>
          <ac:spMkLst>
            <pc:docMk/>
            <pc:sldMk cId="772478504" sldId="347"/>
            <ac:spMk id="49" creationId="{1725884F-A2B3-4C0A-6D77-B34312BA51BD}"/>
          </ac:spMkLst>
        </pc:spChg>
        <pc:spChg chg="mod">
          <ac:chgData name="Arkar Than Win" userId="a6a96dc0-b645-44fd-b9b8-4e9a83d7d778" providerId="ADAL" clId="{6924A5C4-5B92-471D-8AF8-98864715565E}" dt="2025-11-21T23:58:50.452" v="8441"/>
          <ac:spMkLst>
            <pc:docMk/>
            <pc:sldMk cId="772478504" sldId="347"/>
            <ac:spMk id="53" creationId="{593683EE-78A4-0DD1-E24D-7FCCB7B7E2B0}"/>
          </ac:spMkLst>
        </pc:spChg>
        <pc:spChg chg="mod">
          <ac:chgData name="Arkar Than Win" userId="a6a96dc0-b645-44fd-b9b8-4e9a83d7d778" providerId="ADAL" clId="{6924A5C4-5B92-471D-8AF8-98864715565E}" dt="2025-11-21T23:58:50.452" v="8441"/>
          <ac:spMkLst>
            <pc:docMk/>
            <pc:sldMk cId="772478504" sldId="347"/>
            <ac:spMk id="64" creationId="{2AB5D2A5-697B-13B0-1D43-AECFBD9CAEC9}"/>
          </ac:spMkLst>
        </pc:spChg>
        <pc:spChg chg="mod">
          <ac:chgData name="Arkar Than Win" userId="a6a96dc0-b645-44fd-b9b8-4e9a83d7d778" providerId="ADAL" clId="{6924A5C4-5B92-471D-8AF8-98864715565E}" dt="2025-11-21T23:58:50.452" v="8441"/>
          <ac:spMkLst>
            <pc:docMk/>
            <pc:sldMk cId="772478504" sldId="347"/>
            <ac:spMk id="65" creationId="{A174CBC3-620A-218D-EE55-A3CE83DF983C}"/>
          </ac:spMkLst>
        </pc:spChg>
        <pc:spChg chg="mod">
          <ac:chgData name="Arkar Than Win" userId="a6a96dc0-b645-44fd-b9b8-4e9a83d7d778" providerId="ADAL" clId="{6924A5C4-5B92-471D-8AF8-98864715565E}" dt="2025-11-21T23:59:13.928" v="8443" actId="13926"/>
          <ac:spMkLst>
            <pc:docMk/>
            <pc:sldMk cId="772478504" sldId="347"/>
            <ac:spMk id="69" creationId="{92F6653B-DD2F-4DD1-624B-511FB23D02CB}"/>
          </ac:spMkLst>
        </pc:spChg>
        <pc:spChg chg="mod">
          <ac:chgData name="Arkar Than Win" userId="a6a96dc0-b645-44fd-b9b8-4e9a83d7d778" providerId="ADAL" clId="{6924A5C4-5B92-471D-8AF8-98864715565E}" dt="2025-11-21T23:58:50.452" v="8441"/>
          <ac:spMkLst>
            <pc:docMk/>
            <pc:sldMk cId="772478504" sldId="347"/>
            <ac:spMk id="70" creationId="{45056D41-C01F-3C0A-36BE-218065934F47}"/>
          </ac:spMkLst>
        </pc:spChg>
        <pc:grpChg chg="add mod">
          <ac:chgData name="Arkar Than Win" userId="a6a96dc0-b645-44fd-b9b8-4e9a83d7d778" providerId="ADAL" clId="{6924A5C4-5B92-471D-8AF8-98864715565E}" dt="2025-11-21T23:56:29.236" v="8302"/>
          <ac:grpSpMkLst>
            <pc:docMk/>
            <pc:sldMk cId="772478504" sldId="347"/>
            <ac:grpSpMk id="5" creationId="{FCF88C0F-C747-1433-FB8C-CF1DB210C227}"/>
          </ac:grpSpMkLst>
        </pc:grpChg>
        <pc:grpChg chg="mod modVis">
          <ac:chgData name="Arkar Than Win" userId="a6a96dc0-b645-44fd-b9b8-4e9a83d7d778" providerId="ADAL" clId="{6924A5C4-5B92-471D-8AF8-98864715565E}" dt="2025-11-22T00:01:39.519" v="8492" actId="14429"/>
          <ac:grpSpMkLst>
            <pc:docMk/>
            <pc:sldMk cId="772478504" sldId="347"/>
            <ac:grpSpMk id="6" creationId="{1341849B-5061-B1CD-E2B8-7DEF5FF7BDAF}"/>
          </ac:grpSpMkLst>
        </pc:grpChg>
        <pc:grpChg chg="mod modVis">
          <ac:chgData name="Arkar Than Win" userId="a6a96dc0-b645-44fd-b9b8-4e9a83d7d778" providerId="ADAL" clId="{6924A5C4-5B92-471D-8AF8-98864715565E}" dt="2025-11-22T00:01:39.120" v="8491" actId="14429"/>
          <ac:grpSpMkLst>
            <pc:docMk/>
            <pc:sldMk cId="772478504" sldId="347"/>
            <ac:grpSpMk id="15" creationId="{260203FD-EAA8-B959-7C05-5C0DD3583135}"/>
          </ac:grpSpMkLst>
        </pc:grpChg>
        <pc:grpChg chg="mod modVis">
          <ac:chgData name="Arkar Than Win" userId="a6a96dc0-b645-44fd-b9b8-4e9a83d7d778" providerId="ADAL" clId="{6924A5C4-5B92-471D-8AF8-98864715565E}" dt="2025-11-22T00:01:13.988" v="8483" actId="14429"/>
          <ac:grpSpMkLst>
            <pc:docMk/>
            <pc:sldMk cId="772478504" sldId="347"/>
            <ac:grpSpMk id="16" creationId="{1A2F6EC8-2B06-801E-AC62-9D9F027DA2FE}"/>
          </ac:grpSpMkLst>
        </pc:grpChg>
        <pc:grpChg chg="mod modVis">
          <ac:chgData name="Arkar Than Win" userId="a6a96dc0-b645-44fd-b9b8-4e9a83d7d778" providerId="ADAL" clId="{6924A5C4-5B92-471D-8AF8-98864715565E}" dt="2025-11-22T00:01:12.779" v="8482" actId="14429"/>
          <ac:grpSpMkLst>
            <pc:docMk/>
            <pc:sldMk cId="772478504" sldId="347"/>
            <ac:grpSpMk id="17" creationId="{E5D809D7-1C9F-334F-61D8-1C89B7F32B2B}"/>
          </ac:grpSpMkLst>
        </pc:grpChg>
        <pc:grpChg chg="mod modVis">
          <ac:chgData name="Arkar Than Win" userId="a6a96dc0-b645-44fd-b9b8-4e9a83d7d778" providerId="ADAL" clId="{6924A5C4-5B92-471D-8AF8-98864715565E}" dt="2025-11-22T00:01:10.918" v="8480" actId="14430"/>
          <ac:grpSpMkLst>
            <pc:docMk/>
            <pc:sldMk cId="772478504" sldId="347"/>
            <ac:grpSpMk id="18" creationId="{84137422-11E0-F721-C420-502FE9B332F0}"/>
          </ac:grpSpMkLst>
        </pc:grpChg>
        <pc:grpChg chg="mod modVis">
          <ac:chgData name="Arkar Than Win" userId="a6a96dc0-b645-44fd-b9b8-4e9a83d7d778" providerId="ADAL" clId="{6924A5C4-5B92-471D-8AF8-98864715565E}" dt="2025-11-22T00:01:39.951" v="8493" actId="14429"/>
          <ac:grpSpMkLst>
            <pc:docMk/>
            <pc:sldMk cId="772478504" sldId="347"/>
            <ac:grpSpMk id="40" creationId="{E24BEE6E-EC67-054F-FF33-9CDBB41C6E2B}"/>
          </ac:grpSpMkLst>
        </pc:grpChg>
        <pc:grpChg chg="mod modVis">
          <ac:chgData name="Arkar Than Win" userId="a6a96dc0-b645-44fd-b9b8-4e9a83d7d778" providerId="ADAL" clId="{6924A5C4-5B92-471D-8AF8-98864715565E}" dt="2025-11-22T00:01:09.164" v="8478" actId="14429"/>
          <ac:grpSpMkLst>
            <pc:docMk/>
            <pc:sldMk cId="772478504" sldId="347"/>
            <ac:grpSpMk id="45" creationId="{DE940EDD-BA70-CB00-D4BC-68E8D8F50A9E}"/>
          </ac:grpSpMkLst>
        </pc:grpChg>
        <pc:grpChg chg="mod modVis">
          <ac:chgData name="Arkar Than Win" userId="a6a96dc0-b645-44fd-b9b8-4e9a83d7d778" providerId="ADAL" clId="{6924A5C4-5B92-471D-8AF8-98864715565E}" dt="2025-11-22T00:01:40.419" v="8494" actId="14429"/>
          <ac:grpSpMkLst>
            <pc:docMk/>
            <pc:sldMk cId="772478504" sldId="347"/>
            <ac:grpSpMk id="57" creationId="{DD3F5BCB-B2CA-6FA0-3D16-2FBD00B675A1}"/>
          </ac:grpSpMkLst>
        </pc:grpChg>
        <pc:grpChg chg="mod modVis">
          <ac:chgData name="Arkar Than Win" userId="a6a96dc0-b645-44fd-b9b8-4e9a83d7d778" providerId="ADAL" clId="{6924A5C4-5B92-471D-8AF8-98864715565E}" dt="2025-11-22T00:01:41.439" v="8495" actId="14429"/>
          <ac:grpSpMkLst>
            <pc:docMk/>
            <pc:sldMk cId="772478504" sldId="347"/>
            <ac:grpSpMk id="67" creationId="{26FE6267-6CAB-EC0B-047F-23E55C47C3C1}"/>
          </ac:grpSpMkLst>
        </pc:grpChg>
        <pc:picChg chg="add mod ord">
          <ac:chgData name="Arkar Than Win" userId="a6a96dc0-b645-44fd-b9b8-4e9a83d7d778" providerId="ADAL" clId="{6924A5C4-5B92-471D-8AF8-98864715565E}" dt="2025-11-21T23:56:29.236" v="8302"/>
          <ac:picMkLst>
            <pc:docMk/>
            <pc:sldMk cId="772478504" sldId="347"/>
            <ac:picMk id="4" creationId="{008009CF-54B0-A011-78DD-2F89CA9B0A09}"/>
          </ac:picMkLst>
        </pc:picChg>
        <pc:picChg chg="mod">
          <ac:chgData name="Arkar Than Win" userId="a6a96dc0-b645-44fd-b9b8-4e9a83d7d778" providerId="ADAL" clId="{6924A5C4-5B92-471D-8AF8-98864715565E}" dt="2025-11-21T23:59:51.946" v="8455" actId="1036"/>
          <ac:picMkLst>
            <pc:docMk/>
            <pc:sldMk cId="772478504" sldId="347"/>
            <ac:picMk id="21" creationId="{AC279375-9D27-EC26-2671-BB33136ADF52}"/>
          </ac:picMkLst>
        </pc:picChg>
        <pc:picChg chg="mod topLvl">
          <ac:chgData name="Arkar Than Win" userId="a6a96dc0-b645-44fd-b9b8-4e9a83d7d778" providerId="ADAL" clId="{6924A5C4-5B92-471D-8AF8-98864715565E}" dt="2025-11-21T23:56:29.236" v="8302"/>
          <ac:picMkLst>
            <pc:docMk/>
            <pc:sldMk cId="772478504" sldId="347"/>
            <ac:picMk id="35" creationId="{C375EABD-5993-C416-42BA-01CDFD983D25}"/>
          </ac:picMkLst>
        </pc:picChg>
        <pc:picChg chg="mod topLvl">
          <ac:chgData name="Arkar Than Win" userId="a6a96dc0-b645-44fd-b9b8-4e9a83d7d778" providerId="ADAL" clId="{6924A5C4-5B92-471D-8AF8-98864715565E}" dt="2025-11-21T23:56:29.236" v="8302"/>
          <ac:picMkLst>
            <pc:docMk/>
            <pc:sldMk cId="772478504" sldId="347"/>
            <ac:picMk id="36" creationId="{91216B7F-C693-CF57-4A58-A9518872ABF2}"/>
          </ac:picMkLst>
        </pc:picChg>
        <pc:picChg chg="mod topLvl">
          <ac:chgData name="Arkar Than Win" userId="a6a96dc0-b645-44fd-b9b8-4e9a83d7d778" providerId="ADAL" clId="{6924A5C4-5B92-471D-8AF8-98864715565E}" dt="2025-11-21T23:56:29.236" v="8302"/>
          <ac:picMkLst>
            <pc:docMk/>
            <pc:sldMk cId="772478504" sldId="347"/>
            <ac:picMk id="37" creationId="{FBABEFDD-3CE0-4453-92B2-0B92DB06645F}"/>
          </ac:picMkLst>
        </pc:picChg>
      </pc:sldChg>
      <pc:sldChg chg="add del">
        <pc:chgData name="Arkar Than Win" userId="a6a96dc0-b645-44fd-b9b8-4e9a83d7d778" providerId="ADAL" clId="{6924A5C4-5B92-471D-8AF8-98864715565E}" dt="2025-11-21T23:54:39.517" v="8271"/>
        <pc:sldMkLst>
          <pc:docMk/>
          <pc:sldMk cId="3770502127" sldId="347"/>
        </pc:sldMkLst>
      </pc:sldChg>
      <pc:sldChg chg="del">
        <pc:chgData name="Arkar Than Win" userId="a6a96dc0-b645-44fd-b9b8-4e9a83d7d778" providerId="ADAL" clId="{6924A5C4-5B92-471D-8AF8-98864715565E}" dt="2025-11-13T00:29:48.973" v="0" actId="47"/>
        <pc:sldMkLst>
          <pc:docMk/>
          <pc:sldMk cId="4293388945" sldId="347"/>
        </pc:sldMkLst>
      </pc:sldChg>
      <pc:sldChg chg="addSp delSp modSp add mod delAnim modAnim modNotesTx">
        <pc:chgData name="Arkar Than Win" userId="a6a96dc0-b645-44fd-b9b8-4e9a83d7d778" providerId="ADAL" clId="{6924A5C4-5B92-471D-8AF8-98864715565E}" dt="2025-11-22T02:15:13.520" v="20895" actId="20577"/>
        <pc:sldMkLst>
          <pc:docMk/>
          <pc:sldMk cId="3611066347" sldId="348"/>
        </pc:sldMkLst>
        <pc:spChg chg="mod">
          <ac:chgData name="Arkar Than Win" userId="a6a96dc0-b645-44fd-b9b8-4e9a83d7d778" providerId="ADAL" clId="{6924A5C4-5B92-471D-8AF8-98864715565E}" dt="2025-11-22T00:02:29.912" v="8499" actId="13244"/>
          <ac:spMkLst>
            <pc:docMk/>
            <pc:sldMk cId="3611066347" sldId="348"/>
            <ac:spMk id="2" creationId="{B13249B3-1360-4235-2149-70992547C2A5}"/>
          </ac:spMkLst>
        </pc:spChg>
        <pc:spChg chg="mod">
          <ac:chgData name="Arkar Than Win" userId="a6a96dc0-b645-44fd-b9b8-4e9a83d7d778" providerId="ADAL" clId="{6924A5C4-5B92-471D-8AF8-98864715565E}" dt="2025-11-22T00:02:57.532" v="8506"/>
          <ac:spMkLst>
            <pc:docMk/>
            <pc:sldMk cId="3611066347" sldId="348"/>
            <ac:spMk id="10" creationId="{D6A762F0-8A62-EF15-0235-50E9B8F0D71A}"/>
          </ac:spMkLst>
        </pc:spChg>
        <pc:spChg chg="mod">
          <ac:chgData name="Arkar Than Win" userId="a6a96dc0-b645-44fd-b9b8-4e9a83d7d778" providerId="ADAL" clId="{6924A5C4-5B92-471D-8AF8-98864715565E}" dt="2025-11-22T00:02:57.532" v="8506"/>
          <ac:spMkLst>
            <pc:docMk/>
            <pc:sldMk cId="3611066347" sldId="348"/>
            <ac:spMk id="12" creationId="{3EABE978-CAEE-42C5-9D6C-18C06C4C5DF6}"/>
          </ac:spMkLst>
        </pc:spChg>
        <pc:spChg chg="mod">
          <ac:chgData name="Arkar Than Win" userId="a6a96dc0-b645-44fd-b9b8-4e9a83d7d778" providerId="ADAL" clId="{6924A5C4-5B92-471D-8AF8-98864715565E}" dt="2025-11-22T00:02:57.532" v="8506"/>
          <ac:spMkLst>
            <pc:docMk/>
            <pc:sldMk cId="3611066347" sldId="348"/>
            <ac:spMk id="19" creationId="{21F8516C-AB63-3FF5-6978-0AE20918C08E}"/>
          </ac:spMkLst>
        </pc:spChg>
        <pc:spChg chg="mod">
          <ac:chgData name="Arkar Than Win" userId="a6a96dc0-b645-44fd-b9b8-4e9a83d7d778" providerId="ADAL" clId="{6924A5C4-5B92-471D-8AF8-98864715565E}" dt="2025-11-22T01:18:51.034" v="14464" actId="255"/>
          <ac:spMkLst>
            <pc:docMk/>
            <pc:sldMk cId="3611066347" sldId="348"/>
            <ac:spMk id="24" creationId="{FBC76DDB-64DB-FC2B-9838-D933A3D4FAE2}"/>
          </ac:spMkLst>
        </pc:spChg>
        <pc:spChg chg="mod">
          <ac:chgData name="Arkar Than Win" userId="a6a96dc0-b645-44fd-b9b8-4e9a83d7d778" providerId="ADAL" clId="{6924A5C4-5B92-471D-8AF8-98864715565E}" dt="2025-11-22T00:02:57.532" v="8506"/>
          <ac:spMkLst>
            <pc:docMk/>
            <pc:sldMk cId="3611066347" sldId="348"/>
            <ac:spMk id="32" creationId="{98B8585E-C115-D9BA-D8A1-B2FB733C3787}"/>
          </ac:spMkLst>
        </pc:spChg>
        <pc:spChg chg="mod">
          <ac:chgData name="Arkar Than Win" userId="a6a96dc0-b645-44fd-b9b8-4e9a83d7d778" providerId="ADAL" clId="{6924A5C4-5B92-471D-8AF8-98864715565E}" dt="2025-11-22T00:02:57.532" v="8506"/>
          <ac:spMkLst>
            <pc:docMk/>
            <pc:sldMk cId="3611066347" sldId="348"/>
            <ac:spMk id="36" creationId="{406B2F73-5C12-273B-7605-3EB743198A04}"/>
          </ac:spMkLst>
        </pc:spChg>
        <pc:spChg chg="mod">
          <ac:chgData name="Arkar Than Win" userId="a6a96dc0-b645-44fd-b9b8-4e9a83d7d778" providerId="ADAL" clId="{6924A5C4-5B92-471D-8AF8-98864715565E}" dt="2025-11-22T00:02:57.532" v="8506"/>
          <ac:spMkLst>
            <pc:docMk/>
            <pc:sldMk cId="3611066347" sldId="348"/>
            <ac:spMk id="37" creationId="{6E33A870-12C7-056A-850F-3C7AF20AEE1A}"/>
          </ac:spMkLst>
        </pc:spChg>
        <pc:spChg chg="mod">
          <ac:chgData name="Arkar Than Win" userId="a6a96dc0-b645-44fd-b9b8-4e9a83d7d778" providerId="ADAL" clId="{6924A5C4-5B92-471D-8AF8-98864715565E}" dt="2025-11-22T00:07:01.286" v="8572"/>
          <ac:spMkLst>
            <pc:docMk/>
            <pc:sldMk cId="3611066347" sldId="348"/>
            <ac:spMk id="41" creationId="{47EC1C32-74FA-EB2B-7A69-6E83116DAE5A}"/>
          </ac:spMkLst>
        </pc:spChg>
        <pc:grpChg chg="add mod">
          <ac:chgData name="Arkar Than Win" userId="a6a96dc0-b645-44fd-b9b8-4e9a83d7d778" providerId="ADAL" clId="{6924A5C4-5B92-471D-8AF8-98864715565E}" dt="2025-11-22T00:03:01.439" v="8507" actId="12788"/>
          <ac:grpSpMkLst>
            <pc:docMk/>
            <pc:sldMk cId="3611066347" sldId="348"/>
            <ac:grpSpMk id="3" creationId="{5AF88166-1984-C148-CF6A-4B4DA354AF94}"/>
          </ac:grpSpMkLst>
        </pc:grpChg>
        <pc:grpChg chg="mod">
          <ac:chgData name="Arkar Than Win" userId="a6a96dc0-b645-44fd-b9b8-4e9a83d7d778" providerId="ADAL" clId="{6924A5C4-5B92-471D-8AF8-98864715565E}" dt="2025-11-22T00:03:01.439" v="8507" actId="12788"/>
          <ac:grpSpMkLst>
            <pc:docMk/>
            <pc:sldMk cId="3611066347" sldId="348"/>
            <ac:grpSpMk id="17" creationId="{50DB44EA-94BC-AD98-E731-8C625549A24E}"/>
          </ac:grpSpMkLst>
        </pc:grpChg>
        <pc:grpChg chg="del">
          <ac:chgData name="Arkar Than Win" userId="a6a96dc0-b645-44fd-b9b8-4e9a83d7d778" providerId="ADAL" clId="{6924A5C4-5B92-471D-8AF8-98864715565E}" dt="2025-11-22T00:02:48.508" v="8503" actId="478"/>
          <ac:grpSpMkLst>
            <pc:docMk/>
            <pc:sldMk cId="3611066347" sldId="348"/>
            <ac:grpSpMk id="26" creationId="{D773A9BD-6C57-7F44-AB6E-7C263C2A680A}"/>
          </ac:grpSpMkLst>
        </pc:grpChg>
        <pc:grpChg chg="del">
          <ac:chgData name="Arkar Than Win" userId="a6a96dc0-b645-44fd-b9b8-4e9a83d7d778" providerId="ADAL" clId="{6924A5C4-5B92-471D-8AF8-98864715565E}" dt="2025-11-22T00:02:47.361" v="8502" actId="478"/>
          <ac:grpSpMkLst>
            <pc:docMk/>
            <pc:sldMk cId="3611066347" sldId="348"/>
            <ac:grpSpMk id="31" creationId="{8CAE44EB-1429-A5FA-AAB7-2C9895DE2B9A}"/>
          </ac:grpSpMkLst>
        </pc:grpChg>
        <pc:grpChg chg="mod">
          <ac:chgData name="Arkar Than Win" userId="a6a96dc0-b645-44fd-b9b8-4e9a83d7d778" providerId="ADAL" clId="{6924A5C4-5B92-471D-8AF8-98864715565E}" dt="2025-11-22T00:03:01.439" v="8507" actId="12788"/>
          <ac:grpSpMkLst>
            <pc:docMk/>
            <pc:sldMk cId="3611066347" sldId="348"/>
            <ac:grpSpMk id="34" creationId="{3DD1A4F3-1892-6B89-C79B-AD37A70C565C}"/>
          </ac:grpSpMkLst>
        </pc:grpChg>
        <pc:grpChg chg="add del mod">
          <ac:chgData name="Arkar Than Win" userId="a6a96dc0-b645-44fd-b9b8-4e9a83d7d778" providerId="ADAL" clId="{6924A5C4-5B92-471D-8AF8-98864715565E}" dt="2025-11-22T00:07:08.042" v="8574" actId="21"/>
          <ac:grpSpMkLst>
            <pc:docMk/>
            <pc:sldMk cId="3611066347" sldId="348"/>
            <ac:grpSpMk id="39" creationId="{7FC987ED-7AE0-5BCB-85E0-84D825F84B74}"/>
          </ac:grpSpMkLst>
        </pc:grpChg>
        <pc:picChg chg="mod">
          <ac:chgData name="Arkar Than Win" userId="a6a96dc0-b645-44fd-b9b8-4e9a83d7d778" providerId="ADAL" clId="{6924A5C4-5B92-471D-8AF8-98864715565E}" dt="2025-11-22T00:02:57.532" v="8506"/>
          <ac:picMkLst>
            <pc:docMk/>
            <pc:sldMk cId="3611066347" sldId="348"/>
            <ac:picMk id="14" creationId="{9996B301-1FC4-269F-6AD6-000075C6AC3E}"/>
          </ac:picMkLst>
        </pc:picChg>
        <pc:picChg chg="mod">
          <ac:chgData name="Arkar Than Win" userId="a6a96dc0-b645-44fd-b9b8-4e9a83d7d778" providerId="ADAL" clId="{6924A5C4-5B92-471D-8AF8-98864715565E}" dt="2025-11-22T00:02:57.532" v="8506"/>
          <ac:picMkLst>
            <pc:docMk/>
            <pc:sldMk cId="3611066347" sldId="348"/>
            <ac:picMk id="33" creationId="{3A3ABFFD-707F-08F6-2CC6-11A05B2B6523}"/>
          </ac:picMkLst>
        </pc:picChg>
        <pc:picChg chg="mod">
          <ac:chgData name="Arkar Than Win" userId="a6a96dc0-b645-44fd-b9b8-4e9a83d7d778" providerId="ADAL" clId="{6924A5C4-5B92-471D-8AF8-98864715565E}" dt="2025-11-22T00:02:57.532" v="8506"/>
          <ac:picMkLst>
            <pc:docMk/>
            <pc:sldMk cId="3611066347" sldId="348"/>
            <ac:picMk id="38" creationId="{52D1D383-4348-FB6F-30F5-08D2231EB8BA}"/>
          </ac:picMkLst>
        </pc:picChg>
        <pc:picChg chg="mod">
          <ac:chgData name="Arkar Than Win" userId="a6a96dc0-b645-44fd-b9b8-4e9a83d7d778" providerId="ADAL" clId="{6924A5C4-5B92-471D-8AF8-98864715565E}" dt="2025-11-22T00:07:01.286" v="8572"/>
          <ac:picMkLst>
            <pc:docMk/>
            <pc:sldMk cId="3611066347" sldId="348"/>
            <ac:picMk id="40" creationId="{EE6426A5-C915-DA9F-50EC-274E8B22AFAF}"/>
          </ac:picMkLst>
        </pc:picChg>
      </pc:sldChg>
      <pc:sldChg chg="addSp delSp modSp add mod delAnim modAnim modNotesTx">
        <pc:chgData name="Arkar Than Win" userId="a6a96dc0-b645-44fd-b9b8-4e9a83d7d778" providerId="ADAL" clId="{6924A5C4-5B92-471D-8AF8-98864715565E}" dt="2025-11-22T02:54:57.822" v="22776" actId="20577"/>
        <pc:sldMkLst>
          <pc:docMk/>
          <pc:sldMk cId="2460402169" sldId="349"/>
        </pc:sldMkLst>
        <pc:spChg chg="mod">
          <ac:chgData name="Arkar Than Win" userId="a6a96dc0-b645-44fd-b9b8-4e9a83d7d778" providerId="ADAL" clId="{6924A5C4-5B92-471D-8AF8-98864715565E}" dt="2025-11-22T00:14:58.409" v="8690" actId="20577"/>
          <ac:spMkLst>
            <pc:docMk/>
            <pc:sldMk cId="2460402169" sldId="349"/>
            <ac:spMk id="2" creationId="{A4686385-F448-B1C8-F758-3E5ECE1F6C0B}"/>
          </ac:spMkLst>
        </pc:spChg>
        <pc:spChg chg="del mod">
          <ac:chgData name="Arkar Than Win" userId="a6a96dc0-b645-44fd-b9b8-4e9a83d7d778" providerId="ADAL" clId="{6924A5C4-5B92-471D-8AF8-98864715565E}" dt="2025-11-22T00:09:56.857" v="8603" actId="478"/>
          <ac:spMkLst>
            <pc:docMk/>
            <pc:sldMk cId="2460402169" sldId="349"/>
            <ac:spMk id="3" creationId="{44E4C6E7-A250-83A3-BC5F-1C8F4873CA1A}"/>
          </ac:spMkLst>
        </pc:spChg>
        <pc:grpChg chg="del">
          <ac:chgData name="Arkar Than Win" userId="a6a96dc0-b645-44fd-b9b8-4e9a83d7d778" providerId="ADAL" clId="{6924A5C4-5B92-471D-8AF8-98864715565E}" dt="2025-11-22T00:09:36.223" v="8599" actId="478"/>
          <ac:grpSpMkLst>
            <pc:docMk/>
            <pc:sldMk cId="2460402169" sldId="349"/>
            <ac:grpSpMk id="6" creationId="{36F72CB5-9EFB-C06D-8BE0-756B25129608}"/>
          </ac:grpSpMkLst>
        </pc:grpChg>
        <pc:grpChg chg="del">
          <ac:chgData name="Arkar Than Win" userId="a6a96dc0-b645-44fd-b9b8-4e9a83d7d778" providerId="ADAL" clId="{6924A5C4-5B92-471D-8AF8-98864715565E}" dt="2025-11-22T00:09:20.454" v="8594" actId="478"/>
          <ac:grpSpMkLst>
            <pc:docMk/>
            <pc:sldMk cId="2460402169" sldId="349"/>
            <ac:grpSpMk id="15" creationId="{ACEF3B88-5155-FC8D-A415-19F7FCC6B42B}"/>
          </ac:grpSpMkLst>
        </pc:grpChg>
        <pc:grpChg chg="del">
          <ac:chgData name="Arkar Than Win" userId="a6a96dc0-b645-44fd-b9b8-4e9a83d7d778" providerId="ADAL" clId="{6924A5C4-5B92-471D-8AF8-98864715565E}" dt="2025-11-22T00:09:34.589" v="8598" actId="478"/>
          <ac:grpSpMkLst>
            <pc:docMk/>
            <pc:sldMk cId="2460402169" sldId="349"/>
            <ac:grpSpMk id="40" creationId="{DB83662D-3CED-6AF9-F2DE-9E7A0DD4855B}"/>
          </ac:grpSpMkLst>
        </pc:grpChg>
        <pc:grpChg chg="del">
          <ac:chgData name="Arkar Than Win" userId="a6a96dc0-b645-44fd-b9b8-4e9a83d7d778" providerId="ADAL" clId="{6924A5C4-5B92-471D-8AF8-98864715565E}" dt="2025-11-22T00:09:23.653" v="8595" actId="478"/>
          <ac:grpSpMkLst>
            <pc:docMk/>
            <pc:sldMk cId="2460402169" sldId="349"/>
            <ac:grpSpMk id="45" creationId="{FAF68712-6DBD-39C0-3E67-41301BA59C21}"/>
          </ac:grpSpMkLst>
        </pc:grpChg>
        <pc:grpChg chg="del">
          <ac:chgData name="Arkar Than Win" userId="a6a96dc0-b645-44fd-b9b8-4e9a83d7d778" providerId="ADAL" clId="{6924A5C4-5B92-471D-8AF8-98864715565E}" dt="2025-11-22T00:09:30.623" v="8597" actId="478"/>
          <ac:grpSpMkLst>
            <pc:docMk/>
            <pc:sldMk cId="2460402169" sldId="349"/>
            <ac:grpSpMk id="57" creationId="{93357522-33DA-2EB9-1C79-99759D1914AE}"/>
          </ac:grpSpMkLst>
        </pc:grpChg>
        <pc:grpChg chg="del">
          <ac:chgData name="Arkar Than Win" userId="a6a96dc0-b645-44fd-b9b8-4e9a83d7d778" providerId="ADAL" clId="{6924A5C4-5B92-471D-8AF8-98864715565E}" dt="2025-11-22T00:09:28.943" v="8596" actId="478"/>
          <ac:grpSpMkLst>
            <pc:docMk/>
            <pc:sldMk cId="2460402169" sldId="349"/>
            <ac:grpSpMk id="67" creationId="{927474AA-B520-7E9D-BE5B-F9C7D9BCD65A}"/>
          </ac:grpSpMkLst>
        </pc:grpChg>
        <pc:picChg chg="add mod">
          <ac:chgData name="Arkar Than Win" userId="a6a96dc0-b645-44fd-b9b8-4e9a83d7d778" providerId="ADAL" clId="{6924A5C4-5B92-471D-8AF8-98864715565E}" dt="2025-11-22T00:09:54.509" v="8602" actId="12789"/>
          <ac:picMkLst>
            <pc:docMk/>
            <pc:sldMk cId="2460402169" sldId="349"/>
            <ac:picMk id="11" creationId="{005294F1-1C8D-0EBD-516A-FF40F1E35029}"/>
          </ac:picMkLst>
        </pc:picChg>
        <pc:picChg chg="add mod">
          <ac:chgData name="Arkar Than Win" userId="a6a96dc0-b645-44fd-b9b8-4e9a83d7d778" providerId="ADAL" clId="{6924A5C4-5B92-471D-8AF8-98864715565E}" dt="2025-11-22T00:10:11.893" v="8606" actId="12788"/>
          <ac:picMkLst>
            <pc:docMk/>
            <pc:sldMk cId="2460402169" sldId="349"/>
            <ac:picMk id="12" creationId="{22FB3903-30AA-61C9-C167-FB65E7B3FEF9}"/>
          </ac:picMkLst>
        </pc:picChg>
      </pc:sldChg>
      <pc:sldChg chg="addSp delSp modSp add del mod">
        <pc:chgData name="Arkar Than Win" userId="a6a96dc0-b645-44fd-b9b8-4e9a83d7d778" providerId="ADAL" clId="{6924A5C4-5B92-471D-8AF8-98864715565E}" dt="2025-11-22T00:14:44.808" v="8661" actId="47"/>
        <pc:sldMkLst>
          <pc:docMk/>
          <pc:sldMk cId="3100838155" sldId="350"/>
        </pc:sldMkLst>
        <pc:spChg chg="mod">
          <ac:chgData name="Arkar Than Win" userId="a6a96dc0-b645-44fd-b9b8-4e9a83d7d778" providerId="ADAL" clId="{6924A5C4-5B92-471D-8AF8-98864715565E}" dt="2025-11-22T00:14:29.687" v="8656" actId="20577"/>
          <ac:spMkLst>
            <pc:docMk/>
            <pc:sldMk cId="3100838155" sldId="350"/>
            <ac:spMk id="2" creationId="{CAAF1985-9B80-9347-E48C-C03712F414FB}"/>
          </ac:spMkLst>
        </pc:spChg>
        <pc:picChg chg="add mod">
          <ac:chgData name="Arkar Than Win" userId="a6a96dc0-b645-44fd-b9b8-4e9a83d7d778" providerId="ADAL" clId="{6924A5C4-5B92-471D-8AF8-98864715565E}" dt="2025-11-22T00:14:42.185" v="8660" actId="1076"/>
          <ac:picMkLst>
            <pc:docMk/>
            <pc:sldMk cId="3100838155" sldId="350"/>
            <ac:picMk id="3" creationId="{C860F731-5EE2-A0A8-2F0B-2D4CDE1181B9}"/>
          </ac:picMkLst>
        </pc:picChg>
        <pc:picChg chg="del">
          <ac:chgData name="Arkar Than Win" userId="a6a96dc0-b645-44fd-b9b8-4e9a83d7d778" providerId="ADAL" clId="{6924A5C4-5B92-471D-8AF8-98864715565E}" dt="2025-11-22T00:14:36.882" v="8657" actId="478"/>
          <ac:picMkLst>
            <pc:docMk/>
            <pc:sldMk cId="3100838155" sldId="350"/>
            <ac:picMk id="11" creationId="{3A23134B-80F6-2BC7-985C-5A8F842CB3D8}"/>
          </ac:picMkLst>
        </pc:picChg>
      </pc:sldChg>
      <pc:sldChg chg="del">
        <pc:chgData name="Arkar Than Win" userId="a6a96dc0-b645-44fd-b9b8-4e9a83d7d778" providerId="ADAL" clId="{6924A5C4-5B92-471D-8AF8-98864715565E}" dt="2025-11-13T00:29:48.973" v="0" actId="47"/>
        <pc:sldMkLst>
          <pc:docMk/>
          <pc:sldMk cId="708298917" sldId="353"/>
        </pc:sldMkLst>
      </pc:sldChg>
      <pc:sldChg chg="del">
        <pc:chgData name="Arkar Than Win" userId="a6a96dc0-b645-44fd-b9b8-4e9a83d7d778" providerId="ADAL" clId="{6924A5C4-5B92-471D-8AF8-98864715565E}" dt="2025-11-13T00:29:48.973" v="0" actId="47"/>
        <pc:sldMkLst>
          <pc:docMk/>
          <pc:sldMk cId="748972507" sldId="354"/>
        </pc:sldMkLst>
      </pc:sldChg>
      <pc:sldChg chg="del">
        <pc:chgData name="Arkar Than Win" userId="a6a96dc0-b645-44fd-b9b8-4e9a83d7d778" providerId="ADAL" clId="{6924A5C4-5B92-471D-8AF8-98864715565E}" dt="2025-11-13T00:29:48.973" v="0" actId="47"/>
        <pc:sldMkLst>
          <pc:docMk/>
          <pc:sldMk cId="1974517483" sldId="372"/>
        </pc:sldMkLst>
      </pc:sldChg>
      <pc:sldChg chg="del">
        <pc:chgData name="Arkar Than Win" userId="a6a96dc0-b645-44fd-b9b8-4e9a83d7d778" providerId="ADAL" clId="{6924A5C4-5B92-471D-8AF8-98864715565E}" dt="2025-11-13T00:29:48.973" v="0" actId="47"/>
        <pc:sldMkLst>
          <pc:docMk/>
          <pc:sldMk cId="939287243" sldId="373"/>
        </pc:sldMkLst>
      </pc:sldChg>
      <pc:sldChg chg="del">
        <pc:chgData name="Arkar Than Win" userId="a6a96dc0-b645-44fd-b9b8-4e9a83d7d778" providerId="ADAL" clId="{6924A5C4-5B92-471D-8AF8-98864715565E}" dt="2025-11-13T00:29:48.973" v="0" actId="47"/>
        <pc:sldMkLst>
          <pc:docMk/>
          <pc:sldMk cId="3223149401" sldId="376"/>
        </pc:sldMkLst>
      </pc:sldChg>
      <pc:sldChg chg="del">
        <pc:chgData name="Arkar Than Win" userId="a6a96dc0-b645-44fd-b9b8-4e9a83d7d778" providerId="ADAL" clId="{6924A5C4-5B92-471D-8AF8-98864715565E}" dt="2025-11-13T00:29:48.973" v="0" actId="47"/>
        <pc:sldMkLst>
          <pc:docMk/>
          <pc:sldMk cId="1345576822" sldId="378"/>
        </pc:sldMkLst>
      </pc:sldChg>
      <pc:sldChg chg="del">
        <pc:chgData name="Arkar Than Win" userId="a6a96dc0-b645-44fd-b9b8-4e9a83d7d778" providerId="ADAL" clId="{6924A5C4-5B92-471D-8AF8-98864715565E}" dt="2025-11-13T00:29:48.973" v="0" actId="47"/>
        <pc:sldMkLst>
          <pc:docMk/>
          <pc:sldMk cId="1306417916" sldId="381"/>
        </pc:sldMkLst>
      </pc:sldChg>
      <pc:sldChg chg="del">
        <pc:chgData name="Arkar Than Win" userId="a6a96dc0-b645-44fd-b9b8-4e9a83d7d778" providerId="ADAL" clId="{6924A5C4-5B92-471D-8AF8-98864715565E}" dt="2025-11-13T00:29:48.973" v="0" actId="47"/>
        <pc:sldMkLst>
          <pc:docMk/>
          <pc:sldMk cId="2920518491" sldId="382"/>
        </pc:sldMkLst>
      </pc:sldChg>
      <pc:sldChg chg="del">
        <pc:chgData name="Arkar Than Win" userId="a6a96dc0-b645-44fd-b9b8-4e9a83d7d778" providerId="ADAL" clId="{6924A5C4-5B92-471D-8AF8-98864715565E}" dt="2025-11-13T00:29:48.973" v="0" actId="47"/>
        <pc:sldMkLst>
          <pc:docMk/>
          <pc:sldMk cId="873063956" sldId="383"/>
        </pc:sldMkLst>
      </pc:sldChg>
      <pc:sldChg chg="del">
        <pc:chgData name="Arkar Than Win" userId="a6a96dc0-b645-44fd-b9b8-4e9a83d7d778" providerId="ADAL" clId="{6924A5C4-5B92-471D-8AF8-98864715565E}" dt="2025-11-13T00:29:48.973" v="0" actId="47"/>
        <pc:sldMkLst>
          <pc:docMk/>
          <pc:sldMk cId="2026525508" sldId="385"/>
        </pc:sldMkLst>
      </pc:sldChg>
      <pc:sldChg chg="del">
        <pc:chgData name="Arkar Than Win" userId="a6a96dc0-b645-44fd-b9b8-4e9a83d7d778" providerId="ADAL" clId="{6924A5C4-5B92-471D-8AF8-98864715565E}" dt="2025-11-13T00:29:48.973" v="0" actId="47"/>
        <pc:sldMkLst>
          <pc:docMk/>
          <pc:sldMk cId="60772999" sldId="386"/>
        </pc:sldMkLst>
      </pc:sldChg>
      <pc:sldChg chg="del">
        <pc:chgData name="Arkar Than Win" userId="a6a96dc0-b645-44fd-b9b8-4e9a83d7d778" providerId="ADAL" clId="{6924A5C4-5B92-471D-8AF8-98864715565E}" dt="2025-11-13T00:29:48.973" v="0" actId="47"/>
        <pc:sldMkLst>
          <pc:docMk/>
          <pc:sldMk cId="1412183325" sldId="387"/>
        </pc:sldMkLst>
      </pc:sldChg>
      <pc:sldChg chg="del">
        <pc:chgData name="Arkar Than Win" userId="a6a96dc0-b645-44fd-b9b8-4e9a83d7d778" providerId="ADAL" clId="{6924A5C4-5B92-471D-8AF8-98864715565E}" dt="2025-11-13T00:29:48.973" v="0" actId="47"/>
        <pc:sldMkLst>
          <pc:docMk/>
          <pc:sldMk cId="1667776588" sldId="389"/>
        </pc:sldMkLst>
      </pc:sldChg>
      <pc:sldChg chg="del">
        <pc:chgData name="Arkar Than Win" userId="a6a96dc0-b645-44fd-b9b8-4e9a83d7d778" providerId="ADAL" clId="{6924A5C4-5B92-471D-8AF8-98864715565E}" dt="2025-11-13T00:29:48.973" v="0" actId="47"/>
        <pc:sldMkLst>
          <pc:docMk/>
          <pc:sldMk cId="2355855802" sldId="391"/>
        </pc:sldMkLst>
      </pc:sldChg>
      <pc:sldChg chg="del">
        <pc:chgData name="Arkar Than Win" userId="a6a96dc0-b645-44fd-b9b8-4e9a83d7d778" providerId="ADAL" clId="{6924A5C4-5B92-471D-8AF8-98864715565E}" dt="2025-11-13T00:29:48.973" v="0" actId="47"/>
        <pc:sldMkLst>
          <pc:docMk/>
          <pc:sldMk cId="313779063" sldId="393"/>
        </pc:sldMkLst>
      </pc:sldChg>
      <pc:sldChg chg="del">
        <pc:chgData name="Arkar Than Win" userId="a6a96dc0-b645-44fd-b9b8-4e9a83d7d778" providerId="ADAL" clId="{6924A5C4-5B92-471D-8AF8-98864715565E}" dt="2025-11-13T00:29:48.973" v="0" actId="47"/>
        <pc:sldMkLst>
          <pc:docMk/>
          <pc:sldMk cId="1183498210" sldId="394"/>
        </pc:sldMkLst>
      </pc:sldChg>
      <pc:sldChg chg="del">
        <pc:chgData name="Arkar Than Win" userId="a6a96dc0-b645-44fd-b9b8-4e9a83d7d778" providerId="ADAL" clId="{6924A5C4-5B92-471D-8AF8-98864715565E}" dt="2025-11-13T00:29:48.973" v="0" actId="47"/>
        <pc:sldMkLst>
          <pc:docMk/>
          <pc:sldMk cId="3571753791" sldId="396"/>
        </pc:sldMkLst>
      </pc:sldChg>
      <pc:sldChg chg="del">
        <pc:chgData name="Arkar Than Win" userId="a6a96dc0-b645-44fd-b9b8-4e9a83d7d778" providerId="ADAL" clId="{6924A5C4-5B92-471D-8AF8-98864715565E}" dt="2025-11-13T00:29:48.973" v="0" actId="47"/>
        <pc:sldMkLst>
          <pc:docMk/>
          <pc:sldMk cId="3740574275" sldId="402"/>
        </pc:sldMkLst>
      </pc:sldChg>
      <pc:sldChg chg="del">
        <pc:chgData name="Arkar Than Win" userId="a6a96dc0-b645-44fd-b9b8-4e9a83d7d778" providerId="ADAL" clId="{6924A5C4-5B92-471D-8AF8-98864715565E}" dt="2025-11-13T00:29:48.973" v="0" actId="47"/>
        <pc:sldMkLst>
          <pc:docMk/>
          <pc:sldMk cId="2245774291" sldId="403"/>
        </pc:sldMkLst>
      </pc:sldChg>
      <pc:sldChg chg="del">
        <pc:chgData name="Arkar Than Win" userId="a6a96dc0-b645-44fd-b9b8-4e9a83d7d778" providerId="ADAL" clId="{6924A5C4-5B92-471D-8AF8-98864715565E}" dt="2025-11-13T00:29:48.973" v="0" actId="47"/>
        <pc:sldMkLst>
          <pc:docMk/>
          <pc:sldMk cId="1256904501" sldId="404"/>
        </pc:sldMkLst>
      </pc:sldChg>
      <pc:sldChg chg="del">
        <pc:chgData name="Arkar Than Win" userId="a6a96dc0-b645-44fd-b9b8-4e9a83d7d778" providerId="ADAL" clId="{6924A5C4-5B92-471D-8AF8-98864715565E}" dt="2025-11-13T00:29:48.973" v="0" actId="47"/>
        <pc:sldMkLst>
          <pc:docMk/>
          <pc:sldMk cId="1612837761" sldId="405"/>
        </pc:sldMkLst>
      </pc:sldChg>
      <pc:sldChg chg="del">
        <pc:chgData name="Arkar Than Win" userId="a6a96dc0-b645-44fd-b9b8-4e9a83d7d778" providerId="ADAL" clId="{6924A5C4-5B92-471D-8AF8-98864715565E}" dt="2025-11-13T00:29:48.973" v="0" actId="47"/>
        <pc:sldMkLst>
          <pc:docMk/>
          <pc:sldMk cId="367252724" sldId="406"/>
        </pc:sldMkLst>
      </pc:sldChg>
      <pc:sldChg chg="del">
        <pc:chgData name="Arkar Than Win" userId="a6a96dc0-b645-44fd-b9b8-4e9a83d7d778" providerId="ADAL" clId="{6924A5C4-5B92-471D-8AF8-98864715565E}" dt="2025-11-13T00:29:48.973" v="0" actId="47"/>
        <pc:sldMkLst>
          <pc:docMk/>
          <pc:sldMk cId="1878671436" sldId="407"/>
        </pc:sldMkLst>
      </pc:sldChg>
      <pc:sldChg chg="del">
        <pc:chgData name="Arkar Than Win" userId="a6a96dc0-b645-44fd-b9b8-4e9a83d7d778" providerId="ADAL" clId="{6924A5C4-5B92-471D-8AF8-98864715565E}" dt="2025-11-13T00:29:48.973" v="0" actId="47"/>
        <pc:sldMkLst>
          <pc:docMk/>
          <pc:sldMk cId="3014904169" sldId="408"/>
        </pc:sldMkLst>
      </pc:sldChg>
      <pc:sldChg chg="del">
        <pc:chgData name="Arkar Than Win" userId="a6a96dc0-b645-44fd-b9b8-4e9a83d7d778" providerId="ADAL" clId="{6924A5C4-5B92-471D-8AF8-98864715565E}" dt="2025-11-13T00:29:48.973" v="0" actId="47"/>
        <pc:sldMkLst>
          <pc:docMk/>
          <pc:sldMk cId="1531951384" sldId="409"/>
        </pc:sldMkLst>
      </pc:sldChg>
      <pc:sldChg chg="del">
        <pc:chgData name="Arkar Than Win" userId="a6a96dc0-b645-44fd-b9b8-4e9a83d7d778" providerId="ADAL" clId="{6924A5C4-5B92-471D-8AF8-98864715565E}" dt="2025-11-13T00:29:48.973" v="0" actId="47"/>
        <pc:sldMkLst>
          <pc:docMk/>
          <pc:sldMk cId="90792396" sldId="410"/>
        </pc:sldMkLst>
      </pc:sldChg>
      <pc:sldChg chg="del">
        <pc:chgData name="Arkar Than Win" userId="a6a96dc0-b645-44fd-b9b8-4e9a83d7d778" providerId="ADAL" clId="{6924A5C4-5B92-471D-8AF8-98864715565E}" dt="2025-11-13T00:29:48.973" v="0" actId="47"/>
        <pc:sldMkLst>
          <pc:docMk/>
          <pc:sldMk cId="491540149" sldId="411"/>
        </pc:sldMkLst>
      </pc:sldChg>
      <pc:sldMasterChg chg="del delSldLayout">
        <pc:chgData name="Arkar Than Win" userId="a6a96dc0-b645-44fd-b9b8-4e9a83d7d778" providerId="ADAL" clId="{6924A5C4-5B92-471D-8AF8-98864715565E}" dt="2025-11-13T00:29:48.973" v="0" actId="47"/>
        <pc:sldMasterMkLst>
          <pc:docMk/>
          <pc:sldMasterMk cId="0" sldId="2147483648"/>
        </pc:sldMasterMkLst>
        <pc:sldLayoutChg chg="del">
          <pc:chgData name="Arkar Than Win" userId="a6a96dc0-b645-44fd-b9b8-4e9a83d7d778" providerId="ADAL" clId="{6924A5C4-5B92-471D-8AF8-98864715565E}" dt="2025-11-13T00:29:48.973" v="0" actId="47"/>
          <pc:sldLayoutMkLst>
            <pc:docMk/>
            <pc:sldMasterMk cId="0" sldId="2147483648"/>
            <pc:sldLayoutMk cId="0" sldId="2147483662"/>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0" sldId="2147483663"/>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0" sldId="2147483664"/>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0" sldId="2147483665"/>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1609240026" sldId="2147483666"/>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629427051" sldId="2147483667"/>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2543364134" sldId="2147483668"/>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1357371042" sldId="2147483669"/>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3217934415" sldId="2147483670"/>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708704885" sldId="2147483671"/>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198124879" sldId="2147483672"/>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3669222636" sldId="2147483673"/>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2133447686" sldId="2147483674"/>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2085512042" sldId="2147483675"/>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2845631941" sldId="2147483676"/>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2714342332" sldId="2147483677"/>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370595439" sldId="2147483678"/>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3834080685" sldId="2147483679"/>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42174845" sldId="2147483680"/>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298129070" sldId="2147483681"/>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3152284612" sldId="2147483704"/>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80105444" sldId="2147483740"/>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1245891281" sldId="2147483741"/>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3264731990" sldId="2147483742"/>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3257488709" sldId="2147483743"/>
          </pc:sldLayoutMkLst>
        </pc:sldLayoutChg>
        <pc:sldLayoutChg chg="del">
          <pc:chgData name="Arkar Than Win" userId="a6a96dc0-b645-44fd-b9b8-4e9a83d7d778" providerId="ADAL" clId="{6924A5C4-5B92-471D-8AF8-98864715565E}" dt="2025-11-13T00:29:48.973" v="0" actId="47"/>
          <pc:sldLayoutMkLst>
            <pc:docMk/>
            <pc:sldMasterMk cId="0" sldId="2147483648"/>
            <pc:sldLayoutMk cId="3899009343" sldId="2147483744"/>
          </pc:sldLayoutMkLst>
        </pc:sldLayoutChg>
      </pc:sldMasterChg>
      <pc:sldMasterChg chg="delSldLayout">
        <pc:chgData name="Arkar Than Win" userId="a6a96dc0-b645-44fd-b9b8-4e9a83d7d778" providerId="ADAL" clId="{6924A5C4-5B92-471D-8AF8-98864715565E}" dt="2025-11-21T23:20:14.087" v="7868" actId="47"/>
        <pc:sldMasterMkLst>
          <pc:docMk/>
          <pc:sldMasterMk cId="2653824931" sldId="2147483682"/>
        </pc:sldMasterMkLst>
        <pc:sldLayoutChg chg="del">
          <pc:chgData name="Arkar Than Win" userId="a6a96dc0-b645-44fd-b9b8-4e9a83d7d778" providerId="ADAL" clId="{6924A5C4-5B92-471D-8AF8-98864715565E}" dt="2025-11-21T23:02:38.419" v="7572" actId="47"/>
          <pc:sldLayoutMkLst>
            <pc:docMk/>
            <pc:sldMasterMk cId="2653824931" sldId="2147483682"/>
            <pc:sldLayoutMk cId="1208770026" sldId="2147483773"/>
          </pc:sldLayoutMkLst>
        </pc:sldLayoutChg>
        <pc:sldLayoutChg chg="del">
          <pc:chgData name="Arkar Than Win" userId="a6a96dc0-b645-44fd-b9b8-4e9a83d7d778" providerId="ADAL" clId="{6924A5C4-5B92-471D-8AF8-98864715565E}" dt="2025-11-21T23:20:14.087" v="7868" actId="47"/>
          <pc:sldLayoutMkLst>
            <pc:docMk/>
            <pc:sldMasterMk cId="2653824931" sldId="2147483682"/>
            <pc:sldLayoutMk cId="1620374392" sldId="2147483773"/>
          </pc:sldLayoutMkLst>
        </pc:sldLayoutChg>
      </pc:sldMasterChg>
    </pc:docChg>
  </pc:docChgLst>
  <pc:docChgLst>
    <pc:chgData name="Arkar Than Win" userId="a6a96dc0-b645-44fd-b9b8-4e9a83d7d778" providerId="ADAL" clId="{09EA1FF5-E7A1-4F40-A161-8C2F6B0C830C}"/>
    <pc:docChg chg="modSld">
      <pc:chgData name="Arkar Than Win" userId="a6a96dc0-b645-44fd-b9b8-4e9a83d7d778" providerId="ADAL" clId="{09EA1FF5-E7A1-4F40-A161-8C2F6B0C830C}" dt="2025-11-22T21:20:17.950" v="0" actId="20577"/>
      <pc:docMkLst>
        <pc:docMk/>
      </pc:docMkLst>
      <pc:sldChg chg="modNotesTx">
        <pc:chgData name="Arkar Than Win" userId="a6a96dc0-b645-44fd-b9b8-4e9a83d7d778" providerId="ADAL" clId="{09EA1FF5-E7A1-4F40-A161-8C2F6B0C830C}" dt="2025-11-22T21:20:17.950" v="0" actId="20577"/>
        <pc:sldMkLst>
          <pc:docMk/>
          <pc:sldMk cId="3744008963" sldId="34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5C253762-C138-0D4D-98BD-E45749408AA7}" type="datetimeFigureOut">
              <a:rPr lang="en-US" smtClean="0"/>
              <a:t>9/28/2026</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D96451B1-F1C2-C342-9482-CA419A1AF9E0}" type="slidenum">
              <a:rPr lang="en-US" smtClean="0"/>
              <a:t>‹#›</a:t>
            </a:fld>
            <a:endParaRPr lang="en-US"/>
          </a:p>
        </p:txBody>
      </p:sp>
    </p:spTree>
    <p:extLst>
      <p:ext uri="{BB962C8B-B14F-4D97-AF65-F5344CB8AC3E}">
        <p14:creationId xmlns:p14="http://schemas.microsoft.com/office/powerpoint/2010/main" val="2337512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1711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43635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8150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4002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2395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45810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30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34896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95174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44085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71216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4321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12070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780648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32571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8104D-2E22-491E-691B-6B65E74B6D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91063A-3D28-91D4-11CC-2751E7805D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81DFF1-C866-2BC6-CB2F-D396F34598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FBC4A5-59FB-6CCD-5F06-A40C601D3609}"/>
              </a:ext>
            </a:extLst>
          </p:cNvPr>
          <p:cNvSpPr>
            <a:spLocks noGrp="1"/>
          </p:cNvSpPr>
          <p:nvPr>
            <p:ph type="sldNum" sz="quarter" idx="5"/>
          </p:nvPr>
        </p:nvSpPr>
        <p:spPr/>
        <p:txBody>
          <a:bodyPr/>
          <a:lstStyle/>
          <a:p>
            <a:fld id="{BA04D8B4-02B2-4E44-A702-C1FA625A917E}" type="slidenum">
              <a:rPr lang="en-AU" smtClean="0"/>
              <a:t>16</a:t>
            </a:fld>
            <a:endParaRPr lang="en-AU"/>
          </a:p>
        </p:txBody>
      </p:sp>
    </p:spTree>
    <p:extLst>
      <p:ext uri="{BB962C8B-B14F-4D97-AF65-F5344CB8AC3E}">
        <p14:creationId xmlns:p14="http://schemas.microsoft.com/office/powerpoint/2010/main" val="15912857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solidFill>
                <a:prstClr val="black"/>
              </a:solidFill>
              <a:latin typeface="Tw Cen MT" panose="020B0602020104020603" pitchFamily="34" charset="0"/>
            </a:endParaRPr>
          </a:p>
        </p:txBody>
      </p:sp>
      <p:sp>
        <p:nvSpPr>
          <p:cNvPr id="4" name="Slide Number Placeholder 3"/>
          <p:cNvSpPr>
            <a:spLocks noGrp="1"/>
          </p:cNvSpPr>
          <p:nvPr>
            <p:ph type="sldNum" sz="quarter" idx="5"/>
          </p:nvPr>
        </p:nvSpPr>
        <p:spPr/>
        <p:txBody>
          <a:bodyPr/>
          <a:lstStyle/>
          <a:p>
            <a:fld id="{BA04D8B4-02B2-4E44-A702-C1FA625A917E}" type="slidenum">
              <a:rPr lang="en-AU" smtClean="0"/>
              <a:t>17</a:t>
            </a:fld>
            <a:endParaRPr lang="en-AU"/>
          </a:p>
        </p:txBody>
      </p:sp>
    </p:spTree>
    <p:extLst>
      <p:ext uri="{BB962C8B-B14F-4D97-AF65-F5344CB8AC3E}">
        <p14:creationId xmlns:p14="http://schemas.microsoft.com/office/powerpoint/2010/main" val="19512277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49745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32571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49745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EACFB-D472-69D5-9016-0F32FC11C4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D5744D-5876-CBF9-8EBB-89EA74BFF9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B759E7-3876-F268-6740-FB363908D0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2EB723-DACD-342E-C8D0-8F4074B1CA6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19402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753098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2DA78-CA2C-6ABB-6782-0AC7FDE433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F1B9E5-D983-6D7F-C3CA-F05D44D853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BBA05D-FE88-EE33-B61F-7E1717D803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26DD3C-A5A6-55AB-30F4-CB2931AF45A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21132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mailto:first.last@sydney.edu.au" TargetMode="External"/><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Master" Target="../slideMasters/slideMaster5.xml"/><Relationship Id="rId4" Type="http://schemas.openxmlformats.org/officeDocument/2006/relationships/image" Target="../media/image14.emf"/></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7.jpeg"/><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8.jpeg"/><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9.jpeg"/><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Master" Target="../slideMasters/slideMaster6.xml"/><Relationship Id="rId4" Type="http://schemas.openxmlformats.org/officeDocument/2006/relationships/image" Target="../media/image14.emf"/></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7.jpeg"/><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8.jpe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9.jpe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526C391-EC2F-854E-3FAC-8EDA85399D7C}"/>
              </a:ext>
            </a:extLst>
          </p:cNvPr>
          <p:cNvSpPr>
            <a:spLocks noGrp="1"/>
          </p:cNvSpPr>
          <p:nvPr>
            <p:ph type="body" sz="quarter" idx="13" hasCustomPrompt="1"/>
          </p:nvPr>
        </p:nvSpPr>
        <p:spPr>
          <a:xfrm>
            <a:off x="562033" y="574675"/>
            <a:ext cx="5533967" cy="1066800"/>
          </a:xfrm>
          <a:prstGeom prst="rect">
            <a:avLst/>
          </a:prstGeom>
        </p:spPr>
        <p:txBody>
          <a:bodyPr lIns="0" tIns="0" rIns="0" bIns="0"/>
          <a:lstStyle>
            <a:lvl1pPr marL="0" indent="0">
              <a:buFontTx/>
              <a:buNone/>
              <a:defRPr sz="2800">
                <a:solidFill>
                  <a:schemeClr val="tx1"/>
                </a:solidFill>
              </a:defRPr>
            </a:lvl1pPr>
          </a:lstStyle>
          <a:p>
            <a:r>
              <a:rPr lang="en-GB" dirty="0"/>
              <a:t>Heading sits here</a:t>
            </a:r>
          </a:p>
          <a:p>
            <a:r>
              <a:rPr lang="en-GB" dirty="0"/>
              <a:t>1-2 lines of copy 28pt</a:t>
            </a:r>
            <a:endParaRPr lang="en-US" dirty="0"/>
          </a:p>
        </p:txBody>
      </p:sp>
      <p:sp>
        <p:nvSpPr>
          <p:cNvPr id="7" name="Text Placeholder 2">
            <a:extLst>
              <a:ext uri="{FF2B5EF4-FFF2-40B4-BE49-F238E27FC236}">
                <a16:creationId xmlns:a16="http://schemas.microsoft.com/office/drawing/2014/main" id="{9EC1A71F-2256-88FB-1073-78B7D8E702C3}"/>
              </a:ext>
            </a:extLst>
          </p:cNvPr>
          <p:cNvSpPr>
            <a:spLocks noGrp="1"/>
          </p:cNvSpPr>
          <p:nvPr>
            <p:ph type="body" sz="quarter" idx="16" hasCustomPrompt="1"/>
          </p:nvPr>
        </p:nvSpPr>
        <p:spPr>
          <a:xfrm>
            <a:off x="571500" y="1812923"/>
            <a:ext cx="5533967" cy="1066800"/>
          </a:xfrm>
          <a:prstGeom prst="rect">
            <a:avLst/>
          </a:prstGeom>
        </p:spPr>
        <p:txBody>
          <a:bodyPr lIns="0" tIns="0" rIns="0" bIns="0"/>
          <a:lstStyle>
            <a:lvl1pPr marL="0" indent="0">
              <a:buFontTx/>
              <a:buNone/>
              <a:defRPr sz="2800" b="0" i="1">
                <a:solidFill>
                  <a:schemeClr val="tx1"/>
                </a:solidFill>
                <a:latin typeface="Times" pitchFamily="2" charset="0"/>
              </a:defRPr>
            </a:lvl1pPr>
          </a:lstStyle>
          <a:p>
            <a:r>
              <a:rPr lang="en-GB" dirty="0"/>
              <a:t>Presentation subheading </a:t>
            </a:r>
            <a:br>
              <a:rPr lang="en-GB" dirty="0"/>
            </a:br>
            <a:r>
              <a:rPr lang="en-GB" dirty="0"/>
              <a:t>can go over 2 lines 28pt</a:t>
            </a:r>
            <a:endParaRPr lang="en-US" dirty="0"/>
          </a:p>
        </p:txBody>
      </p:sp>
      <p:sp>
        <p:nvSpPr>
          <p:cNvPr id="6" name="Text Placeholder 3">
            <a:extLst>
              <a:ext uri="{FF2B5EF4-FFF2-40B4-BE49-F238E27FC236}">
                <a16:creationId xmlns:a16="http://schemas.microsoft.com/office/drawing/2014/main" id="{EA5ABDE1-C8DD-9C86-C1BA-029E99357DDA}"/>
              </a:ext>
            </a:extLst>
          </p:cNvPr>
          <p:cNvSpPr>
            <a:spLocks noGrp="1"/>
          </p:cNvSpPr>
          <p:nvPr>
            <p:ph type="body" sz="quarter" idx="15" hasCustomPrompt="1"/>
          </p:nvPr>
        </p:nvSpPr>
        <p:spPr>
          <a:xfrm>
            <a:off x="562033" y="3108324"/>
            <a:ext cx="5533967" cy="606425"/>
          </a:xfrm>
          <a:prstGeom prst="rect">
            <a:avLst/>
          </a:prstGeom>
        </p:spPr>
        <p:txBody>
          <a:bodyPr lIns="0" tIns="0" rIns="0" bIns="0"/>
          <a:lstStyle>
            <a:lvl1pPr marL="0" indent="0">
              <a:buFontTx/>
              <a:buNone/>
              <a:defRPr sz="1400">
                <a:solidFill>
                  <a:schemeClr val="tx1"/>
                </a:solidFill>
              </a:defRPr>
            </a:lvl1pPr>
          </a:lstStyle>
          <a:p>
            <a:r>
              <a:rPr lang="en-GB" dirty="0"/>
              <a:t>Presented by 14pt</a:t>
            </a:r>
            <a:endParaRPr lang="en-US" dirty="0"/>
          </a:p>
        </p:txBody>
      </p:sp>
      <p:sp>
        <p:nvSpPr>
          <p:cNvPr id="8" name="TextBox 7">
            <a:extLst>
              <a:ext uri="{FF2B5EF4-FFF2-40B4-BE49-F238E27FC236}">
                <a16:creationId xmlns:a16="http://schemas.microsoft.com/office/drawing/2014/main" id="{262845E8-E21B-1585-9AF6-BBB77FE87561}"/>
              </a:ext>
            </a:extLst>
          </p:cNvPr>
          <p:cNvSpPr txBox="1"/>
          <p:nvPr userDrawn="1"/>
        </p:nvSpPr>
        <p:spPr>
          <a:xfrm rot="16200000">
            <a:off x="7940202" y="3646041"/>
            <a:ext cx="1830263" cy="169277"/>
          </a:xfrm>
          <a:prstGeom prst="rect">
            <a:avLst/>
          </a:prstGeom>
          <a:noFill/>
        </p:spPr>
        <p:txBody>
          <a:bodyPr wrap="square" rtlCol="0">
            <a:spAutoFit/>
          </a:bodyPr>
          <a:lstStyle/>
          <a:p>
            <a:r>
              <a:rPr lang="en-US" sz="500" dirty="0"/>
              <a:t>CRICOS 00026A    TEQSA PRV12057</a:t>
            </a:r>
          </a:p>
        </p:txBody>
      </p:sp>
      <p:pic>
        <p:nvPicPr>
          <p:cNvPr id="11" name="Picture">
            <a:extLst>
              <a:ext uri="{FF2B5EF4-FFF2-40B4-BE49-F238E27FC236}">
                <a16:creationId xmlns:a16="http://schemas.microsoft.com/office/drawing/2014/main" id="{026371A5-B0B4-75FD-EDA9-FAF993970A5F}"/>
              </a:ext>
            </a:extLst>
          </p:cNvPr>
          <p:cNvPicPr>
            <a:picLocks noChangeAspect="1"/>
          </p:cNvPicPr>
          <p:nvPr userDrawn="1"/>
        </p:nvPicPr>
        <p:blipFill>
          <a:blip r:embed="rId2"/>
          <a:stretch>
            <a:fillRect/>
          </a:stretch>
        </p:blipFill>
        <p:spPr>
          <a:xfrm>
            <a:off x="584352" y="4083808"/>
            <a:ext cx="1867689" cy="656911"/>
          </a:xfrm>
          <a:prstGeom prst="rect">
            <a:avLst/>
          </a:prstGeom>
        </p:spPr>
      </p:pic>
      <p:sp>
        <p:nvSpPr>
          <p:cNvPr id="34" name="Text Placeholder 4">
            <a:extLst>
              <a:ext uri="{FF2B5EF4-FFF2-40B4-BE49-F238E27FC236}">
                <a16:creationId xmlns:a16="http://schemas.microsoft.com/office/drawing/2014/main" id="{3294DCB0-B5EC-D044-C287-CD623136A7AF}"/>
              </a:ext>
            </a:extLst>
          </p:cNvPr>
          <p:cNvSpPr>
            <a:spLocks noGrp="1"/>
          </p:cNvSpPr>
          <p:nvPr>
            <p:ph type="body" sz="quarter" idx="12" hasCustomPrompt="1"/>
          </p:nvPr>
        </p:nvSpPr>
        <p:spPr>
          <a:xfrm>
            <a:off x="4724400" y="4204920"/>
            <a:ext cx="3502275" cy="414686"/>
          </a:xfrm>
          <a:prstGeom prst="rect">
            <a:avLst/>
          </a:prstGeom>
        </p:spPr>
        <p:txBody>
          <a:bodyPr anchor="b" anchorCtr="0"/>
          <a:lstStyle>
            <a:lvl1pPr marL="0" indent="0" algn="r">
              <a:buNone/>
              <a:defRPr sz="1400" b="1">
                <a:solidFill>
                  <a:schemeClr val="tx1"/>
                </a:solidFill>
              </a:defRPr>
            </a:lvl1pPr>
          </a:lstStyle>
          <a:p>
            <a:pPr lvl="0"/>
            <a:r>
              <a:rPr lang="en-GB" dirty="0" err="1"/>
              <a:t>sydney.edu.au</a:t>
            </a:r>
            <a:r>
              <a:rPr lang="en-GB" dirty="0"/>
              <a:t>/</a:t>
            </a:r>
            <a:r>
              <a:rPr lang="en-GB" dirty="0" err="1"/>
              <a:t>xxxxx</a:t>
            </a:r>
            <a:endParaRPr lang="en-US" dirty="0"/>
          </a:p>
        </p:txBody>
      </p:sp>
    </p:spTree>
    <p:extLst>
      <p:ext uri="{BB962C8B-B14F-4D97-AF65-F5344CB8AC3E}">
        <p14:creationId xmlns:p14="http://schemas.microsoft.com/office/powerpoint/2010/main" val="399689850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accent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A7B6FB2-6FB1-E8EE-71E2-F3031BBC4CFE}"/>
              </a:ext>
            </a:extLst>
          </p:cNvPr>
          <p:cNvSpPr>
            <a:spLocks noGrp="1"/>
          </p:cNvSpPr>
          <p:nvPr>
            <p:ph type="body" sz="quarter" idx="13" hasCustomPrompt="1"/>
          </p:nvPr>
        </p:nvSpPr>
        <p:spPr>
          <a:xfrm>
            <a:off x="562033" y="574675"/>
            <a:ext cx="5533967" cy="1066800"/>
          </a:xfrm>
          <a:prstGeom prst="rect">
            <a:avLst/>
          </a:prstGeom>
        </p:spPr>
        <p:txBody>
          <a:bodyPr lIns="0" tIns="0" rIns="0" bIns="0"/>
          <a:lstStyle>
            <a:lvl1pPr marL="0" indent="0">
              <a:buFontTx/>
              <a:buNone/>
              <a:defRPr sz="2800">
                <a:solidFill>
                  <a:schemeClr val="tx1"/>
                </a:solidFill>
              </a:defRPr>
            </a:lvl1pPr>
          </a:lstStyle>
          <a:p>
            <a:r>
              <a:rPr lang="en-GB" dirty="0"/>
              <a:t>Heading sits here</a:t>
            </a:r>
          </a:p>
          <a:p>
            <a:r>
              <a:rPr lang="en-GB" dirty="0"/>
              <a:t>1-2 lines of copy 28pt</a:t>
            </a:r>
            <a:endParaRPr lang="en-US" dirty="0"/>
          </a:p>
        </p:txBody>
      </p:sp>
      <p:sp>
        <p:nvSpPr>
          <p:cNvPr id="7" name="Text Placeholder 2">
            <a:extLst>
              <a:ext uri="{FF2B5EF4-FFF2-40B4-BE49-F238E27FC236}">
                <a16:creationId xmlns:a16="http://schemas.microsoft.com/office/drawing/2014/main" id="{C73DE4E7-C9AA-0998-373D-DCFBF8D610D2}"/>
              </a:ext>
            </a:extLst>
          </p:cNvPr>
          <p:cNvSpPr>
            <a:spLocks noGrp="1"/>
          </p:cNvSpPr>
          <p:nvPr>
            <p:ph type="body" sz="quarter" idx="15" hasCustomPrompt="1"/>
          </p:nvPr>
        </p:nvSpPr>
        <p:spPr>
          <a:xfrm>
            <a:off x="562033" y="1813272"/>
            <a:ext cx="5533967" cy="1901478"/>
          </a:xfrm>
          <a:prstGeom prst="rect">
            <a:avLst/>
          </a:prstGeom>
        </p:spPr>
        <p:txBody>
          <a:bodyPr lIns="0" tIns="0" rIns="0" bIns="0"/>
          <a:lstStyle>
            <a:lvl1pPr marL="0" indent="0">
              <a:buFontTx/>
              <a:buNone/>
              <a:defRPr sz="1400">
                <a:solidFill>
                  <a:schemeClr val="tx1"/>
                </a:solidFill>
              </a:defRPr>
            </a:lvl1pPr>
          </a:lstStyle>
          <a:p>
            <a:r>
              <a:rPr lang="en-GB" dirty="0"/>
              <a:t>Presented by 14pt</a:t>
            </a:r>
            <a:endParaRPr lang="en-US" dirty="0"/>
          </a:p>
        </p:txBody>
      </p:sp>
      <p:sp>
        <p:nvSpPr>
          <p:cNvPr id="34" name="Text Placeholder 3">
            <a:extLst>
              <a:ext uri="{FF2B5EF4-FFF2-40B4-BE49-F238E27FC236}">
                <a16:creationId xmlns:a16="http://schemas.microsoft.com/office/drawing/2014/main" id="{3294DCB0-B5EC-D044-C287-CD623136A7AF}"/>
              </a:ext>
            </a:extLst>
          </p:cNvPr>
          <p:cNvSpPr>
            <a:spLocks noGrp="1"/>
          </p:cNvSpPr>
          <p:nvPr>
            <p:ph type="body" sz="quarter" idx="12" hasCustomPrompt="1"/>
          </p:nvPr>
        </p:nvSpPr>
        <p:spPr>
          <a:xfrm>
            <a:off x="4724400" y="4204920"/>
            <a:ext cx="3502275" cy="414686"/>
          </a:xfrm>
          <a:prstGeom prst="rect">
            <a:avLst/>
          </a:prstGeom>
        </p:spPr>
        <p:txBody>
          <a:bodyPr anchor="b" anchorCtr="0"/>
          <a:lstStyle>
            <a:lvl1pPr marL="0" indent="0" algn="r">
              <a:buNone/>
              <a:defRPr sz="1400" b="1">
                <a:solidFill>
                  <a:schemeClr val="tx1"/>
                </a:solidFill>
              </a:defRPr>
            </a:lvl1pPr>
          </a:lstStyle>
          <a:p>
            <a:pPr lvl="0"/>
            <a:r>
              <a:rPr lang="en-GB" dirty="0" err="1"/>
              <a:t>sydney.edu.au</a:t>
            </a:r>
            <a:r>
              <a:rPr lang="en-GB" dirty="0"/>
              <a:t>/</a:t>
            </a:r>
            <a:r>
              <a:rPr lang="en-GB" dirty="0" err="1"/>
              <a:t>xxxxx</a:t>
            </a:r>
            <a:endParaRPr lang="en-US" dirty="0"/>
          </a:p>
        </p:txBody>
      </p:sp>
      <p:pic>
        <p:nvPicPr>
          <p:cNvPr id="11" name="Picture 4">
            <a:extLst>
              <a:ext uri="{FF2B5EF4-FFF2-40B4-BE49-F238E27FC236}">
                <a16:creationId xmlns:a16="http://schemas.microsoft.com/office/drawing/2014/main" id="{026371A5-B0B4-75FD-EDA9-FAF993970A5F}"/>
              </a:ext>
            </a:extLst>
          </p:cNvPr>
          <p:cNvPicPr>
            <a:picLocks noChangeAspect="1"/>
          </p:cNvPicPr>
          <p:nvPr userDrawn="1"/>
        </p:nvPicPr>
        <p:blipFill>
          <a:blip r:embed="rId2"/>
          <a:stretch>
            <a:fillRect/>
          </a:stretch>
        </p:blipFill>
        <p:spPr>
          <a:xfrm>
            <a:off x="584352" y="4083808"/>
            <a:ext cx="1867689" cy="656911"/>
          </a:xfrm>
          <a:prstGeom prst="rect">
            <a:avLst/>
          </a:prstGeom>
        </p:spPr>
      </p:pic>
      <p:sp>
        <p:nvSpPr>
          <p:cNvPr id="2" name="Text Placeholder 5">
            <a:extLst>
              <a:ext uri="{FF2B5EF4-FFF2-40B4-BE49-F238E27FC236}">
                <a16:creationId xmlns:a16="http://schemas.microsoft.com/office/drawing/2014/main" id="{BD0328F7-E70B-70FE-8296-A6A9465B3C0D}"/>
              </a:ext>
            </a:extLst>
          </p:cNvPr>
          <p:cNvSpPr txBox="1"/>
          <p:nvPr userDrawn="1"/>
        </p:nvSpPr>
        <p:spPr>
          <a:xfrm rot="16200000">
            <a:off x="7940202" y="3646041"/>
            <a:ext cx="1830263" cy="169277"/>
          </a:xfrm>
          <a:prstGeom prst="rect">
            <a:avLst/>
          </a:prstGeom>
          <a:noFill/>
        </p:spPr>
        <p:txBody>
          <a:bodyPr wrap="square" rtlCol="0">
            <a:spAutoFit/>
          </a:bodyPr>
          <a:lstStyle/>
          <a:p>
            <a:r>
              <a:rPr lang="en-US" sz="500" dirty="0"/>
              <a:t>CRICOS 00026A    TEQSA PRV12057</a:t>
            </a:r>
          </a:p>
        </p:txBody>
      </p:sp>
    </p:spTree>
    <p:extLst>
      <p:ext uri="{BB962C8B-B14F-4D97-AF65-F5344CB8AC3E}">
        <p14:creationId xmlns:p14="http://schemas.microsoft.com/office/powerpoint/2010/main" val="161395443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1">
    <p:bg>
      <p:bgRef idx="1001">
        <a:schemeClr val="bg1"/>
      </p:bgRef>
    </p:bg>
    <p:spTree>
      <p:nvGrpSpPr>
        <p:cNvPr id="1" name=""/>
        <p:cNvGrpSpPr/>
        <p:nvPr/>
      </p:nvGrpSpPr>
      <p:grpSpPr>
        <a:xfrm>
          <a:off x="0" y="0"/>
          <a:ext cx="0" cy="0"/>
          <a:chOff x="0" y="0"/>
          <a:chExt cx="0" cy="0"/>
        </a:xfrm>
      </p:grpSpPr>
      <p:pic>
        <p:nvPicPr>
          <p:cNvPr id="8" name="object 7">
            <a:extLst>
              <a:ext uri="{FF2B5EF4-FFF2-40B4-BE49-F238E27FC236}">
                <a16:creationId xmlns:a16="http://schemas.microsoft.com/office/drawing/2014/main" id="{5682CEC0-2F2F-E2FD-4FDE-2AF1F4D1AE55}"/>
              </a:ext>
              <a:ext uri="{C183D7F6-B498-43B3-948B-1728B52AA6E4}">
                <adec:decorative xmlns:adec="http://schemas.microsoft.com/office/drawing/2017/decorative" val="1"/>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11310" y="0"/>
            <a:ext cx="9155310" cy="5143500"/>
          </a:xfrm>
          <a:prstGeom prst="rect">
            <a:avLst/>
          </a:prstGeom>
        </p:spPr>
      </p:pic>
      <p:sp>
        <p:nvSpPr>
          <p:cNvPr id="3" name="object 6">
            <a:extLst>
              <a:ext uri="{FF2B5EF4-FFF2-40B4-BE49-F238E27FC236}">
                <a16:creationId xmlns:a16="http://schemas.microsoft.com/office/drawing/2014/main" id="{663CD1C2-E224-8DF3-9A0D-E3EFD27C13FF}"/>
              </a:ext>
              <a:ext uri="{C183D7F6-B498-43B3-948B-1728B52AA6E4}">
                <adec:decorative xmlns:adec="http://schemas.microsoft.com/office/drawing/2017/decorative" val="1"/>
              </a:ext>
            </a:extLst>
          </p:cNvPr>
          <p:cNvSpPr/>
          <p:nvPr userDrawn="1"/>
        </p:nvSpPr>
        <p:spPr>
          <a:xfrm>
            <a:off x="0" y="571500"/>
            <a:ext cx="4572000" cy="4000500"/>
          </a:xfrm>
          <a:custGeom>
            <a:avLst/>
            <a:gdLst/>
            <a:ahLst/>
            <a:cxnLst/>
            <a:rect l="l" t="t" r="r" b="b"/>
            <a:pathLst>
              <a:path w="4572000" h="4000500">
                <a:moveTo>
                  <a:pt x="4572000" y="0"/>
                </a:moveTo>
                <a:lnTo>
                  <a:pt x="0" y="0"/>
                </a:lnTo>
                <a:lnTo>
                  <a:pt x="0" y="4000500"/>
                </a:lnTo>
                <a:lnTo>
                  <a:pt x="4572000" y="4000500"/>
                </a:lnTo>
                <a:lnTo>
                  <a:pt x="4572000" y="0"/>
                </a:lnTo>
                <a:close/>
              </a:path>
            </a:pathLst>
          </a:custGeom>
          <a:solidFill>
            <a:schemeClr val="accent1"/>
          </a:solidFill>
        </p:spPr>
        <p:txBody>
          <a:bodyPr wrap="square" lIns="0" tIns="0" rIns="0" bIns="0" rtlCol="0"/>
          <a:lstStyle/>
          <a:p>
            <a:endParaRPr>
              <a:solidFill>
                <a:schemeClr val="tx1"/>
              </a:solidFill>
            </a:endParaRPr>
          </a:p>
        </p:txBody>
      </p:sp>
      <p:sp>
        <p:nvSpPr>
          <p:cNvPr id="20" name="Title 1">
            <a:extLst>
              <a:ext uri="{FF2B5EF4-FFF2-40B4-BE49-F238E27FC236}">
                <a16:creationId xmlns:a16="http://schemas.microsoft.com/office/drawing/2014/main" id="{DEC0E1D8-33A4-65CC-8895-783ED3E74183}"/>
              </a:ext>
            </a:extLst>
          </p:cNvPr>
          <p:cNvSpPr>
            <a:spLocks noGrp="1"/>
          </p:cNvSpPr>
          <p:nvPr>
            <p:ph type="title" hasCustomPrompt="1"/>
          </p:nvPr>
        </p:nvSpPr>
        <p:spPr>
          <a:xfrm>
            <a:off x="468137" y="937577"/>
            <a:ext cx="3966985" cy="946577"/>
          </a:xfrm>
          <a:prstGeom prst="rect">
            <a:avLst/>
          </a:prstGeom>
        </p:spPr>
        <p:txBody>
          <a:bodyPr/>
          <a:lstStyle>
            <a:lvl1pPr>
              <a:defRPr sz="2800">
                <a:solidFill>
                  <a:schemeClr val="tx1"/>
                </a:solidFill>
              </a:defRPr>
            </a:lvl1pPr>
          </a:lstStyle>
          <a:p>
            <a:r>
              <a:rPr lang="en-GB" dirty="0"/>
              <a:t>Heading sits here 28pt</a:t>
            </a:r>
            <a:endParaRPr lang="en-US" dirty="0"/>
          </a:p>
        </p:txBody>
      </p:sp>
      <p:sp>
        <p:nvSpPr>
          <p:cNvPr id="23" name="Text Placeholder 2">
            <a:extLst>
              <a:ext uri="{FF2B5EF4-FFF2-40B4-BE49-F238E27FC236}">
                <a16:creationId xmlns:a16="http://schemas.microsoft.com/office/drawing/2014/main" id="{C9C36DF5-DD75-D71F-723C-8EF6CC84B88A}"/>
              </a:ext>
            </a:extLst>
          </p:cNvPr>
          <p:cNvSpPr>
            <a:spLocks noGrp="1"/>
          </p:cNvSpPr>
          <p:nvPr>
            <p:ph type="body" sz="quarter" idx="14" hasCustomPrompt="1"/>
          </p:nvPr>
        </p:nvSpPr>
        <p:spPr>
          <a:xfrm>
            <a:off x="457627" y="1981961"/>
            <a:ext cx="3966984" cy="753789"/>
          </a:xfrm>
          <a:prstGeom prst="rect">
            <a:avLst/>
          </a:prstGeom>
        </p:spPr>
        <p:txBody>
          <a:bodyPr/>
          <a:lstStyle>
            <a:lvl1pPr marL="0" indent="0">
              <a:buNone/>
              <a:defRPr sz="1400">
                <a:solidFill>
                  <a:schemeClr val="tx1"/>
                </a:solidFill>
              </a:defRPr>
            </a:lvl1pPr>
            <a:lvl2pPr>
              <a:defRPr sz="1400"/>
            </a:lvl2pPr>
            <a:lvl3pPr>
              <a:defRPr sz="1400"/>
            </a:lvl3pPr>
            <a:lvl4pPr>
              <a:defRPr sz="1400"/>
            </a:lvl4pPr>
            <a:lvl5pPr>
              <a:defRPr sz="1400"/>
            </a:lvl5pPr>
          </a:lstStyle>
          <a:p>
            <a:pPr marL="12700" marR="5080">
              <a:lnSpc>
                <a:spcPct val="100000"/>
              </a:lnSpc>
              <a:spcBef>
                <a:spcPts val="100"/>
              </a:spcBef>
            </a:pPr>
            <a:r>
              <a:rPr lang="en-AU" sz="1400" dirty="0">
                <a:latin typeface="Arial"/>
                <a:cs typeface="Arial"/>
              </a:rPr>
              <a:t>Intro</a:t>
            </a:r>
            <a:r>
              <a:rPr lang="en-AU" sz="1400" spc="-20" dirty="0">
                <a:latin typeface="Arial"/>
                <a:cs typeface="Arial"/>
              </a:rPr>
              <a:t> </a:t>
            </a:r>
            <a:r>
              <a:rPr lang="en-AU" sz="1400" dirty="0">
                <a:latin typeface="Arial"/>
                <a:cs typeface="Arial"/>
              </a:rPr>
              <a:t>text</a:t>
            </a:r>
            <a:r>
              <a:rPr lang="en-AU" sz="1400" spc="-5" dirty="0">
                <a:latin typeface="Arial"/>
                <a:cs typeface="Arial"/>
              </a:rPr>
              <a:t> </a:t>
            </a:r>
            <a:r>
              <a:rPr lang="en-AU" sz="1400" dirty="0">
                <a:latin typeface="Arial"/>
                <a:cs typeface="Arial"/>
              </a:rPr>
              <a:t>14pt,</a:t>
            </a:r>
            <a:r>
              <a:rPr lang="en-AU" sz="1400" spc="-15" dirty="0">
                <a:latin typeface="Arial"/>
                <a:cs typeface="Arial"/>
              </a:rPr>
              <a:t> </a:t>
            </a:r>
            <a:r>
              <a:rPr lang="en-AU" sz="1400" dirty="0">
                <a:latin typeface="Arial"/>
                <a:cs typeface="Arial"/>
              </a:rPr>
              <a:t>to</a:t>
            </a:r>
            <a:r>
              <a:rPr lang="en-AU" sz="1400" spc="-5" dirty="0">
                <a:latin typeface="Arial"/>
                <a:cs typeface="Arial"/>
              </a:rPr>
              <a:t> </a:t>
            </a:r>
            <a:r>
              <a:rPr lang="en-AU" sz="1400" dirty="0">
                <a:latin typeface="Arial"/>
                <a:cs typeface="Arial"/>
              </a:rPr>
              <a:t>sit</a:t>
            </a:r>
            <a:r>
              <a:rPr lang="en-AU" sz="1400" spc="-10" dirty="0">
                <a:latin typeface="Arial"/>
                <a:cs typeface="Arial"/>
              </a:rPr>
              <a:t> </a:t>
            </a:r>
            <a:r>
              <a:rPr lang="en-AU" sz="1400" dirty="0">
                <a:latin typeface="Arial"/>
                <a:cs typeface="Arial"/>
              </a:rPr>
              <a:t>here.</a:t>
            </a:r>
            <a:r>
              <a:rPr lang="en-AU" sz="1400" spc="-10" dirty="0">
                <a:latin typeface="Arial"/>
                <a:cs typeface="Arial"/>
              </a:rPr>
              <a:t> </a:t>
            </a:r>
            <a:br>
              <a:rPr lang="en-AU" sz="1400" spc="-10" dirty="0">
                <a:latin typeface="Arial"/>
                <a:cs typeface="Arial"/>
              </a:rPr>
            </a:br>
            <a:r>
              <a:rPr lang="en-AU" sz="1400" dirty="0">
                <a:latin typeface="Arial"/>
                <a:cs typeface="Arial"/>
              </a:rPr>
              <a:t>2–3</a:t>
            </a:r>
            <a:r>
              <a:rPr lang="en-AU" sz="1400" spc="-10" dirty="0">
                <a:latin typeface="Arial"/>
                <a:cs typeface="Arial"/>
              </a:rPr>
              <a:t> lines </a:t>
            </a:r>
            <a:r>
              <a:rPr lang="en-AU" sz="1400" dirty="0">
                <a:latin typeface="Arial"/>
                <a:cs typeface="Arial"/>
              </a:rPr>
              <a:t>of</a:t>
            </a:r>
            <a:r>
              <a:rPr lang="en-AU" sz="1400" spc="-15" dirty="0">
                <a:latin typeface="Arial"/>
                <a:cs typeface="Arial"/>
              </a:rPr>
              <a:t> </a:t>
            </a:r>
            <a:r>
              <a:rPr lang="en-AU" sz="1400" spc="-25" dirty="0">
                <a:latin typeface="Arial"/>
                <a:cs typeface="Arial"/>
              </a:rPr>
              <a:t>copy.</a:t>
            </a:r>
            <a:r>
              <a:rPr lang="en-AU" sz="1400" spc="-80" dirty="0">
                <a:latin typeface="Arial"/>
                <a:cs typeface="Arial"/>
              </a:rPr>
              <a:t> </a:t>
            </a:r>
            <a:r>
              <a:rPr lang="en-AU" sz="1400" dirty="0">
                <a:latin typeface="Arial"/>
                <a:cs typeface="Arial"/>
              </a:rPr>
              <a:t>Am </a:t>
            </a:r>
            <a:r>
              <a:rPr lang="en-AU" sz="1400" dirty="0" err="1">
                <a:latin typeface="Arial"/>
                <a:cs typeface="Arial"/>
              </a:rPr>
              <a:t>quo’xnkaln</a:t>
            </a:r>
            <a:r>
              <a:rPr lang="en-AU" sz="1400" spc="-10" dirty="0">
                <a:latin typeface="Arial"/>
                <a:cs typeface="Arial"/>
              </a:rPr>
              <a:t> </a:t>
            </a:r>
            <a:r>
              <a:rPr lang="en-AU" sz="1400" dirty="0" err="1">
                <a:latin typeface="Arial"/>
                <a:cs typeface="Arial"/>
              </a:rPr>
              <a:t>ium</a:t>
            </a:r>
            <a:r>
              <a:rPr lang="en-AU" sz="1400" spc="-10" dirty="0">
                <a:latin typeface="Arial"/>
                <a:cs typeface="Arial"/>
              </a:rPr>
              <a:t> </a:t>
            </a:r>
            <a:r>
              <a:rPr lang="en-AU" sz="1400" dirty="0" err="1">
                <a:latin typeface="Arial"/>
                <a:cs typeface="Arial"/>
              </a:rPr>
              <a:t>aute</a:t>
            </a:r>
            <a:r>
              <a:rPr lang="en-AU" sz="1400" spc="-5" dirty="0">
                <a:latin typeface="Arial"/>
                <a:cs typeface="Arial"/>
              </a:rPr>
              <a:t> </a:t>
            </a:r>
            <a:r>
              <a:rPr lang="en-AU" sz="1400" spc="-10" dirty="0" err="1">
                <a:latin typeface="Arial"/>
                <a:cs typeface="Arial"/>
              </a:rPr>
              <a:t>fuidesteI</a:t>
            </a:r>
            <a:r>
              <a:rPr lang="en-AU" sz="1400" spc="-10" dirty="0">
                <a:latin typeface="Arial"/>
                <a:cs typeface="Arial"/>
              </a:rPr>
              <a:t> </a:t>
            </a:r>
            <a:r>
              <a:rPr lang="en-AU" sz="1400" dirty="0" err="1">
                <a:latin typeface="Arial"/>
                <a:cs typeface="Arial"/>
              </a:rPr>
              <a:t>eces</a:t>
            </a:r>
            <a:r>
              <a:rPr lang="en-AU" sz="1400" dirty="0">
                <a:latin typeface="Arial"/>
                <a:cs typeface="Arial"/>
              </a:rPr>
              <a:t>,</a:t>
            </a:r>
            <a:r>
              <a:rPr lang="en-AU" sz="1400" spc="-15" dirty="0">
                <a:latin typeface="Arial"/>
                <a:cs typeface="Arial"/>
              </a:rPr>
              <a:t> </a:t>
            </a:r>
            <a:r>
              <a:rPr lang="en-AU" sz="1400" dirty="0">
                <a:latin typeface="Arial"/>
                <a:cs typeface="Arial"/>
              </a:rPr>
              <a:t>Cas</a:t>
            </a:r>
            <a:r>
              <a:rPr lang="en-AU" sz="1400" spc="-15" dirty="0">
                <a:latin typeface="Arial"/>
                <a:cs typeface="Arial"/>
              </a:rPr>
              <a:t> </a:t>
            </a:r>
            <a:r>
              <a:rPr lang="en-AU" sz="1400" dirty="0" err="1">
                <a:latin typeface="Arial"/>
                <a:cs typeface="Arial"/>
              </a:rPr>
              <a:t>cus</a:t>
            </a:r>
            <a:r>
              <a:rPr lang="en-AU" sz="1400" spc="-10" dirty="0">
                <a:latin typeface="Arial"/>
                <a:cs typeface="Arial"/>
              </a:rPr>
              <a:t> </a:t>
            </a:r>
            <a:r>
              <a:rPr lang="en-AU" sz="1400" dirty="0" err="1">
                <a:latin typeface="Arial"/>
                <a:cs typeface="Arial"/>
              </a:rPr>
              <a:t>aus</a:t>
            </a:r>
            <a:r>
              <a:rPr lang="en-AU" sz="1400" spc="-15" dirty="0">
                <a:latin typeface="Arial"/>
                <a:cs typeface="Arial"/>
              </a:rPr>
              <a:t> </a:t>
            </a:r>
            <a:r>
              <a:rPr lang="en-AU" sz="1400" spc="-10" dirty="0" err="1">
                <a:latin typeface="Arial"/>
                <a:cs typeface="Arial"/>
              </a:rPr>
              <a:t>opubli</a:t>
            </a:r>
            <a:r>
              <a:rPr lang="en-AU" sz="1400" spc="-10" dirty="0">
                <a:latin typeface="Arial"/>
                <a:cs typeface="Arial"/>
              </a:rPr>
              <a:t>.</a:t>
            </a:r>
            <a:endParaRPr lang="en-AU" sz="1400" dirty="0">
              <a:latin typeface="Arial"/>
              <a:cs typeface="Arial"/>
            </a:endParaRPr>
          </a:p>
        </p:txBody>
      </p:sp>
      <p:sp>
        <p:nvSpPr>
          <p:cNvPr id="34" name="Text Placeholder 3">
            <a:extLst>
              <a:ext uri="{FF2B5EF4-FFF2-40B4-BE49-F238E27FC236}">
                <a16:creationId xmlns:a16="http://schemas.microsoft.com/office/drawing/2014/main" id="{3294DCB0-B5EC-D044-C287-CD623136A7AF}"/>
              </a:ext>
            </a:extLst>
          </p:cNvPr>
          <p:cNvSpPr>
            <a:spLocks noGrp="1"/>
          </p:cNvSpPr>
          <p:nvPr>
            <p:ph type="body" sz="quarter" idx="12" hasCustomPrompt="1"/>
          </p:nvPr>
        </p:nvSpPr>
        <p:spPr>
          <a:xfrm>
            <a:off x="468137" y="2787410"/>
            <a:ext cx="3502275" cy="414686"/>
          </a:xfrm>
          <a:prstGeom prst="rect">
            <a:avLst/>
          </a:prstGeom>
        </p:spPr>
        <p:txBody>
          <a:bodyPr anchor="b" anchorCtr="0"/>
          <a:lstStyle>
            <a:lvl1pPr marL="0" indent="0" algn="l">
              <a:buNone/>
              <a:defRPr sz="1400" b="1">
                <a:solidFill>
                  <a:schemeClr val="tx1"/>
                </a:solidFill>
              </a:defRPr>
            </a:lvl1pPr>
          </a:lstStyle>
          <a:p>
            <a:pPr lvl="0"/>
            <a:r>
              <a:rPr lang="en-GB" dirty="0" err="1"/>
              <a:t>sydney.edu.au</a:t>
            </a:r>
            <a:r>
              <a:rPr lang="en-GB" dirty="0"/>
              <a:t>/</a:t>
            </a:r>
            <a:r>
              <a:rPr lang="en-GB" dirty="0" err="1"/>
              <a:t>xxxxx</a:t>
            </a:r>
            <a:endParaRPr lang="en-US" dirty="0"/>
          </a:p>
        </p:txBody>
      </p:sp>
      <p:pic>
        <p:nvPicPr>
          <p:cNvPr id="11" name="Picture 4">
            <a:extLst>
              <a:ext uri="{FF2B5EF4-FFF2-40B4-BE49-F238E27FC236}">
                <a16:creationId xmlns:a16="http://schemas.microsoft.com/office/drawing/2014/main" id="{026371A5-B0B4-75FD-EDA9-FAF993970A5F}"/>
              </a:ext>
            </a:extLst>
          </p:cNvPr>
          <p:cNvPicPr>
            <a:picLocks noChangeAspect="1"/>
          </p:cNvPicPr>
          <p:nvPr userDrawn="1"/>
        </p:nvPicPr>
        <p:blipFill>
          <a:blip r:embed="rId3"/>
          <a:stretch>
            <a:fillRect/>
          </a:stretch>
        </p:blipFill>
        <p:spPr>
          <a:xfrm>
            <a:off x="583941" y="3611228"/>
            <a:ext cx="1558620" cy="548204"/>
          </a:xfrm>
          <a:prstGeom prst="rect">
            <a:avLst/>
          </a:prstGeom>
        </p:spPr>
      </p:pic>
      <p:sp>
        <p:nvSpPr>
          <p:cNvPr id="2" name="TextBox 5">
            <a:extLst>
              <a:ext uri="{FF2B5EF4-FFF2-40B4-BE49-F238E27FC236}">
                <a16:creationId xmlns:a16="http://schemas.microsoft.com/office/drawing/2014/main" id="{CC6CB602-C08B-320B-4B19-B03FD0E5432F}"/>
              </a:ext>
            </a:extLst>
          </p:cNvPr>
          <p:cNvSpPr txBox="1"/>
          <p:nvPr userDrawn="1"/>
        </p:nvSpPr>
        <p:spPr>
          <a:xfrm rot="16200000">
            <a:off x="3535157" y="3553180"/>
            <a:ext cx="1830263" cy="169277"/>
          </a:xfrm>
          <a:prstGeom prst="rect">
            <a:avLst/>
          </a:prstGeom>
          <a:noFill/>
        </p:spPr>
        <p:txBody>
          <a:bodyPr wrap="square" rtlCol="0">
            <a:spAutoFit/>
          </a:bodyPr>
          <a:lstStyle/>
          <a:p>
            <a:r>
              <a:rPr lang="en-US" sz="500" dirty="0"/>
              <a:t>CRICOS 00026A    TEQSA PRV12057</a:t>
            </a:r>
          </a:p>
        </p:txBody>
      </p:sp>
    </p:spTree>
    <p:extLst>
      <p:ext uri="{BB962C8B-B14F-4D97-AF65-F5344CB8AC3E}">
        <p14:creationId xmlns:p14="http://schemas.microsoft.com/office/powerpoint/2010/main" val="300522325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image 1">
    <p:bg>
      <p:bgRef idx="1001">
        <a:schemeClr val="bg1"/>
      </p:bgRef>
    </p:bg>
    <p:spTree>
      <p:nvGrpSpPr>
        <p:cNvPr id="1" name=""/>
        <p:cNvGrpSpPr/>
        <p:nvPr/>
      </p:nvGrpSpPr>
      <p:grpSpPr>
        <a:xfrm>
          <a:off x="0" y="0"/>
          <a:ext cx="0" cy="0"/>
          <a:chOff x="0" y="0"/>
          <a:chExt cx="0" cy="0"/>
        </a:xfrm>
      </p:grpSpPr>
      <p:pic>
        <p:nvPicPr>
          <p:cNvPr id="4" name="object 6">
            <a:extLst>
              <a:ext uri="{FF2B5EF4-FFF2-40B4-BE49-F238E27FC236}">
                <a16:creationId xmlns:a16="http://schemas.microsoft.com/office/drawing/2014/main" id="{351BF546-A7D6-4DDD-D34D-2811CA1DFCD1}"/>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 name="object 6">
            <a:extLst>
              <a:ext uri="{FF2B5EF4-FFF2-40B4-BE49-F238E27FC236}">
                <a16:creationId xmlns:a16="http://schemas.microsoft.com/office/drawing/2014/main" id="{663CD1C2-E224-8DF3-9A0D-E3EFD27C13FF}"/>
              </a:ext>
              <a:ext uri="{C183D7F6-B498-43B3-948B-1728B52AA6E4}">
                <adec:decorative xmlns:adec="http://schemas.microsoft.com/office/drawing/2017/decorative" val="1"/>
              </a:ext>
            </a:extLst>
          </p:cNvPr>
          <p:cNvSpPr/>
          <p:nvPr userDrawn="1"/>
        </p:nvSpPr>
        <p:spPr>
          <a:xfrm>
            <a:off x="0" y="571500"/>
            <a:ext cx="4572000" cy="4000500"/>
          </a:xfrm>
          <a:custGeom>
            <a:avLst/>
            <a:gdLst/>
            <a:ahLst/>
            <a:cxnLst/>
            <a:rect l="l" t="t" r="r" b="b"/>
            <a:pathLst>
              <a:path w="4572000" h="4000500">
                <a:moveTo>
                  <a:pt x="4572000" y="0"/>
                </a:moveTo>
                <a:lnTo>
                  <a:pt x="0" y="0"/>
                </a:lnTo>
                <a:lnTo>
                  <a:pt x="0" y="4000500"/>
                </a:lnTo>
                <a:lnTo>
                  <a:pt x="4572000" y="4000500"/>
                </a:lnTo>
                <a:lnTo>
                  <a:pt x="4572000" y="0"/>
                </a:lnTo>
                <a:close/>
              </a:path>
            </a:pathLst>
          </a:custGeom>
          <a:solidFill>
            <a:schemeClr val="accent1"/>
          </a:solidFill>
        </p:spPr>
        <p:txBody>
          <a:bodyPr wrap="square" lIns="0" tIns="0" rIns="0" bIns="0" rtlCol="0"/>
          <a:lstStyle/>
          <a:p>
            <a:endParaRPr>
              <a:solidFill>
                <a:schemeClr val="tx1"/>
              </a:solidFill>
            </a:endParaRPr>
          </a:p>
        </p:txBody>
      </p:sp>
      <p:sp>
        <p:nvSpPr>
          <p:cNvPr id="20" name="Title 1">
            <a:extLst>
              <a:ext uri="{FF2B5EF4-FFF2-40B4-BE49-F238E27FC236}">
                <a16:creationId xmlns:a16="http://schemas.microsoft.com/office/drawing/2014/main" id="{DEC0E1D8-33A4-65CC-8895-783ED3E74183}"/>
              </a:ext>
            </a:extLst>
          </p:cNvPr>
          <p:cNvSpPr>
            <a:spLocks noGrp="1"/>
          </p:cNvSpPr>
          <p:nvPr>
            <p:ph type="title" hasCustomPrompt="1"/>
          </p:nvPr>
        </p:nvSpPr>
        <p:spPr>
          <a:xfrm>
            <a:off x="468137" y="937577"/>
            <a:ext cx="3966985" cy="946577"/>
          </a:xfrm>
          <a:prstGeom prst="rect">
            <a:avLst/>
          </a:prstGeom>
        </p:spPr>
        <p:txBody>
          <a:bodyPr/>
          <a:lstStyle>
            <a:lvl1pPr>
              <a:defRPr sz="2800">
                <a:solidFill>
                  <a:schemeClr val="tx1"/>
                </a:solidFill>
              </a:defRPr>
            </a:lvl1pPr>
          </a:lstStyle>
          <a:p>
            <a:r>
              <a:rPr lang="en-GB" dirty="0"/>
              <a:t>Heading sits here 28pt</a:t>
            </a:r>
            <a:endParaRPr lang="en-US" dirty="0"/>
          </a:p>
        </p:txBody>
      </p:sp>
      <p:sp>
        <p:nvSpPr>
          <p:cNvPr id="23" name="Text Placeholder 2">
            <a:extLst>
              <a:ext uri="{FF2B5EF4-FFF2-40B4-BE49-F238E27FC236}">
                <a16:creationId xmlns:a16="http://schemas.microsoft.com/office/drawing/2014/main" id="{C9C36DF5-DD75-D71F-723C-8EF6CC84B88A}"/>
              </a:ext>
            </a:extLst>
          </p:cNvPr>
          <p:cNvSpPr>
            <a:spLocks noGrp="1"/>
          </p:cNvSpPr>
          <p:nvPr>
            <p:ph type="body" sz="quarter" idx="14" hasCustomPrompt="1"/>
          </p:nvPr>
        </p:nvSpPr>
        <p:spPr>
          <a:xfrm>
            <a:off x="457627" y="1981961"/>
            <a:ext cx="3966984" cy="753789"/>
          </a:xfrm>
          <a:prstGeom prst="rect">
            <a:avLst/>
          </a:prstGeom>
        </p:spPr>
        <p:txBody>
          <a:bodyPr/>
          <a:lstStyle>
            <a:lvl1pPr marL="0" indent="0">
              <a:buNone/>
              <a:defRPr sz="1400">
                <a:solidFill>
                  <a:schemeClr val="tx1"/>
                </a:solidFill>
              </a:defRPr>
            </a:lvl1pPr>
            <a:lvl2pPr>
              <a:defRPr sz="1400"/>
            </a:lvl2pPr>
            <a:lvl3pPr>
              <a:defRPr sz="1400"/>
            </a:lvl3pPr>
            <a:lvl4pPr>
              <a:defRPr sz="1400"/>
            </a:lvl4pPr>
            <a:lvl5pPr>
              <a:defRPr sz="1400"/>
            </a:lvl5pPr>
          </a:lstStyle>
          <a:p>
            <a:pPr marL="12700" marR="5080">
              <a:lnSpc>
                <a:spcPct val="100000"/>
              </a:lnSpc>
              <a:spcBef>
                <a:spcPts val="100"/>
              </a:spcBef>
            </a:pPr>
            <a:r>
              <a:rPr lang="en-AU" sz="1400" dirty="0">
                <a:latin typeface="Arial"/>
                <a:cs typeface="Arial"/>
              </a:rPr>
              <a:t>Intro</a:t>
            </a:r>
            <a:r>
              <a:rPr lang="en-AU" sz="1400" spc="-20" dirty="0">
                <a:latin typeface="Arial"/>
                <a:cs typeface="Arial"/>
              </a:rPr>
              <a:t> </a:t>
            </a:r>
            <a:r>
              <a:rPr lang="en-AU" sz="1400" dirty="0">
                <a:latin typeface="Arial"/>
                <a:cs typeface="Arial"/>
              </a:rPr>
              <a:t>text</a:t>
            </a:r>
            <a:r>
              <a:rPr lang="en-AU" sz="1400" spc="-5" dirty="0">
                <a:latin typeface="Arial"/>
                <a:cs typeface="Arial"/>
              </a:rPr>
              <a:t> </a:t>
            </a:r>
            <a:r>
              <a:rPr lang="en-AU" sz="1400" dirty="0">
                <a:latin typeface="Arial"/>
                <a:cs typeface="Arial"/>
              </a:rPr>
              <a:t>14pt,</a:t>
            </a:r>
            <a:r>
              <a:rPr lang="en-AU" sz="1400" spc="-15" dirty="0">
                <a:latin typeface="Arial"/>
                <a:cs typeface="Arial"/>
              </a:rPr>
              <a:t> </a:t>
            </a:r>
            <a:r>
              <a:rPr lang="en-AU" sz="1400" dirty="0">
                <a:latin typeface="Arial"/>
                <a:cs typeface="Arial"/>
              </a:rPr>
              <a:t>to</a:t>
            </a:r>
            <a:r>
              <a:rPr lang="en-AU" sz="1400" spc="-5" dirty="0">
                <a:latin typeface="Arial"/>
                <a:cs typeface="Arial"/>
              </a:rPr>
              <a:t> </a:t>
            </a:r>
            <a:r>
              <a:rPr lang="en-AU" sz="1400" dirty="0">
                <a:latin typeface="Arial"/>
                <a:cs typeface="Arial"/>
              </a:rPr>
              <a:t>sit</a:t>
            </a:r>
            <a:r>
              <a:rPr lang="en-AU" sz="1400" spc="-10" dirty="0">
                <a:latin typeface="Arial"/>
                <a:cs typeface="Arial"/>
              </a:rPr>
              <a:t> </a:t>
            </a:r>
            <a:r>
              <a:rPr lang="en-AU" sz="1400" dirty="0">
                <a:latin typeface="Arial"/>
                <a:cs typeface="Arial"/>
              </a:rPr>
              <a:t>here.</a:t>
            </a:r>
            <a:r>
              <a:rPr lang="en-AU" sz="1400" spc="-10" dirty="0">
                <a:latin typeface="Arial"/>
                <a:cs typeface="Arial"/>
              </a:rPr>
              <a:t> </a:t>
            </a:r>
            <a:br>
              <a:rPr lang="en-AU" sz="1400" spc="-10" dirty="0">
                <a:latin typeface="Arial"/>
                <a:cs typeface="Arial"/>
              </a:rPr>
            </a:br>
            <a:r>
              <a:rPr lang="en-AU" sz="1400" dirty="0">
                <a:latin typeface="Arial"/>
                <a:cs typeface="Arial"/>
              </a:rPr>
              <a:t>2–3</a:t>
            </a:r>
            <a:r>
              <a:rPr lang="en-AU" sz="1400" spc="-10" dirty="0">
                <a:latin typeface="Arial"/>
                <a:cs typeface="Arial"/>
              </a:rPr>
              <a:t> lines </a:t>
            </a:r>
            <a:r>
              <a:rPr lang="en-AU" sz="1400" dirty="0">
                <a:latin typeface="Arial"/>
                <a:cs typeface="Arial"/>
              </a:rPr>
              <a:t>of</a:t>
            </a:r>
            <a:r>
              <a:rPr lang="en-AU" sz="1400" spc="-15" dirty="0">
                <a:latin typeface="Arial"/>
                <a:cs typeface="Arial"/>
              </a:rPr>
              <a:t> </a:t>
            </a:r>
            <a:r>
              <a:rPr lang="en-AU" sz="1400" spc="-25" dirty="0">
                <a:latin typeface="Arial"/>
                <a:cs typeface="Arial"/>
              </a:rPr>
              <a:t>copy.</a:t>
            </a:r>
            <a:r>
              <a:rPr lang="en-AU" sz="1400" spc="-80" dirty="0">
                <a:latin typeface="Arial"/>
                <a:cs typeface="Arial"/>
              </a:rPr>
              <a:t> </a:t>
            </a:r>
            <a:r>
              <a:rPr lang="en-AU" sz="1400" dirty="0">
                <a:latin typeface="Arial"/>
                <a:cs typeface="Arial"/>
              </a:rPr>
              <a:t>Am </a:t>
            </a:r>
            <a:r>
              <a:rPr lang="en-AU" sz="1400" dirty="0" err="1">
                <a:latin typeface="Arial"/>
                <a:cs typeface="Arial"/>
              </a:rPr>
              <a:t>quo’xnkaln</a:t>
            </a:r>
            <a:r>
              <a:rPr lang="en-AU" sz="1400" spc="-10" dirty="0">
                <a:latin typeface="Arial"/>
                <a:cs typeface="Arial"/>
              </a:rPr>
              <a:t> </a:t>
            </a:r>
            <a:r>
              <a:rPr lang="en-AU" sz="1400" dirty="0" err="1">
                <a:latin typeface="Arial"/>
                <a:cs typeface="Arial"/>
              </a:rPr>
              <a:t>ium</a:t>
            </a:r>
            <a:r>
              <a:rPr lang="en-AU" sz="1400" spc="-10" dirty="0">
                <a:latin typeface="Arial"/>
                <a:cs typeface="Arial"/>
              </a:rPr>
              <a:t> </a:t>
            </a:r>
            <a:r>
              <a:rPr lang="en-AU" sz="1400" dirty="0" err="1">
                <a:latin typeface="Arial"/>
                <a:cs typeface="Arial"/>
              </a:rPr>
              <a:t>aute</a:t>
            </a:r>
            <a:r>
              <a:rPr lang="en-AU" sz="1400" spc="-5" dirty="0">
                <a:latin typeface="Arial"/>
                <a:cs typeface="Arial"/>
              </a:rPr>
              <a:t> </a:t>
            </a:r>
            <a:r>
              <a:rPr lang="en-AU" sz="1400" spc="-10" dirty="0" err="1">
                <a:latin typeface="Arial"/>
                <a:cs typeface="Arial"/>
              </a:rPr>
              <a:t>fuidesteI</a:t>
            </a:r>
            <a:r>
              <a:rPr lang="en-AU" sz="1400" spc="-10" dirty="0">
                <a:latin typeface="Arial"/>
                <a:cs typeface="Arial"/>
              </a:rPr>
              <a:t> </a:t>
            </a:r>
            <a:r>
              <a:rPr lang="en-AU" sz="1400" dirty="0" err="1">
                <a:latin typeface="Arial"/>
                <a:cs typeface="Arial"/>
              </a:rPr>
              <a:t>eces</a:t>
            </a:r>
            <a:r>
              <a:rPr lang="en-AU" sz="1400" dirty="0">
                <a:latin typeface="Arial"/>
                <a:cs typeface="Arial"/>
              </a:rPr>
              <a:t>,</a:t>
            </a:r>
            <a:r>
              <a:rPr lang="en-AU" sz="1400" spc="-15" dirty="0">
                <a:latin typeface="Arial"/>
                <a:cs typeface="Arial"/>
              </a:rPr>
              <a:t> </a:t>
            </a:r>
            <a:r>
              <a:rPr lang="en-AU" sz="1400" dirty="0">
                <a:latin typeface="Arial"/>
                <a:cs typeface="Arial"/>
              </a:rPr>
              <a:t>Cas</a:t>
            </a:r>
            <a:r>
              <a:rPr lang="en-AU" sz="1400" spc="-15" dirty="0">
                <a:latin typeface="Arial"/>
                <a:cs typeface="Arial"/>
              </a:rPr>
              <a:t> </a:t>
            </a:r>
            <a:r>
              <a:rPr lang="en-AU" sz="1400" dirty="0" err="1">
                <a:latin typeface="Arial"/>
                <a:cs typeface="Arial"/>
              </a:rPr>
              <a:t>cus</a:t>
            </a:r>
            <a:r>
              <a:rPr lang="en-AU" sz="1400" spc="-10" dirty="0">
                <a:latin typeface="Arial"/>
                <a:cs typeface="Arial"/>
              </a:rPr>
              <a:t> </a:t>
            </a:r>
            <a:r>
              <a:rPr lang="en-AU" sz="1400" dirty="0" err="1">
                <a:latin typeface="Arial"/>
                <a:cs typeface="Arial"/>
              </a:rPr>
              <a:t>aus</a:t>
            </a:r>
            <a:r>
              <a:rPr lang="en-AU" sz="1400" spc="-15" dirty="0">
                <a:latin typeface="Arial"/>
                <a:cs typeface="Arial"/>
              </a:rPr>
              <a:t> </a:t>
            </a:r>
            <a:r>
              <a:rPr lang="en-AU" sz="1400" spc="-10" dirty="0" err="1">
                <a:latin typeface="Arial"/>
                <a:cs typeface="Arial"/>
              </a:rPr>
              <a:t>opubli</a:t>
            </a:r>
            <a:r>
              <a:rPr lang="en-AU" sz="1400" spc="-10" dirty="0">
                <a:latin typeface="Arial"/>
                <a:cs typeface="Arial"/>
              </a:rPr>
              <a:t>.</a:t>
            </a:r>
            <a:endParaRPr lang="en-AU" sz="1400" dirty="0">
              <a:latin typeface="Arial"/>
              <a:cs typeface="Arial"/>
            </a:endParaRPr>
          </a:p>
        </p:txBody>
      </p:sp>
      <p:sp>
        <p:nvSpPr>
          <p:cNvPr id="34" name="Text Placeholder 3">
            <a:extLst>
              <a:ext uri="{FF2B5EF4-FFF2-40B4-BE49-F238E27FC236}">
                <a16:creationId xmlns:a16="http://schemas.microsoft.com/office/drawing/2014/main" id="{3294DCB0-B5EC-D044-C287-CD623136A7AF}"/>
              </a:ext>
            </a:extLst>
          </p:cNvPr>
          <p:cNvSpPr>
            <a:spLocks noGrp="1"/>
          </p:cNvSpPr>
          <p:nvPr>
            <p:ph type="body" sz="quarter" idx="12" hasCustomPrompt="1"/>
          </p:nvPr>
        </p:nvSpPr>
        <p:spPr>
          <a:xfrm>
            <a:off x="468137" y="2787410"/>
            <a:ext cx="3502275" cy="414686"/>
          </a:xfrm>
          <a:prstGeom prst="rect">
            <a:avLst/>
          </a:prstGeom>
        </p:spPr>
        <p:txBody>
          <a:bodyPr anchor="b" anchorCtr="0"/>
          <a:lstStyle>
            <a:lvl1pPr marL="0" indent="0" algn="l">
              <a:buNone/>
              <a:defRPr sz="1400" b="1">
                <a:solidFill>
                  <a:schemeClr val="tx1"/>
                </a:solidFill>
              </a:defRPr>
            </a:lvl1pPr>
          </a:lstStyle>
          <a:p>
            <a:pPr lvl="0"/>
            <a:r>
              <a:rPr lang="en-GB" dirty="0" err="1"/>
              <a:t>sydney.edu.au</a:t>
            </a:r>
            <a:r>
              <a:rPr lang="en-GB" dirty="0"/>
              <a:t>/</a:t>
            </a:r>
            <a:r>
              <a:rPr lang="en-GB" dirty="0" err="1"/>
              <a:t>xxxxx</a:t>
            </a:r>
            <a:endParaRPr lang="en-US" dirty="0"/>
          </a:p>
        </p:txBody>
      </p:sp>
      <p:pic>
        <p:nvPicPr>
          <p:cNvPr id="11" name="Picture 4">
            <a:extLst>
              <a:ext uri="{FF2B5EF4-FFF2-40B4-BE49-F238E27FC236}">
                <a16:creationId xmlns:a16="http://schemas.microsoft.com/office/drawing/2014/main" id="{026371A5-B0B4-75FD-EDA9-FAF993970A5F}"/>
              </a:ext>
            </a:extLst>
          </p:cNvPr>
          <p:cNvPicPr>
            <a:picLocks noChangeAspect="1"/>
          </p:cNvPicPr>
          <p:nvPr userDrawn="1"/>
        </p:nvPicPr>
        <p:blipFill>
          <a:blip r:embed="rId3"/>
          <a:stretch>
            <a:fillRect/>
          </a:stretch>
        </p:blipFill>
        <p:spPr>
          <a:xfrm>
            <a:off x="583941" y="3611228"/>
            <a:ext cx="1558620" cy="548204"/>
          </a:xfrm>
          <a:prstGeom prst="rect">
            <a:avLst/>
          </a:prstGeom>
        </p:spPr>
      </p:pic>
      <p:sp>
        <p:nvSpPr>
          <p:cNvPr id="2" name="TextBox 5">
            <a:extLst>
              <a:ext uri="{FF2B5EF4-FFF2-40B4-BE49-F238E27FC236}">
                <a16:creationId xmlns:a16="http://schemas.microsoft.com/office/drawing/2014/main" id="{CC6CB602-C08B-320B-4B19-B03FD0E5432F}"/>
              </a:ext>
            </a:extLst>
          </p:cNvPr>
          <p:cNvSpPr txBox="1"/>
          <p:nvPr userDrawn="1"/>
        </p:nvSpPr>
        <p:spPr>
          <a:xfrm rot="16200000">
            <a:off x="3535157" y="3553180"/>
            <a:ext cx="1830263" cy="169277"/>
          </a:xfrm>
          <a:prstGeom prst="rect">
            <a:avLst/>
          </a:prstGeom>
          <a:noFill/>
        </p:spPr>
        <p:txBody>
          <a:bodyPr wrap="square" rtlCol="0">
            <a:spAutoFit/>
          </a:bodyPr>
          <a:lstStyle/>
          <a:p>
            <a:r>
              <a:rPr lang="en-US" sz="500" dirty="0"/>
              <a:t>CRICOS 00026A    TEQSA PRV12057</a:t>
            </a:r>
          </a:p>
        </p:txBody>
      </p:sp>
    </p:spTree>
    <p:extLst>
      <p:ext uri="{BB962C8B-B14F-4D97-AF65-F5344CB8AC3E}">
        <p14:creationId xmlns:p14="http://schemas.microsoft.com/office/powerpoint/2010/main" val="1240103853"/>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 image 1">
    <p:bg>
      <p:bgRef idx="1001">
        <a:schemeClr val="bg1"/>
      </p:bgRef>
    </p:bg>
    <p:spTree>
      <p:nvGrpSpPr>
        <p:cNvPr id="1" name=""/>
        <p:cNvGrpSpPr/>
        <p:nvPr/>
      </p:nvGrpSpPr>
      <p:grpSpPr>
        <a:xfrm>
          <a:off x="0" y="0"/>
          <a:ext cx="0" cy="0"/>
          <a:chOff x="0" y="0"/>
          <a:chExt cx="0" cy="0"/>
        </a:xfrm>
      </p:grpSpPr>
      <p:pic>
        <p:nvPicPr>
          <p:cNvPr id="5" name="object 4">
            <a:extLst>
              <a:ext uri="{FF2B5EF4-FFF2-40B4-BE49-F238E27FC236}">
                <a16:creationId xmlns:a16="http://schemas.microsoft.com/office/drawing/2014/main" id="{A9A93A07-E57F-5770-834F-CFEF4A2F1EA7}"/>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8021" y="0"/>
            <a:ext cx="9144000" cy="5143500"/>
          </a:xfrm>
          <a:prstGeom prst="rect">
            <a:avLst/>
          </a:prstGeom>
        </p:spPr>
      </p:pic>
      <p:sp>
        <p:nvSpPr>
          <p:cNvPr id="3" name="object 6">
            <a:extLst>
              <a:ext uri="{FF2B5EF4-FFF2-40B4-BE49-F238E27FC236}">
                <a16:creationId xmlns:a16="http://schemas.microsoft.com/office/drawing/2014/main" id="{663CD1C2-E224-8DF3-9A0D-E3EFD27C13FF}"/>
              </a:ext>
              <a:ext uri="{C183D7F6-B498-43B3-948B-1728B52AA6E4}">
                <adec:decorative xmlns:adec="http://schemas.microsoft.com/office/drawing/2017/decorative" val="1"/>
              </a:ext>
            </a:extLst>
          </p:cNvPr>
          <p:cNvSpPr/>
          <p:nvPr userDrawn="1"/>
        </p:nvSpPr>
        <p:spPr>
          <a:xfrm>
            <a:off x="0" y="571500"/>
            <a:ext cx="4572000" cy="4000500"/>
          </a:xfrm>
          <a:custGeom>
            <a:avLst/>
            <a:gdLst/>
            <a:ahLst/>
            <a:cxnLst/>
            <a:rect l="l" t="t" r="r" b="b"/>
            <a:pathLst>
              <a:path w="4572000" h="4000500">
                <a:moveTo>
                  <a:pt x="4572000" y="0"/>
                </a:moveTo>
                <a:lnTo>
                  <a:pt x="0" y="0"/>
                </a:lnTo>
                <a:lnTo>
                  <a:pt x="0" y="4000500"/>
                </a:lnTo>
                <a:lnTo>
                  <a:pt x="4572000" y="4000500"/>
                </a:lnTo>
                <a:lnTo>
                  <a:pt x="4572000" y="0"/>
                </a:lnTo>
                <a:close/>
              </a:path>
            </a:pathLst>
          </a:custGeom>
          <a:solidFill>
            <a:schemeClr val="accent1"/>
          </a:solidFill>
        </p:spPr>
        <p:txBody>
          <a:bodyPr wrap="square" lIns="0" tIns="0" rIns="0" bIns="0" rtlCol="0"/>
          <a:lstStyle/>
          <a:p>
            <a:endParaRPr>
              <a:solidFill>
                <a:schemeClr val="tx1"/>
              </a:solidFill>
            </a:endParaRPr>
          </a:p>
        </p:txBody>
      </p:sp>
      <p:sp>
        <p:nvSpPr>
          <p:cNvPr id="20" name="Title 1">
            <a:extLst>
              <a:ext uri="{FF2B5EF4-FFF2-40B4-BE49-F238E27FC236}">
                <a16:creationId xmlns:a16="http://schemas.microsoft.com/office/drawing/2014/main" id="{DEC0E1D8-33A4-65CC-8895-783ED3E74183}"/>
              </a:ext>
            </a:extLst>
          </p:cNvPr>
          <p:cNvSpPr>
            <a:spLocks noGrp="1"/>
          </p:cNvSpPr>
          <p:nvPr>
            <p:ph type="title" hasCustomPrompt="1"/>
          </p:nvPr>
        </p:nvSpPr>
        <p:spPr>
          <a:xfrm>
            <a:off x="468137" y="937577"/>
            <a:ext cx="3966985" cy="946577"/>
          </a:xfrm>
          <a:prstGeom prst="rect">
            <a:avLst/>
          </a:prstGeom>
        </p:spPr>
        <p:txBody>
          <a:bodyPr/>
          <a:lstStyle>
            <a:lvl1pPr>
              <a:defRPr sz="2800">
                <a:solidFill>
                  <a:schemeClr val="tx1"/>
                </a:solidFill>
              </a:defRPr>
            </a:lvl1pPr>
          </a:lstStyle>
          <a:p>
            <a:r>
              <a:rPr lang="en-GB" dirty="0"/>
              <a:t>Heading sits here 28pt</a:t>
            </a:r>
            <a:endParaRPr lang="en-US" dirty="0"/>
          </a:p>
        </p:txBody>
      </p:sp>
      <p:sp>
        <p:nvSpPr>
          <p:cNvPr id="23" name="Text Placeholder 2">
            <a:extLst>
              <a:ext uri="{FF2B5EF4-FFF2-40B4-BE49-F238E27FC236}">
                <a16:creationId xmlns:a16="http://schemas.microsoft.com/office/drawing/2014/main" id="{C9C36DF5-DD75-D71F-723C-8EF6CC84B88A}"/>
              </a:ext>
            </a:extLst>
          </p:cNvPr>
          <p:cNvSpPr>
            <a:spLocks noGrp="1"/>
          </p:cNvSpPr>
          <p:nvPr>
            <p:ph type="body" sz="quarter" idx="14" hasCustomPrompt="1"/>
          </p:nvPr>
        </p:nvSpPr>
        <p:spPr>
          <a:xfrm>
            <a:off x="457627" y="1981961"/>
            <a:ext cx="3966984" cy="753789"/>
          </a:xfrm>
          <a:prstGeom prst="rect">
            <a:avLst/>
          </a:prstGeom>
        </p:spPr>
        <p:txBody>
          <a:bodyPr/>
          <a:lstStyle>
            <a:lvl1pPr marL="0" indent="0">
              <a:buNone/>
              <a:defRPr sz="1400">
                <a:solidFill>
                  <a:schemeClr val="tx1"/>
                </a:solidFill>
              </a:defRPr>
            </a:lvl1pPr>
            <a:lvl2pPr>
              <a:defRPr sz="1400"/>
            </a:lvl2pPr>
            <a:lvl3pPr>
              <a:defRPr sz="1400"/>
            </a:lvl3pPr>
            <a:lvl4pPr>
              <a:defRPr sz="1400"/>
            </a:lvl4pPr>
            <a:lvl5pPr>
              <a:defRPr sz="1400"/>
            </a:lvl5pPr>
          </a:lstStyle>
          <a:p>
            <a:pPr marL="12700" marR="5080">
              <a:lnSpc>
                <a:spcPct val="100000"/>
              </a:lnSpc>
              <a:spcBef>
                <a:spcPts val="100"/>
              </a:spcBef>
            </a:pPr>
            <a:r>
              <a:rPr lang="en-AU" sz="1400" dirty="0">
                <a:latin typeface="Arial"/>
                <a:cs typeface="Arial"/>
              </a:rPr>
              <a:t>Intro</a:t>
            </a:r>
            <a:r>
              <a:rPr lang="en-AU" sz="1400" spc="-20" dirty="0">
                <a:latin typeface="Arial"/>
                <a:cs typeface="Arial"/>
              </a:rPr>
              <a:t> </a:t>
            </a:r>
            <a:r>
              <a:rPr lang="en-AU" sz="1400" dirty="0">
                <a:latin typeface="Arial"/>
                <a:cs typeface="Arial"/>
              </a:rPr>
              <a:t>text</a:t>
            </a:r>
            <a:r>
              <a:rPr lang="en-AU" sz="1400" spc="-5" dirty="0">
                <a:latin typeface="Arial"/>
                <a:cs typeface="Arial"/>
              </a:rPr>
              <a:t> </a:t>
            </a:r>
            <a:r>
              <a:rPr lang="en-AU" sz="1400" dirty="0">
                <a:latin typeface="Arial"/>
                <a:cs typeface="Arial"/>
              </a:rPr>
              <a:t>14pt,</a:t>
            </a:r>
            <a:r>
              <a:rPr lang="en-AU" sz="1400" spc="-15" dirty="0">
                <a:latin typeface="Arial"/>
                <a:cs typeface="Arial"/>
              </a:rPr>
              <a:t> </a:t>
            </a:r>
            <a:r>
              <a:rPr lang="en-AU" sz="1400" dirty="0">
                <a:latin typeface="Arial"/>
                <a:cs typeface="Arial"/>
              </a:rPr>
              <a:t>to</a:t>
            </a:r>
            <a:r>
              <a:rPr lang="en-AU" sz="1400" spc="-5" dirty="0">
                <a:latin typeface="Arial"/>
                <a:cs typeface="Arial"/>
              </a:rPr>
              <a:t> </a:t>
            </a:r>
            <a:r>
              <a:rPr lang="en-AU" sz="1400" dirty="0">
                <a:latin typeface="Arial"/>
                <a:cs typeface="Arial"/>
              </a:rPr>
              <a:t>sit</a:t>
            </a:r>
            <a:r>
              <a:rPr lang="en-AU" sz="1400" spc="-10" dirty="0">
                <a:latin typeface="Arial"/>
                <a:cs typeface="Arial"/>
              </a:rPr>
              <a:t> </a:t>
            </a:r>
            <a:r>
              <a:rPr lang="en-AU" sz="1400" dirty="0">
                <a:latin typeface="Arial"/>
                <a:cs typeface="Arial"/>
              </a:rPr>
              <a:t>here.</a:t>
            </a:r>
            <a:r>
              <a:rPr lang="en-AU" sz="1400" spc="-10" dirty="0">
                <a:latin typeface="Arial"/>
                <a:cs typeface="Arial"/>
              </a:rPr>
              <a:t> </a:t>
            </a:r>
            <a:br>
              <a:rPr lang="en-AU" sz="1400" spc="-10" dirty="0">
                <a:latin typeface="Arial"/>
                <a:cs typeface="Arial"/>
              </a:rPr>
            </a:br>
            <a:r>
              <a:rPr lang="en-AU" sz="1400" dirty="0">
                <a:latin typeface="Arial"/>
                <a:cs typeface="Arial"/>
              </a:rPr>
              <a:t>2–3</a:t>
            </a:r>
            <a:r>
              <a:rPr lang="en-AU" sz="1400" spc="-10" dirty="0">
                <a:latin typeface="Arial"/>
                <a:cs typeface="Arial"/>
              </a:rPr>
              <a:t> lines </a:t>
            </a:r>
            <a:r>
              <a:rPr lang="en-AU" sz="1400" dirty="0">
                <a:latin typeface="Arial"/>
                <a:cs typeface="Arial"/>
              </a:rPr>
              <a:t>of</a:t>
            </a:r>
            <a:r>
              <a:rPr lang="en-AU" sz="1400" spc="-15" dirty="0">
                <a:latin typeface="Arial"/>
                <a:cs typeface="Arial"/>
              </a:rPr>
              <a:t> </a:t>
            </a:r>
            <a:r>
              <a:rPr lang="en-AU" sz="1400" spc="-25" dirty="0">
                <a:latin typeface="Arial"/>
                <a:cs typeface="Arial"/>
              </a:rPr>
              <a:t>copy.</a:t>
            </a:r>
            <a:r>
              <a:rPr lang="en-AU" sz="1400" spc="-80" dirty="0">
                <a:latin typeface="Arial"/>
                <a:cs typeface="Arial"/>
              </a:rPr>
              <a:t> </a:t>
            </a:r>
            <a:r>
              <a:rPr lang="en-AU" sz="1400" dirty="0">
                <a:latin typeface="Arial"/>
                <a:cs typeface="Arial"/>
              </a:rPr>
              <a:t>Am </a:t>
            </a:r>
            <a:r>
              <a:rPr lang="en-AU" sz="1400" dirty="0" err="1">
                <a:latin typeface="Arial"/>
                <a:cs typeface="Arial"/>
              </a:rPr>
              <a:t>quo’xnkaln</a:t>
            </a:r>
            <a:r>
              <a:rPr lang="en-AU" sz="1400" spc="-10" dirty="0">
                <a:latin typeface="Arial"/>
                <a:cs typeface="Arial"/>
              </a:rPr>
              <a:t> </a:t>
            </a:r>
            <a:r>
              <a:rPr lang="en-AU" sz="1400" dirty="0" err="1">
                <a:latin typeface="Arial"/>
                <a:cs typeface="Arial"/>
              </a:rPr>
              <a:t>ium</a:t>
            </a:r>
            <a:r>
              <a:rPr lang="en-AU" sz="1400" spc="-10" dirty="0">
                <a:latin typeface="Arial"/>
                <a:cs typeface="Arial"/>
              </a:rPr>
              <a:t> </a:t>
            </a:r>
            <a:r>
              <a:rPr lang="en-AU" sz="1400" dirty="0" err="1">
                <a:latin typeface="Arial"/>
                <a:cs typeface="Arial"/>
              </a:rPr>
              <a:t>aute</a:t>
            </a:r>
            <a:r>
              <a:rPr lang="en-AU" sz="1400" spc="-5" dirty="0">
                <a:latin typeface="Arial"/>
                <a:cs typeface="Arial"/>
              </a:rPr>
              <a:t> </a:t>
            </a:r>
            <a:r>
              <a:rPr lang="en-AU" sz="1400" spc="-10" dirty="0" err="1">
                <a:latin typeface="Arial"/>
                <a:cs typeface="Arial"/>
              </a:rPr>
              <a:t>fuidesteI</a:t>
            </a:r>
            <a:r>
              <a:rPr lang="en-AU" sz="1400" spc="-10" dirty="0">
                <a:latin typeface="Arial"/>
                <a:cs typeface="Arial"/>
              </a:rPr>
              <a:t> </a:t>
            </a:r>
            <a:r>
              <a:rPr lang="en-AU" sz="1400" dirty="0" err="1">
                <a:latin typeface="Arial"/>
                <a:cs typeface="Arial"/>
              </a:rPr>
              <a:t>eces</a:t>
            </a:r>
            <a:r>
              <a:rPr lang="en-AU" sz="1400" dirty="0">
                <a:latin typeface="Arial"/>
                <a:cs typeface="Arial"/>
              </a:rPr>
              <a:t>,</a:t>
            </a:r>
            <a:r>
              <a:rPr lang="en-AU" sz="1400" spc="-15" dirty="0">
                <a:latin typeface="Arial"/>
                <a:cs typeface="Arial"/>
              </a:rPr>
              <a:t> </a:t>
            </a:r>
            <a:r>
              <a:rPr lang="en-AU" sz="1400" dirty="0">
                <a:latin typeface="Arial"/>
                <a:cs typeface="Arial"/>
              </a:rPr>
              <a:t>Cas</a:t>
            </a:r>
            <a:r>
              <a:rPr lang="en-AU" sz="1400" spc="-15" dirty="0">
                <a:latin typeface="Arial"/>
                <a:cs typeface="Arial"/>
              </a:rPr>
              <a:t> </a:t>
            </a:r>
            <a:r>
              <a:rPr lang="en-AU" sz="1400" dirty="0" err="1">
                <a:latin typeface="Arial"/>
                <a:cs typeface="Arial"/>
              </a:rPr>
              <a:t>cus</a:t>
            </a:r>
            <a:r>
              <a:rPr lang="en-AU" sz="1400" spc="-10" dirty="0">
                <a:latin typeface="Arial"/>
                <a:cs typeface="Arial"/>
              </a:rPr>
              <a:t> </a:t>
            </a:r>
            <a:r>
              <a:rPr lang="en-AU" sz="1400" dirty="0" err="1">
                <a:latin typeface="Arial"/>
                <a:cs typeface="Arial"/>
              </a:rPr>
              <a:t>aus</a:t>
            </a:r>
            <a:r>
              <a:rPr lang="en-AU" sz="1400" spc="-15" dirty="0">
                <a:latin typeface="Arial"/>
                <a:cs typeface="Arial"/>
              </a:rPr>
              <a:t> </a:t>
            </a:r>
            <a:r>
              <a:rPr lang="en-AU" sz="1400" spc="-10" dirty="0" err="1">
                <a:latin typeface="Arial"/>
                <a:cs typeface="Arial"/>
              </a:rPr>
              <a:t>opubli</a:t>
            </a:r>
            <a:r>
              <a:rPr lang="en-AU" sz="1400" spc="-10" dirty="0">
                <a:latin typeface="Arial"/>
                <a:cs typeface="Arial"/>
              </a:rPr>
              <a:t>.</a:t>
            </a:r>
            <a:endParaRPr lang="en-AU" sz="1400" dirty="0">
              <a:latin typeface="Arial"/>
              <a:cs typeface="Arial"/>
            </a:endParaRPr>
          </a:p>
        </p:txBody>
      </p:sp>
      <p:sp>
        <p:nvSpPr>
          <p:cNvPr id="34" name="Text Placeholder 3">
            <a:extLst>
              <a:ext uri="{FF2B5EF4-FFF2-40B4-BE49-F238E27FC236}">
                <a16:creationId xmlns:a16="http://schemas.microsoft.com/office/drawing/2014/main" id="{3294DCB0-B5EC-D044-C287-CD623136A7AF}"/>
              </a:ext>
            </a:extLst>
          </p:cNvPr>
          <p:cNvSpPr>
            <a:spLocks noGrp="1"/>
          </p:cNvSpPr>
          <p:nvPr>
            <p:ph type="body" sz="quarter" idx="12" hasCustomPrompt="1"/>
          </p:nvPr>
        </p:nvSpPr>
        <p:spPr>
          <a:xfrm>
            <a:off x="468137" y="2787410"/>
            <a:ext cx="3502275" cy="414686"/>
          </a:xfrm>
          <a:prstGeom prst="rect">
            <a:avLst/>
          </a:prstGeom>
        </p:spPr>
        <p:txBody>
          <a:bodyPr anchor="b" anchorCtr="0"/>
          <a:lstStyle>
            <a:lvl1pPr marL="0" indent="0" algn="l">
              <a:buNone/>
              <a:defRPr sz="1400" b="1">
                <a:solidFill>
                  <a:schemeClr val="tx1"/>
                </a:solidFill>
              </a:defRPr>
            </a:lvl1pPr>
          </a:lstStyle>
          <a:p>
            <a:pPr lvl="0"/>
            <a:r>
              <a:rPr lang="en-GB" dirty="0" err="1"/>
              <a:t>sydney.edu.au</a:t>
            </a:r>
            <a:r>
              <a:rPr lang="en-GB" dirty="0"/>
              <a:t>/</a:t>
            </a:r>
            <a:r>
              <a:rPr lang="en-GB" dirty="0" err="1"/>
              <a:t>xxxxx</a:t>
            </a:r>
            <a:endParaRPr lang="en-US" dirty="0"/>
          </a:p>
        </p:txBody>
      </p:sp>
      <p:pic>
        <p:nvPicPr>
          <p:cNvPr id="11" name="Picture 4">
            <a:extLst>
              <a:ext uri="{FF2B5EF4-FFF2-40B4-BE49-F238E27FC236}">
                <a16:creationId xmlns:a16="http://schemas.microsoft.com/office/drawing/2014/main" id="{026371A5-B0B4-75FD-EDA9-FAF993970A5F}"/>
              </a:ext>
            </a:extLst>
          </p:cNvPr>
          <p:cNvPicPr>
            <a:picLocks noChangeAspect="1"/>
          </p:cNvPicPr>
          <p:nvPr userDrawn="1"/>
        </p:nvPicPr>
        <p:blipFill>
          <a:blip r:embed="rId3"/>
          <a:stretch>
            <a:fillRect/>
          </a:stretch>
        </p:blipFill>
        <p:spPr>
          <a:xfrm>
            <a:off x="583941" y="3611228"/>
            <a:ext cx="1558620" cy="548204"/>
          </a:xfrm>
          <a:prstGeom prst="rect">
            <a:avLst/>
          </a:prstGeom>
        </p:spPr>
      </p:pic>
      <p:sp>
        <p:nvSpPr>
          <p:cNvPr id="2" name="TextBox 5">
            <a:extLst>
              <a:ext uri="{FF2B5EF4-FFF2-40B4-BE49-F238E27FC236}">
                <a16:creationId xmlns:a16="http://schemas.microsoft.com/office/drawing/2014/main" id="{CC6CB602-C08B-320B-4B19-B03FD0E5432F}"/>
              </a:ext>
            </a:extLst>
          </p:cNvPr>
          <p:cNvSpPr txBox="1"/>
          <p:nvPr userDrawn="1"/>
        </p:nvSpPr>
        <p:spPr>
          <a:xfrm rot="16200000">
            <a:off x="3535157" y="3553180"/>
            <a:ext cx="1830263" cy="169277"/>
          </a:xfrm>
          <a:prstGeom prst="rect">
            <a:avLst/>
          </a:prstGeom>
          <a:noFill/>
        </p:spPr>
        <p:txBody>
          <a:bodyPr wrap="square" rtlCol="0">
            <a:spAutoFit/>
          </a:bodyPr>
          <a:lstStyle/>
          <a:p>
            <a:r>
              <a:rPr lang="en-US" sz="500" dirty="0"/>
              <a:t>CRICOS 00026A    TEQSA PRV12057</a:t>
            </a:r>
          </a:p>
        </p:txBody>
      </p:sp>
    </p:spTree>
    <p:extLst>
      <p:ext uri="{BB962C8B-B14F-4D97-AF65-F5344CB8AC3E}">
        <p14:creationId xmlns:p14="http://schemas.microsoft.com/office/powerpoint/2010/main" val="3706379365"/>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Slide image 1">
    <p:bg>
      <p:bgRef idx="1001">
        <a:schemeClr val="bg1"/>
      </p:bgRef>
    </p:bg>
    <p:spTree>
      <p:nvGrpSpPr>
        <p:cNvPr id="1" name=""/>
        <p:cNvGrpSpPr/>
        <p:nvPr/>
      </p:nvGrpSpPr>
      <p:grpSpPr>
        <a:xfrm>
          <a:off x="0" y="0"/>
          <a:ext cx="0" cy="0"/>
          <a:chOff x="0" y="0"/>
          <a:chExt cx="0" cy="0"/>
        </a:xfrm>
      </p:grpSpPr>
      <p:pic>
        <p:nvPicPr>
          <p:cNvPr id="4" name="object 4">
            <a:extLst>
              <a:ext uri="{FF2B5EF4-FFF2-40B4-BE49-F238E27FC236}">
                <a16:creationId xmlns:a16="http://schemas.microsoft.com/office/drawing/2014/main" id="{3F48FE3D-1F01-EEB6-6A4A-4F4B29D064A5}"/>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 name="object 6">
            <a:extLst>
              <a:ext uri="{FF2B5EF4-FFF2-40B4-BE49-F238E27FC236}">
                <a16:creationId xmlns:a16="http://schemas.microsoft.com/office/drawing/2014/main" id="{663CD1C2-E224-8DF3-9A0D-E3EFD27C13FF}"/>
              </a:ext>
              <a:ext uri="{C183D7F6-B498-43B3-948B-1728B52AA6E4}">
                <adec:decorative xmlns:adec="http://schemas.microsoft.com/office/drawing/2017/decorative" val="1"/>
              </a:ext>
            </a:extLst>
          </p:cNvPr>
          <p:cNvSpPr/>
          <p:nvPr userDrawn="1"/>
        </p:nvSpPr>
        <p:spPr>
          <a:xfrm>
            <a:off x="0" y="571500"/>
            <a:ext cx="4572000" cy="4000500"/>
          </a:xfrm>
          <a:custGeom>
            <a:avLst/>
            <a:gdLst/>
            <a:ahLst/>
            <a:cxnLst/>
            <a:rect l="l" t="t" r="r" b="b"/>
            <a:pathLst>
              <a:path w="4572000" h="4000500">
                <a:moveTo>
                  <a:pt x="4572000" y="0"/>
                </a:moveTo>
                <a:lnTo>
                  <a:pt x="0" y="0"/>
                </a:lnTo>
                <a:lnTo>
                  <a:pt x="0" y="4000500"/>
                </a:lnTo>
                <a:lnTo>
                  <a:pt x="4572000" y="4000500"/>
                </a:lnTo>
                <a:lnTo>
                  <a:pt x="4572000" y="0"/>
                </a:lnTo>
                <a:close/>
              </a:path>
            </a:pathLst>
          </a:custGeom>
          <a:solidFill>
            <a:schemeClr val="accent1"/>
          </a:solidFill>
        </p:spPr>
        <p:txBody>
          <a:bodyPr wrap="square" lIns="0" tIns="0" rIns="0" bIns="0" rtlCol="0"/>
          <a:lstStyle/>
          <a:p>
            <a:endParaRPr>
              <a:solidFill>
                <a:schemeClr val="tx1"/>
              </a:solidFill>
            </a:endParaRPr>
          </a:p>
        </p:txBody>
      </p:sp>
      <p:sp>
        <p:nvSpPr>
          <p:cNvPr id="20" name="Title 1">
            <a:extLst>
              <a:ext uri="{FF2B5EF4-FFF2-40B4-BE49-F238E27FC236}">
                <a16:creationId xmlns:a16="http://schemas.microsoft.com/office/drawing/2014/main" id="{DEC0E1D8-33A4-65CC-8895-783ED3E74183}"/>
              </a:ext>
            </a:extLst>
          </p:cNvPr>
          <p:cNvSpPr>
            <a:spLocks noGrp="1"/>
          </p:cNvSpPr>
          <p:nvPr>
            <p:ph type="title" hasCustomPrompt="1"/>
          </p:nvPr>
        </p:nvSpPr>
        <p:spPr>
          <a:xfrm>
            <a:off x="468137" y="937577"/>
            <a:ext cx="3966985" cy="946577"/>
          </a:xfrm>
          <a:prstGeom prst="rect">
            <a:avLst/>
          </a:prstGeom>
        </p:spPr>
        <p:txBody>
          <a:bodyPr/>
          <a:lstStyle>
            <a:lvl1pPr>
              <a:defRPr sz="2800">
                <a:solidFill>
                  <a:schemeClr val="tx1"/>
                </a:solidFill>
              </a:defRPr>
            </a:lvl1pPr>
          </a:lstStyle>
          <a:p>
            <a:r>
              <a:rPr lang="en-GB" dirty="0"/>
              <a:t>Heading sits here 28pt</a:t>
            </a:r>
            <a:endParaRPr lang="en-US" dirty="0"/>
          </a:p>
        </p:txBody>
      </p:sp>
      <p:sp>
        <p:nvSpPr>
          <p:cNvPr id="23" name="Text Placeholder 2">
            <a:extLst>
              <a:ext uri="{FF2B5EF4-FFF2-40B4-BE49-F238E27FC236}">
                <a16:creationId xmlns:a16="http://schemas.microsoft.com/office/drawing/2014/main" id="{C9C36DF5-DD75-D71F-723C-8EF6CC84B88A}"/>
              </a:ext>
            </a:extLst>
          </p:cNvPr>
          <p:cNvSpPr>
            <a:spLocks noGrp="1"/>
          </p:cNvSpPr>
          <p:nvPr>
            <p:ph type="body" sz="quarter" idx="14" hasCustomPrompt="1"/>
          </p:nvPr>
        </p:nvSpPr>
        <p:spPr>
          <a:xfrm>
            <a:off x="457627" y="1981961"/>
            <a:ext cx="3966984" cy="753789"/>
          </a:xfrm>
          <a:prstGeom prst="rect">
            <a:avLst/>
          </a:prstGeom>
        </p:spPr>
        <p:txBody>
          <a:bodyPr/>
          <a:lstStyle>
            <a:lvl1pPr marL="0" indent="0">
              <a:buNone/>
              <a:defRPr sz="1400">
                <a:solidFill>
                  <a:schemeClr val="tx1"/>
                </a:solidFill>
              </a:defRPr>
            </a:lvl1pPr>
            <a:lvl2pPr>
              <a:defRPr sz="1400"/>
            </a:lvl2pPr>
            <a:lvl3pPr>
              <a:defRPr sz="1400"/>
            </a:lvl3pPr>
            <a:lvl4pPr>
              <a:defRPr sz="1400"/>
            </a:lvl4pPr>
            <a:lvl5pPr>
              <a:defRPr sz="1400"/>
            </a:lvl5pPr>
          </a:lstStyle>
          <a:p>
            <a:pPr marL="12700" marR="5080">
              <a:lnSpc>
                <a:spcPct val="100000"/>
              </a:lnSpc>
              <a:spcBef>
                <a:spcPts val="100"/>
              </a:spcBef>
            </a:pPr>
            <a:r>
              <a:rPr lang="en-AU" sz="1400" dirty="0">
                <a:latin typeface="Arial"/>
                <a:cs typeface="Arial"/>
              </a:rPr>
              <a:t>Intro</a:t>
            </a:r>
            <a:r>
              <a:rPr lang="en-AU" sz="1400" spc="-20" dirty="0">
                <a:latin typeface="Arial"/>
                <a:cs typeface="Arial"/>
              </a:rPr>
              <a:t> </a:t>
            </a:r>
            <a:r>
              <a:rPr lang="en-AU" sz="1400" dirty="0">
                <a:latin typeface="Arial"/>
                <a:cs typeface="Arial"/>
              </a:rPr>
              <a:t>text</a:t>
            </a:r>
            <a:r>
              <a:rPr lang="en-AU" sz="1400" spc="-5" dirty="0">
                <a:latin typeface="Arial"/>
                <a:cs typeface="Arial"/>
              </a:rPr>
              <a:t> </a:t>
            </a:r>
            <a:r>
              <a:rPr lang="en-AU" sz="1400" dirty="0">
                <a:latin typeface="Arial"/>
                <a:cs typeface="Arial"/>
              </a:rPr>
              <a:t>14pt,</a:t>
            </a:r>
            <a:r>
              <a:rPr lang="en-AU" sz="1400" spc="-15" dirty="0">
                <a:latin typeface="Arial"/>
                <a:cs typeface="Arial"/>
              </a:rPr>
              <a:t> </a:t>
            </a:r>
            <a:r>
              <a:rPr lang="en-AU" sz="1400" dirty="0">
                <a:latin typeface="Arial"/>
                <a:cs typeface="Arial"/>
              </a:rPr>
              <a:t>to</a:t>
            </a:r>
            <a:r>
              <a:rPr lang="en-AU" sz="1400" spc="-5" dirty="0">
                <a:latin typeface="Arial"/>
                <a:cs typeface="Arial"/>
              </a:rPr>
              <a:t> </a:t>
            </a:r>
            <a:r>
              <a:rPr lang="en-AU" sz="1400" dirty="0">
                <a:latin typeface="Arial"/>
                <a:cs typeface="Arial"/>
              </a:rPr>
              <a:t>sit</a:t>
            </a:r>
            <a:r>
              <a:rPr lang="en-AU" sz="1400" spc="-10" dirty="0">
                <a:latin typeface="Arial"/>
                <a:cs typeface="Arial"/>
              </a:rPr>
              <a:t> </a:t>
            </a:r>
            <a:r>
              <a:rPr lang="en-AU" sz="1400" dirty="0">
                <a:latin typeface="Arial"/>
                <a:cs typeface="Arial"/>
              </a:rPr>
              <a:t>here.</a:t>
            </a:r>
            <a:r>
              <a:rPr lang="en-AU" sz="1400" spc="-10" dirty="0">
                <a:latin typeface="Arial"/>
                <a:cs typeface="Arial"/>
              </a:rPr>
              <a:t> </a:t>
            </a:r>
            <a:br>
              <a:rPr lang="en-AU" sz="1400" spc="-10" dirty="0">
                <a:latin typeface="Arial"/>
                <a:cs typeface="Arial"/>
              </a:rPr>
            </a:br>
            <a:r>
              <a:rPr lang="en-AU" sz="1400" dirty="0">
                <a:latin typeface="Arial"/>
                <a:cs typeface="Arial"/>
              </a:rPr>
              <a:t>2–3</a:t>
            </a:r>
            <a:r>
              <a:rPr lang="en-AU" sz="1400" spc="-10" dirty="0">
                <a:latin typeface="Arial"/>
                <a:cs typeface="Arial"/>
              </a:rPr>
              <a:t> lines </a:t>
            </a:r>
            <a:r>
              <a:rPr lang="en-AU" sz="1400" dirty="0">
                <a:latin typeface="Arial"/>
                <a:cs typeface="Arial"/>
              </a:rPr>
              <a:t>of</a:t>
            </a:r>
            <a:r>
              <a:rPr lang="en-AU" sz="1400" spc="-15" dirty="0">
                <a:latin typeface="Arial"/>
                <a:cs typeface="Arial"/>
              </a:rPr>
              <a:t> </a:t>
            </a:r>
            <a:r>
              <a:rPr lang="en-AU" sz="1400" spc="-25" dirty="0">
                <a:latin typeface="Arial"/>
                <a:cs typeface="Arial"/>
              </a:rPr>
              <a:t>copy.</a:t>
            </a:r>
            <a:r>
              <a:rPr lang="en-AU" sz="1400" spc="-80" dirty="0">
                <a:latin typeface="Arial"/>
                <a:cs typeface="Arial"/>
              </a:rPr>
              <a:t> </a:t>
            </a:r>
            <a:r>
              <a:rPr lang="en-AU" sz="1400" dirty="0">
                <a:latin typeface="Arial"/>
                <a:cs typeface="Arial"/>
              </a:rPr>
              <a:t>Am </a:t>
            </a:r>
            <a:r>
              <a:rPr lang="en-AU" sz="1400" dirty="0" err="1">
                <a:latin typeface="Arial"/>
                <a:cs typeface="Arial"/>
              </a:rPr>
              <a:t>quo’xnkaln</a:t>
            </a:r>
            <a:r>
              <a:rPr lang="en-AU" sz="1400" spc="-10" dirty="0">
                <a:latin typeface="Arial"/>
                <a:cs typeface="Arial"/>
              </a:rPr>
              <a:t> </a:t>
            </a:r>
            <a:r>
              <a:rPr lang="en-AU" sz="1400" dirty="0" err="1">
                <a:latin typeface="Arial"/>
                <a:cs typeface="Arial"/>
              </a:rPr>
              <a:t>ium</a:t>
            </a:r>
            <a:r>
              <a:rPr lang="en-AU" sz="1400" spc="-10" dirty="0">
                <a:latin typeface="Arial"/>
                <a:cs typeface="Arial"/>
              </a:rPr>
              <a:t> </a:t>
            </a:r>
            <a:r>
              <a:rPr lang="en-AU" sz="1400" dirty="0" err="1">
                <a:latin typeface="Arial"/>
                <a:cs typeface="Arial"/>
              </a:rPr>
              <a:t>aute</a:t>
            </a:r>
            <a:r>
              <a:rPr lang="en-AU" sz="1400" spc="-5" dirty="0">
                <a:latin typeface="Arial"/>
                <a:cs typeface="Arial"/>
              </a:rPr>
              <a:t> </a:t>
            </a:r>
            <a:r>
              <a:rPr lang="en-AU" sz="1400" spc="-10" dirty="0" err="1">
                <a:latin typeface="Arial"/>
                <a:cs typeface="Arial"/>
              </a:rPr>
              <a:t>fuidesteI</a:t>
            </a:r>
            <a:r>
              <a:rPr lang="en-AU" sz="1400" spc="-10" dirty="0">
                <a:latin typeface="Arial"/>
                <a:cs typeface="Arial"/>
              </a:rPr>
              <a:t> </a:t>
            </a:r>
            <a:r>
              <a:rPr lang="en-AU" sz="1400" dirty="0" err="1">
                <a:latin typeface="Arial"/>
                <a:cs typeface="Arial"/>
              </a:rPr>
              <a:t>eces</a:t>
            </a:r>
            <a:r>
              <a:rPr lang="en-AU" sz="1400" dirty="0">
                <a:latin typeface="Arial"/>
                <a:cs typeface="Arial"/>
              </a:rPr>
              <a:t>,</a:t>
            </a:r>
            <a:r>
              <a:rPr lang="en-AU" sz="1400" spc="-15" dirty="0">
                <a:latin typeface="Arial"/>
                <a:cs typeface="Arial"/>
              </a:rPr>
              <a:t> </a:t>
            </a:r>
            <a:r>
              <a:rPr lang="en-AU" sz="1400" dirty="0">
                <a:latin typeface="Arial"/>
                <a:cs typeface="Arial"/>
              </a:rPr>
              <a:t>Cas</a:t>
            </a:r>
            <a:r>
              <a:rPr lang="en-AU" sz="1400" spc="-15" dirty="0">
                <a:latin typeface="Arial"/>
                <a:cs typeface="Arial"/>
              </a:rPr>
              <a:t> </a:t>
            </a:r>
            <a:r>
              <a:rPr lang="en-AU" sz="1400" dirty="0" err="1">
                <a:latin typeface="Arial"/>
                <a:cs typeface="Arial"/>
              </a:rPr>
              <a:t>cus</a:t>
            </a:r>
            <a:r>
              <a:rPr lang="en-AU" sz="1400" spc="-10" dirty="0">
                <a:latin typeface="Arial"/>
                <a:cs typeface="Arial"/>
              </a:rPr>
              <a:t> </a:t>
            </a:r>
            <a:r>
              <a:rPr lang="en-AU" sz="1400" dirty="0" err="1">
                <a:latin typeface="Arial"/>
                <a:cs typeface="Arial"/>
              </a:rPr>
              <a:t>aus</a:t>
            </a:r>
            <a:r>
              <a:rPr lang="en-AU" sz="1400" spc="-15" dirty="0">
                <a:latin typeface="Arial"/>
                <a:cs typeface="Arial"/>
              </a:rPr>
              <a:t> </a:t>
            </a:r>
            <a:r>
              <a:rPr lang="en-AU" sz="1400" spc="-10" dirty="0" err="1">
                <a:latin typeface="Arial"/>
                <a:cs typeface="Arial"/>
              </a:rPr>
              <a:t>opubli</a:t>
            </a:r>
            <a:r>
              <a:rPr lang="en-AU" sz="1400" spc="-10" dirty="0">
                <a:latin typeface="Arial"/>
                <a:cs typeface="Arial"/>
              </a:rPr>
              <a:t>.</a:t>
            </a:r>
            <a:endParaRPr lang="en-AU" sz="1400" dirty="0">
              <a:latin typeface="Arial"/>
              <a:cs typeface="Arial"/>
            </a:endParaRPr>
          </a:p>
        </p:txBody>
      </p:sp>
      <p:sp>
        <p:nvSpPr>
          <p:cNvPr id="34" name="Text Placeholder 3">
            <a:extLst>
              <a:ext uri="{FF2B5EF4-FFF2-40B4-BE49-F238E27FC236}">
                <a16:creationId xmlns:a16="http://schemas.microsoft.com/office/drawing/2014/main" id="{3294DCB0-B5EC-D044-C287-CD623136A7AF}"/>
              </a:ext>
            </a:extLst>
          </p:cNvPr>
          <p:cNvSpPr>
            <a:spLocks noGrp="1"/>
          </p:cNvSpPr>
          <p:nvPr>
            <p:ph type="body" sz="quarter" idx="12" hasCustomPrompt="1"/>
          </p:nvPr>
        </p:nvSpPr>
        <p:spPr>
          <a:xfrm>
            <a:off x="468137" y="2787410"/>
            <a:ext cx="3502275" cy="414686"/>
          </a:xfrm>
          <a:prstGeom prst="rect">
            <a:avLst/>
          </a:prstGeom>
        </p:spPr>
        <p:txBody>
          <a:bodyPr anchor="b" anchorCtr="0"/>
          <a:lstStyle>
            <a:lvl1pPr marL="0" indent="0" algn="l">
              <a:buNone/>
              <a:defRPr sz="1400" b="1">
                <a:solidFill>
                  <a:schemeClr val="tx1"/>
                </a:solidFill>
              </a:defRPr>
            </a:lvl1pPr>
          </a:lstStyle>
          <a:p>
            <a:pPr lvl="0"/>
            <a:r>
              <a:rPr lang="en-GB" dirty="0" err="1"/>
              <a:t>sydney.edu.au</a:t>
            </a:r>
            <a:r>
              <a:rPr lang="en-GB" dirty="0"/>
              <a:t>/</a:t>
            </a:r>
            <a:r>
              <a:rPr lang="en-GB" dirty="0" err="1"/>
              <a:t>xxxxx</a:t>
            </a:r>
            <a:endParaRPr lang="en-US" dirty="0"/>
          </a:p>
        </p:txBody>
      </p:sp>
      <p:pic>
        <p:nvPicPr>
          <p:cNvPr id="11" name="Picture 4">
            <a:extLst>
              <a:ext uri="{FF2B5EF4-FFF2-40B4-BE49-F238E27FC236}">
                <a16:creationId xmlns:a16="http://schemas.microsoft.com/office/drawing/2014/main" id="{026371A5-B0B4-75FD-EDA9-FAF993970A5F}"/>
              </a:ext>
            </a:extLst>
          </p:cNvPr>
          <p:cNvPicPr>
            <a:picLocks noChangeAspect="1"/>
          </p:cNvPicPr>
          <p:nvPr userDrawn="1"/>
        </p:nvPicPr>
        <p:blipFill>
          <a:blip r:embed="rId3"/>
          <a:stretch>
            <a:fillRect/>
          </a:stretch>
        </p:blipFill>
        <p:spPr>
          <a:xfrm>
            <a:off x="583941" y="3611228"/>
            <a:ext cx="1558620" cy="548204"/>
          </a:xfrm>
          <a:prstGeom prst="rect">
            <a:avLst/>
          </a:prstGeom>
        </p:spPr>
      </p:pic>
      <p:sp>
        <p:nvSpPr>
          <p:cNvPr id="2" name="TextBox 5">
            <a:extLst>
              <a:ext uri="{FF2B5EF4-FFF2-40B4-BE49-F238E27FC236}">
                <a16:creationId xmlns:a16="http://schemas.microsoft.com/office/drawing/2014/main" id="{CC6CB602-C08B-320B-4B19-B03FD0E5432F}"/>
              </a:ext>
            </a:extLst>
          </p:cNvPr>
          <p:cNvSpPr txBox="1"/>
          <p:nvPr userDrawn="1"/>
        </p:nvSpPr>
        <p:spPr>
          <a:xfrm rot="16200000">
            <a:off x="3535157" y="3553180"/>
            <a:ext cx="1830263" cy="169277"/>
          </a:xfrm>
          <a:prstGeom prst="rect">
            <a:avLst/>
          </a:prstGeom>
          <a:noFill/>
        </p:spPr>
        <p:txBody>
          <a:bodyPr wrap="square" rtlCol="0">
            <a:spAutoFit/>
          </a:bodyPr>
          <a:lstStyle/>
          <a:p>
            <a:r>
              <a:rPr lang="en-US" sz="500" dirty="0"/>
              <a:t>CRICOS 00026A    TEQSA PRV12057</a:t>
            </a:r>
          </a:p>
        </p:txBody>
      </p:sp>
    </p:spTree>
    <p:extLst>
      <p:ext uri="{BB962C8B-B14F-4D97-AF65-F5344CB8AC3E}">
        <p14:creationId xmlns:p14="http://schemas.microsoft.com/office/powerpoint/2010/main" val="178918820"/>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cknowledgement of Country 1">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A4A031B-81B7-43E9-D4FB-AF1716EB702F}"/>
              </a:ext>
            </a:extLst>
          </p:cNvPr>
          <p:cNvSpPr txBox="1"/>
          <p:nvPr userDrawn="1"/>
        </p:nvSpPr>
        <p:spPr>
          <a:xfrm>
            <a:off x="577851" y="985576"/>
            <a:ext cx="5518149" cy="1674817"/>
          </a:xfrm>
          <a:prstGeom prst="rect">
            <a:avLst/>
          </a:prstGeom>
        </p:spPr>
        <p:txBody>
          <a:bodyPr vert="horz" wrap="square" lIns="0" tIns="12700" rIns="0" bIns="0" rtlCol="0">
            <a:spAutoFit/>
          </a:bodyPr>
          <a:lstStyle/>
          <a:p>
            <a:pPr marL="21590" marR="5080" indent="-9525" algn="l">
              <a:lnSpc>
                <a:spcPct val="100000"/>
              </a:lnSpc>
              <a:spcBef>
                <a:spcPts val="100"/>
              </a:spcBef>
            </a:pPr>
            <a:r>
              <a:rPr lang="en-AU" sz="1800" dirty="0">
                <a:solidFill>
                  <a:schemeClr val="tx1"/>
                </a:solidFill>
                <a:latin typeface="Arial"/>
                <a:cs typeface="Arial"/>
              </a:rPr>
              <a:t>We recognise and pay respect to the Elders and communities – past, present, and emerging – of the lands that the University of Sydney's campuses stand on. For thousands of years they have shared and exchanged knowledges across innumerable generations for the benefit of all.</a:t>
            </a:r>
          </a:p>
        </p:txBody>
      </p:sp>
      <p:pic>
        <p:nvPicPr>
          <p:cNvPr id="16" name="Picture 2">
            <a:extLst>
              <a:ext uri="{FF2B5EF4-FFF2-40B4-BE49-F238E27FC236}">
                <a16:creationId xmlns:a16="http://schemas.microsoft.com/office/drawing/2014/main" id="{6E1B4E01-527A-D1AA-EA18-50F1CA440C46}"/>
              </a:ext>
            </a:extLst>
          </p:cNvPr>
          <p:cNvPicPr>
            <a:picLocks noChangeAspect="1"/>
          </p:cNvPicPr>
          <p:nvPr userDrawn="1"/>
        </p:nvPicPr>
        <p:blipFill>
          <a:blip r:embed="rId2"/>
          <a:stretch>
            <a:fillRect/>
          </a:stretch>
        </p:blipFill>
        <p:spPr>
          <a:xfrm>
            <a:off x="583941" y="3611228"/>
            <a:ext cx="1558620" cy="548204"/>
          </a:xfrm>
          <a:prstGeom prst="rect">
            <a:avLst/>
          </a:prstGeom>
        </p:spPr>
      </p:pic>
    </p:spTree>
    <p:extLst>
      <p:ext uri="{BB962C8B-B14F-4D97-AF65-F5344CB8AC3E}">
        <p14:creationId xmlns:p14="http://schemas.microsoft.com/office/powerpoint/2010/main" val="2342125416"/>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cknowledgement of Country 2">
    <p:bg>
      <p:bgPr>
        <a:solidFill>
          <a:schemeClr val="accent1"/>
        </a:solidFill>
        <a:effectLst/>
      </p:bgPr>
    </p:bg>
    <p:spTree>
      <p:nvGrpSpPr>
        <p:cNvPr id="1" name=""/>
        <p:cNvGrpSpPr/>
        <p:nvPr/>
      </p:nvGrpSpPr>
      <p:grpSpPr>
        <a:xfrm>
          <a:off x="0" y="0"/>
          <a:ext cx="0" cy="0"/>
          <a:chOff x="0" y="0"/>
          <a:chExt cx="0" cy="0"/>
        </a:xfrm>
      </p:grpSpPr>
      <p:pic>
        <p:nvPicPr>
          <p:cNvPr id="16" name="Picture 2">
            <a:extLst>
              <a:ext uri="{FF2B5EF4-FFF2-40B4-BE49-F238E27FC236}">
                <a16:creationId xmlns:a16="http://schemas.microsoft.com/office/drawing/2014/main" id="{6E1B4E01-527A-D1AA-EA18-50F1CA440C46}"/>
              </a:ext>
            </a:extLst>
          </p:cNvPr>
          <p:cNvPicPr>
            <a:picLocks noChangeAspect="1"/>
          </p:cNvPicPr>
          <p:nvPr userDrawn="1"/>
        </p:nvPicPr>
        <p:blipFill>
          <a:blip r:embed="rId2"/>
          <a:stretch>
            <a:fillRect/>
          </a:stretch>
        </p:blipFill>
        <p:spPr>
          <a:xfrm>
            <a:off x="583941" y="3611228"/>
            <a:ext cx="1558620" cy="548204"/>
          </a:xfrm>
          <a:prstGeom prst="rect">
            <a:avLst/>
          </a:prstGeom>
        </p:spPr>
      </p:pic>
      <p:sp>
        <p:nvSpPr>
          <p:cNvPr id="6" name="Title 1">
            <a:extLst>
              <a:ext uri="{FF2B5EF4-FFF2-40B4-BE49-F238E27FC236}">
                <a16:creationId xmlns:a16="http://schemas.microsoft.com/office/drawing/2014/main" id="{3A4A031B-81B7-43E9-D4FB-AF1716EB702F}"/>
              </a:ext>
            </a:extLst>
          </p:cNvPr>
          <p:cNvSpPr txBox="1"/>
          <p:nvPr userDrawn="1"/>
        </p:nvSpPr>
        <p:spPr>
          <a:xfrm>
            <a:off x="577851" y="985576"/>
            <a:ext cx="6432549" cy="1674817"/>
          </a:xfrm>
          <a:prstGeom prst="rect">
            <a:avLst/>
          </a:prstGeom>
        </p:spPr>
        <p:txBody>
          <a:bodyPr vert="horz" wrap="square" lIns="0" tIns="12700" rIns="0" bIns="0" rtlCol="0">
            <a:spAutoFit/>
          </a:bodyPr>
          <a:lstStyle/>
          <a:p>
            <a:pPr marL="51435" marR="5080" indent="-39370">
              <a:lnSpc>
                <a:spcPct val="100000"/>
              </a:lnSpc>
              <a:spcBef>
                <a:spcPts val="100"/>
              </a:spcBef>
            </a:pPr>
            <a:r>
              <a:rPr lang="en-AU" sz="1800" dirty="0">
                <a:latin typeface="Arial"/>
                <a:cs typeface="Arial"/>
              </a:rPr>
              <a:t>The</a:t>
            </a:r>
            <a:r>
              <a:rPr lang="en-AU" sz="1800" spc="-35" dirty="0">
                <a:latin typeface="Arial"/>
                <a:cs typeface="Arial"/>
              </a:rPr>
              <a:t> </a:t>
            </a:r>
            <a:r>
              <a:rPr lang="en-AU" sz="1800" dirty="0">
                <a:latin typeface="Arial"/>
                <a:cs typeface="Arial"/>
              </a:rPr>
              <a:t>University</a:t>
            </a:r>
            <a:r>
              <a:rPr lang="en-AU" sz="1800" spc="-30" dirty="0">
                <a:latin typeface="Arial"/>
                <a:cs typeface="Arial"/>
              </a:rPr>
              <a:t> </a:t>
            </a:r>
            <a:r>
              <a:rPr lang="en-AU" sz="1800" dirty="0">
                <a:latin typeface="Arial"/>
                <a:cs typeface="Arial"/>
              </a:rPr>
              <a:t>of</a:t>
            </a:r>
            <a:r>
              <a:rPr lang="en-AU" sz="1800" spc="-35" dirty="0">
                <a:latin typeface="Arial"/>
                <a:cs typeface="Arial"/>
              </a:rPr>
              <a:t> </a:t>
            </a:r>
            <a:r>
              <a:rPr lang="en-AU" sz="1800" dirty="0">
                <a:latin typeface="Arial"/>
                <a:cs typeface="Arial"/>
              </a:rPr>
              <a:t>Sydney’s</a:t>
            </a:r>
            <a:r>
              <a:rPr lang="en-AU" sz="1800" spc="-30" dirty="0">
                <a:latin typeface="Arial"/>
                <a:cs typeface="Arial"/>
              </a:rPr>
              <a:t> </a:t>
            </a:r>
            <a:r>
              <a:rPr lang="en-AU" sz="1800" dirty="0">
                <a:latin typeface="Arial"/>
                <a:cs typeface="Arial"/>
              </a:rPr>
              <a:t>Camperdown</a:t>
            </a:r>
            <a:r>
              <a:rPr lang="en-AU" sz="1800" spc="-30" dirty="0">
                <a:latin typeface="Arial"/>
                <a:cs typeface="Arial"/>
              </a:rPr>
              <a:t> </a:t>
            </a:r>
            <a:r>
              <a:rPr lang="en-AU" sz="1800" dirty="0">
                <a:latin typeface="Arial"/>
                <a:cs typeface="Arial"/>
              </a:rPr>
              <a:t>Campus</a:t>
            </a:r>
            <a:r>
              <a:rPr lang="en-AU" sz="1800" spc="-35" dirty="0">
                <a:latin typeface="Arial"/>
                <a:cs typeface="Arial"/>
              </a:rPr>
              <a:t> </a:t>
            </a:r>
            <a:r>
              <a:rPr lang="en-AU" sz="1800" dirty="0">
                <a:latin typeface="Arial"/>
                <a:cs typeface="Arial"/>
              </a:rPr>
              <a:t>sits</a:t>
            </a:r>
            <a:r>
              <a:rPr lang="en-AU" sz="1800" spc="-30" dirty="0">
                <a:latin typeface="Arial"/>
                <a:cs typeface="Arial"/>
              </a:rPr>
              <a:t> </a:t>
            </a:r>
            <a:r>
              <a:rPr lang="en-AU" sz="1800" dirty="0">
                <a:latin typeface="Arial"/>
                <a:cs typeface="Arial"/>
              </a:rPr>
              <a:t>on</a:t>
            </a:r>
            <a:r>
              <a:rPr lang="en-AU" sz="1800" spc="-30" dirty="0">
                <a:latin typeface="Arial"/>
                <a:cs typeface="Arial"/>
              </a:rPr>
              <a:t> </a:t>
            </a:r>
            <a:r>
              <a:rPr lang="en-AU" sz="1800" dirty="0">
                <a:latin typeface="Arial"/>
                <a:cs typeface="Arial"/>
              </a:rPr>
              <a:t>the</a:t>
            </a:r>
            <a:r>
              <a:rPr lang="en-AU" sz="1800" spc="-35" dirty="0">
                <a:latin typeface="Arial"/>
                <a:cs typeface="Arial"/>
              </a:rPr>
              <a:t> </a:t>
            </a:r>
            <a:r>
              <a:rPr lang="en-AU" sz="1800" dirty="0">
                <a:latin typeface="Arial"/>
                <a:cs typeface="Arial"/>
              </a:rPr>
              <a:t>lands</a:t>
            </a:r>
            <a:r>
              <a:rPr lang="en-AU" sz="1800" spc="-30" dirty="0">
                <a:latin typeface="Arial"/>
                <a:cs typeface="Arial"/>
              </a:rPr>
              <a:t> </a:t>
            </a:r>
            <a:r>
              <a:rPr lang="en-AU" sz="1800" dirty="0">
                <a:latin typeface="Arial"/>
                <a:cs typeface="Arial"/>
              </a:rPr>
              <a:t>of</a:t>
            </a:r>
            <a:r>
              <a:rPr lang="en-AU" sz="1800" spc="-30" dirty="0">
                <a:latin typeface="Arial"/>
                <a:cs typeface="Arial"/>
              </a:rPr>
              <a:t> </a:t>
            </a:r>
            <a:r>
              <a:rPr lang="en-AU" sz="1800" spc="-25" dirty="0">
                <a:latin typeface="Arial"/>
                <a:cs typeface="Arial"/>
              </a:rPr>
              <a:t>the </a:t>
            </a:r>
            <a:r>
              <a:rPr lang="en-AU" sz="1800" dirty="0">
                <a:latin typeface="Arial"/>
                <a:cs typeface="Arial"/>
              </a:rPr>
              <a:t>Gadigal</a:t>
            </a:r>
            <a:r>
              <a:rPr lang="en-AU" sz="1800" spc="-10" dirty="0">
                <a:latin typeface="Arial"/>
                <a:cs typeface="Arial"/>
              </a:rPr>
              <a:t> </a:t>
            </a:r>
            <a:r>
              <a:rPr lang="en-AU" sz="1800" dirty="0">
                <a:latin typeface="Arial"/>
                <a:cs typeface="Arial"/>
              </a:rPr>
              <a:t>people</a:t>
            </a:r>
            <a:r>
              <a:rPr lang="en-AU" sz="1800" spc="-10" dirty="0">
                <a:latin typeface="Arial"/>
                <a:cs typeface="Arial"/>
              </a:rPr>
              <a:t> </a:t>
            </a:r>
            <a:r>
              <a:rPr lang="en-AU" sz="1800" dirty="0">
                <a:latin typeface="Arial"/>
                <a:cs typeface="Arial"/>
              </a:rPr>
              <a:t>with</a:t>
            </a:r>
            <a:r>
              <a:rPr lang="en-AU" sz="1800" spc="-10" dirty="0">
                <a:latin typeface="Arial"/>
                <a:cs typeface="Arial"/>
              </a:rPr>
              <a:t> </a:t>
            </a:r>
            <a:r>
              <a:rPr lang="en-AU" sz="1800" dirty="0">
                <a:latin typeface="Arial"/>
                <a:cs typeface="Arial"/>
              </a:rPr>
              <a:t>campuses,</a:t>
            </a:r>
            <a:r>
              <a:rPr lang="en-AU" sz="1800" spc="-5" dirty="0">
                <a:latin typeface="Arial"/>
                <a:cs typeface="Arial"/>
              </a:rPr>
              <a:t> </a:t>
            </a:r>
            <a:r>
              <a:rPr lang="en-AU" sz="1800" dirty="0">
                <a:latin typeface="Arial"/>
                <a:cs typeface="Arial"/>
              </a:rPr>
              <a:t>teaching</a:t>
            </a:r>
            <a:r>
              <a:rPr lang="en-AU" sz="1800" spc="-10" dirty="0">
                <a:latin typeface="Arial"/>
                <a:cs typeface="Arial"/>
              </a:rPr>
              <a:t> </a:t>
            </a:r>
            <a:r>
              <a:rPr lang="en-AU" sz="1800" dirty="0">
                <a:latin typeface="Arial"/>
                <a:cs typeface="Arial"/>
              </a:rPr>
              <a:t>and</a:t>
            </a:r>
            <a:r>
              <a:rPr lang="en-AU" sz="1800" spc="-10" dirty="0">
                <a:latin typeface="Arial"/>
                <a:cs typeface="Arial"/>
              </a:rPr>
              <a:t> </a:t>
            </a:r>
            <a:r>
              <a:rPr lang="en-AU" sz="1800" dirty="0">
                <a:latin typeface="Arial"/>
                <a:cs typeface="Arial"/>
              </a:rPr>
              <a:t>research</a:t>
            </a:r>
            <a:r>
              <a:rPr lang="en-AU" sz="1800" spc="-5" dirty="0">
                <a:latin typeface="Arial"/>
                <a:cs typeface="Arial"/>
              </a:rPr>
              <a:t> </a:t>
            </a:r>
            <a:r>
              <a:rPr lang="en-AU" sz="1800" dirty="0">
                <a:latin typeface="Arial"/>
                <a:cs typeface="Arial"/>
              </a:rPr>
              <a:t>facilities</a:t>
            </a:r>
            <a:r>
              <a:rPr lang="en-AU" sz="1800" spc="-5" dirty="0">
                <a:latin typeface="Arial"/>
                <a:cs typeface="Arial"/>
              </a:rPr>
              <a:t> </a:t>
            </a:r>
            <a:r>
              <a:rPr lang="en-AU" sz="1800" dirty="0">
                <a:latin typeface="Arial"/>
                <a:cs typeface="Arial"/>
              </a:rPr>
              <a:t>on</a:t>
            </a:r>
            <a:r>
              <a:rPr lang="en-AU" sz="1800" spc="-10" dirty="0">
                <a:latin typeface="Arial"/>
                <a:cs typeface="Arial"/>
              </a:rPr>
              <a:t> </a:t>
            </a:r>
            <a:r>
              <a:rPr lang="en-AU" sz="1800" spc="-25" dirty="0">
                <a:latin typeface="Arial"/>
                <a:cs typeface="Arial"/>
              </a:rPr>
              <a:t>the </a:t>
            </a:r>
            <a:r>
              <a:rPr lang="en-AU" sz="1800" dirty="0">
                <a:latin typeface="Arial"/>
                <a:cs typeface="Arial"/>
              </a:rPr>
              <a:t>lands</a:t>
            </a:r>
            <a:r>
              <a:rPr lang="en-AU" sz="1800" spc="-45" dirty="0">
                <a:latin typeface="Arial"/>
                <a:cs typeface="Arial"/>
              </a:rPr>
              <a:t> </a:t>
            </a:r>
            <a:r>
              <a:rPr lang="en-AU" sz="1800" dirty="0">
                <a:latin typeface="Arial"/>
                <a:cs typeface="Arial"/>
              </a:rPr>
              <a:t>of</a:t>
            </a:r>
            <a:r>
              <a:rPr lang="en-AU" sz="1800" spc="-35" dirty="0">
                <a:latin typeface="Arial"/>
                <a:cs typeface="Arial"/>
              </a:rPr>
              <a:t> </a:t>
            </a:r>
            <a:r>
              <a:rPr lang="en-AU" sz="1800" dirty="0">
                <a:latin typeface="Arial"/>
                <a:cs typeface="Arial"/>
              </a:rPr>
              <a:t>the</a:t>
            </a:r>
            <a:r>
              <a:rPr lang="en-AU" sz="1800" spc="-25" dirty="0">
                <a:latin typeface="Arial"/>
                <a:cs typeface="Arial"/>
              </a:rPr>
              <a:t> </a:t>
            </a:r>
            <a:r>
              <a:rPr lang="en-AU" sz="1800" dirty="0" err="1">
                <a:latin typeface="Arial"/>
                <a:cs typeface="Arial"/>
              </a:rPr>
              <a:t>Gamaraygal</a:t>
            </a:r>
            <a:r>
              <a:rPr lang="en-AU" sz="1800" dirty="0">
                <a:latin typeface="Arial"/>
                <a:cs typeface="Arial"/>
              </a:rPr>
              <a:t>,</a:t>
            </a:r>
            <a:r>
              <a:rPr lang="en-AU" sz="1800" spc="-30" dirty="0">
                <a:latin typeface="Arial"/>
                <a:cs typeface="Arial"/>
              </a:rPr>
              <a:t> </a:t>
            </a:r>
            <a:r>
              <a:rPr lang="en-AU" sz="1800" dirty="0" err="1">
                <a:latin typeface="Arial"/>
                <a:cs typeface="Arial"/>
              </a:rPr>
              <a:t>Dharug</a:t>
            </a:r>
            <a:r>
              <a:rPr lang="en-AU" sz="1800" dirty="0">
                <a:latin typeface="Arial"/>
                <a:cs typeface="Arial"/>
              </a:rPr>
              <a:t>,</a:t>
            </a:r>
            <a:r>
              <a:rPr lang="en-AU" sz="1800" spc="-30" dirty="0">
                <a:latin typeface="Arial"/>
                <a:cs typeface="Arial"/>
              </a:rPr>
              <a:t> </a:t>
            </a:r>
            <a:r>
              <a:rPr lang="en-AU" sz="1800" dirty="0" err="1">
                <a:latin typeface="Arial"/>
                <a:cs typeface="Arial"/>
              </a:rPr>
              <a:t>Wangal</a:t>
            </a:r>
            <a:r>
              <a:rPr lang="en-AU" sz="1800" dirty="0">
                <a:latin typeface="Arial"/>
                <a:cs typeface="Arial"/>
              </a:rPr>
              <a:t>,</a:t>
            </a:r>
            <a:r>
              <a:rPr lang="en-AU" sz="1800" spc="-35" dirty="0">
                <a:latin typeface="Arial"/>
                <a:cs typeface="Arial"/>
              </a:rPr>
              <a:t> </a:t>
            </a:r>
            <a:r>
              <a:rPr lang="en-AU" sz="1800" dirty="0" err="1">
                <a:latin typeface="Arial"/>
                <a:cs typeface="Arial"/>
              </a:rPr>
              <a:t>Darkinyung</a:t>
            </a:r>
            <a:r>
              <a:rPr lang="en-AU" sz="1800" dirty="0">
                <a:latin typeface="Arial"/>
                <a:cs typeface="Arial"/>
              </a:rPr>
              <a:t>,</a:t>
            </a:r>
            <a:r>
              <a:rPr lang="en-AU" sz="1800" spc="-30" dirty="0">
                <a:latin typeface="Arial"/>
                <a:cs typeface="Arial"/>
              </a:rPr>
              <a:t> </a:t>
            </a:r>
            <a:r>
              <a:rPr lang="en-AU" sz="1800" spc="-10" dirty="0" err="1">
                <a:latin typeface="Arial"/>
                <a:cs typeface="Arial"/>
              </a:rPr>
              <a:t>Burramadagal</a:t>
            </a:r>
            <a:r>
              <a:rPr lang="en-AU" sz="1800" spc="-10" dirty="0">
                <a:latin typeface="Arial"/>
                <a:cs typeface="Arial"/>
              </a:rPr>
              <a:t>, </a:t>
            </a:r>
            <a:r>
              <a:rPr lang="en-AU" sz="1800" dirty="0" err="1">
                <a:latin typeface="Arial"/>
                <a:cs typeface="Arial"/>
              </a:rPr>
              <a:t>Dharawal</a:t>
            </a:r>
            <a:r>
              <a:rPr lang="en-AU" sz="1800" dirty="0">
                <a:latin typeface="Arial"/>
                <a:cs typeface="Arial"/>
              </a:rPr>
              <a:t>,</a:t>
            </a:r>
            <a:r>
              <a:rPr lang="en-AU" sz="1800" spc="-30" dirty="0">
                <a:latin typeface="Arial"/>
                <a:cs typeface="Arial"/>
              </a:rPr>
              <a:t> </a:t>
            </a:r>
            <a:r>
              <a:rPr lang="en-AU" sz="1800" dirty="0" err="1">
                <a:latin typeface="Arial"/>
                <a:cs typeface="Arial"/>
              </a:rPr>
              <a:t>Gandangara</a:t>
            </a:r>
            <a:r>
              <a:rPr lang="en-AU" sz="1800" dirty="0">
                <a:latin typeface="Arial"/>
                <a:cs typeface="Arial"/>
              </a:rPr>
              <a:t>,</a:t>
            </a:r>
            <a:r>
              <a:rPr lang="en-AU" sz="1800" spc="-10" dirty="0">
                <a:latin typeface="Arial"/>
                <a:cs typeface="Arial"/>
              </a:rPr>
              <a:t> Gamilaraay,</a:t>
            </a:r>
            <a:r>
              <a:rPr lang="en-AU" sz="1800" spc="-15" dirty="0">
                <a:latin typeface="Arial"/>
                <a:cs typeface="Arial"/>
              </a:rPr>
              <a:t> </a:t>
            </a:r>
            <a:r>
              <a:rPr lang="en-AU" sz="1800" dirty="0" err="1">
                <a:latin typeface="Arial"/>
                <a:cs typeface="Arial"/>
              </a:rPr>
              <a:t>Barkindji</a:t>
            </a:r>
            <a:r>
              <a:rPr lang="en-AU" sz="1800" dirty="0">
                <a:latin typeface="Arial"/>
                <a:cs typeface="Arial"/>
              </a:rPr>
              <a:t>,</a:t>
            </a:r>
            <a:r>
              <a:rPr lang="en-AU" sz="1800" spc="-10" dirty="0">
                <a:latin typeface="Arial"/>
                <a:cs typeface="Arial"/>
              </a:rPr>
              <a:t> </a:t>
            </a:r>
            <a:r>
              <a:rPr lang="en-AU" sz="1800" dirty="0">
                <a:latin typeface="Arial"/>
                <a:cs typeface="Arial"/>
              </a:rPr>
              <a:t>Bundjalung,</a:t>
            </a:r>
            <a:r>
              <a:rPr lang="en-AU" sz="1800" spc="-10" dirty="0">
                <a:latin typeface="Arial"/>
                <a:cs typeface="Arial"/>
              </a:rPr>
              <a:t> Wiradjuri, </a:t>
            </a:r>
            <a:r>
              <a:rPr lang="en-AU" sz="1800" dirty="0" err="1">
                <a:latin typeface="Arial"/>
                <a:cs typeface="Arial"/>
              </a:rPr>
              <a:t>Ngunawal</a:t>
            </a:r>
            <a:r>
              <a:rPr lang="en-AU" sz="1800" dirty="0">
                <a:latin typeface="Arial"/>
                <a:cs typeface="Arial"/>
              </a:rPr>
              <a:t>,</a:t>
            </a:r>
            <a:r>
              <a:rPr lang="en-AU" sz="1800" spc="-15" dirty="0">
                <a:latin typeface="Arial"/>
                <a:cs typeface="Arial"/>
              </a:rPr>
              <a:t> </a:t>
            </a:r>
            <a:r>
              <a:rPr lang="en-AU" sz="1800" dirty="0" err="1">
                <a:latin typeface="Arial"/>
                <a:cs typeface="Arial"/>
              </a:rPr>
              <a:t>Gureng</a:t>
            </a:r>
            <a:r>
              <a:rPr lang="en-AU" sz="1800" spc="-10" dirty="0">
                <a:latin typeface="Arial"/>
                <a:cs typeface="Arial"/>
              </a:rPr>
              <a:t> </a:t>
            </a:r>
            <a:r>
              <a:rPr lang="en-AU" sz="1800" dirty="0" err="1">
                <a:latin typeface="Arial"/>
                <a:cs typeface="Arial"/>
              </a:rPr>
              <a:t>Gureng</a:t>
            </a:r>
            <a:r>
              <a:rPr lang="en-AU" sz="1800" dirty="0">
                <a:latin typeface="Arial"/>
                <a:cs typeface="Arial"/>
              </a:rPr>
              <a:t>,</a:t>
            </a:r>
            <a:r>
              <a:rPr lang="en-AU" sz="1800" spc="-10" dirty="0">
                <a:latin typeface="Arial"/>
                <a:cs typeface="Arial"/>
              </a:rPr>
              <a:t> </a:t>
            </a:r>
            <a:r>
              <a:rPr lang="en-AU" sz="1800" dirty="0">
                <a:latin typeface="Arial"/>
                <a:cs typeface="Arial"/>
              </a:rPr>
              <a:t>and</a:t>
            </a:r>
            <a:r>
              <a:rPr lang="en-AU" sz="1800" spc="-15" dirty="0">
                <a:latin typeface="Arial"/>
                <a:cs typeface="Arial"/>
              </a:rPr>
              <a:t> </a:t>
            </a:r>
            <a:r>
              <a:rPr lang="en-AU" sz="1800" dirty="0" err="1">
                <a:latin typeface="Arial"/>
                <a:cs typeface="Arial"/>
              </a:rPr>
              <a:t>Gagadju</a:t>
            </a:r>
            <a:r>
              <a:rPr lang="en-AU" sz="1800" spc="-10" dirty="0">
                <a:latin typeface="Arial"/>
                <a:cs typeface="Arial"/>
              </a:rPr>
              <a:t> peoples.</a:t>
            </a:r>
            <a:endParaRPr lang="en-AU" sz="1800" dirty="0">
              <a:latin typeface="Arial"/>
              <a:cs typeface="Arial"/>
            </a:endParaRPr>
          </a:p>
        </p:txBody>
      </p:sp>
    </p:spTree>
    <p:extLst>
      <p:ext uri="{BB962C8B-B14F-4D97-AF65-F5344CB8AC3E}">
        <p14:creationId xmlns:p14="http://schemas.microsoft.com/office/powerpoint/2010/main" val="71224280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cknowledgement of Country 3">
    <p:bg>
      <p:bgPr>
        <a:solidFill>
          <a:schemeClr val="accent1"/>
        </a:solidFill>
        <a:effectLst/>
      </p:bgPr>
    </p:bg>
    <p:spTree>
      <p:nvGrpSpPr>
        <p:cNvPr id="1" name=""/>
        <p:cNvGrpSpPr/>
        <p:nvPr/>
      </p:nvGrpSpPr>
      <p:grpSpPr>
        <a:xfrm>
          <a:off x="0" y="0"/>
          <a:ext cx="0" cy="0"/>
          <a:chOff x="0" y="0"/>
          <a:chExt cx="0" cy="0"/>
        </a:xfrm>
      </p:grpSpPr>
      <p:pic>
        <p:nvPicPr>
          <p:cNvPr id="16" name="Picture 2">
            <a:extLst>
              <a:ext uri="{FF2B5EF4-FFF2-40B4-BE49-F238E27FC236}">
                <a16:creationId xmlns:a16="http://schemas.microsoft.com/office/drawing/2014/main" id="{6E1B4E01-527A-D1AA-EA18-50F1CA440C46}"/>
              </a:ext>
            </a:extLst>
          </p:cNvPr>
          <p:cNvPicPr>
            <a:picLocks noChangeAspect="1"/>
          </p:cNvPicPr>
          <p:nvPr userDrawn="1"/>
        </p:nvPicPr>
        <p:blipFill>
          <a:blip r:embed="rId2"/>
          <a:stretch>
            <a:fillRect/>
          </a:stretch>
        </p:blipFill>
        <p:spPr>
          <a:xfrm>
            <a:off x="583941" y="3611228"/>
            <a:ext cx="1558620" cy="548204"/>
          </a:xfrm>
          <a:prstGeom prst="rect">
            <a:avLst/>
          </a:prstGeom>
        </p:spPr>
      </p:pic>
      <p:sp>
        <p:nvSpPr>
          <p:cNvPr id="2" name="Title 1">
            <a:extLst>
              <a:ext uri="{FF2B5EF4-FFF2-40B4-BE49-F238E27FC236}">
                <a16:creationId xmlns:a16="http://schemas.microsoft.com/office/drawing/2014/main" id="{C5D2DBAA-0372-EA1B-CAD1-7C9766B4464D}"/>
              </a:ext>
            </a:extLst>
          </p:cNvPr>
          <p:cNvSpPr>
            <a:spLocks noGrp="1"/>
          </p:cNvSpPr>
          <p:nvPr>
            <p:ph type="body" sz="quarter" idx="11" hasCustomPrompt="1"/>
          </p:nvPr>
        </p:nvSpPr>
        <p:spPr>
          <a:xfrm>
            <a:off x="584200" y="984068"/>
            <a:ext cx="5511800" cy="1511482"/>
          </a:xfrm>
          <a:prstGeom prst="rect">
            <a:avLst/>
          </a:prstGeom>
        </p:spPr>
        <p:txBody>
          <a:bodyPr lIns="0" tIns="0" rIns="0" bIns="0"/>
          <a:lstStyle>
            <a:lvl1pPr marL="0" indent="0" algn="l">
              <a:buNone/>
              <a:defRPr>
                <a:solidFill>
                  <a:schemeClr val="tx1"/>
                </a:solidFill>
              </a:defRPr>
            </a:lvl1pPr>
          </a:lstStyle>
          <a:p>
            <a:pPr marL="12700" marR="5080">
              <a:lnSpc>
                <a:spcPct val="100000"/>
              </a:lnSpc>
              <a:spcBef>
                <a:spcPts val="100"/>
              </a:spcBef>
            </a:pPr>
            <a:r>
              <a:rPr lang="en-AU" sz="1800" i="0" dirty="0">
                <a:latin typeface="Arial"/>
                <a:cs typeface="Arial"/>
              </a:rPr>
              <a:t>Add in own text for Acknowledgement of Country 18pt</a:t>
            </a:r>
            <a:endParaRPr lang="en-AU" sz="1800" i="0" spc="-20" dirty="0">
              <a:latin typeface="Arial"/>
              <a:cs typeface="Arial"/>
            </a:endParaRPr>
          </a:p>
        </p:txBody>
      </p:sp>
    </p:spTree>
    <p:extLst>
      <p:ext uri="{BB962C8B-B14F-4D97-AF65-F5344CB8AC3E}">
        <p14:creationId xmlns:p14="http://schemas.microsoft.com/office/powerpoint/2010/main" val="3817974912"/>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break 1">
    <p:bg>
      <p:bgPr>
        <a:solidFill>
          <a:schemeClr val="accent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0A2F580-458B-6978-E5C4-D439F8A8EF5E}"/>
              </a:ext>
            </a:extLst>
          </p:cNvPr>
          <p:cNvSpPr>
            <a:spLocks noGrp="1"/>
          </p:cNvSpPr>
          <p:nvPr>
            <p:ph type="body" sz="quarter" idx="17" hasCustomPrompt="1"/>
          </p:nvPr>
        </p:nvSpPr>
        <p:spPr>
          <a:xfrm>
            <a:off x="554966" y="574675"/>
            <a:ext cx="8032750" cy="623058"/>
          </a:xfrm>
          <a:prstGeom prst="rect">
            <a:avLst/>
          </a:prstGeom>
        </p:spPr>
        <p:txBody>
          <a:bodyPr lIns="0" rIns="90000"/>
          <a:lstStyle>
            <a:lvl1pPr marL="0" indent="0">
              <a:buNone/>
              <a:defRPr sz="2800" b="0" i="0">
                <a:solidFill>
                  <a:schemeClr val="tx1"/>
                </a:solidFill>
                <a:latin typeface="Times" pitchFamily="2" charset="0"/>
              </a:defRPr>
            </a:lvl1pPr>
          </a:lstStyle>
          <a:p>
            <a:pPr marL="12700">
              <a:spcBef>
                <a:spcPts val="100"/>
              </a:spcBef>
            </a:pPr>
            <a:r>
              <a:rPr lang="en-AU" sz="2800" dirty="0">
                <a:solidFill>
                  <a:srgbClr val="000000"/>
                </a:solidFill>
                <a:latin typeface="Arial"/>
                <a:cs typeface="Arial"/>
              </a:rPr>
              <a:t>Chapter break headline 28pt</a:t>
            </a:r>
            <a:endParaRPr lang="en-AU" b="0" i="1" dirty="0">
              <a:latin typeface="Times" pitchFamily="2" charset="0"/>
            </a:endParaRPr>
          </a:p>
        </p:txBody>
      </p:sp>
      <p:sp>
        <p:nvSpPr>
          <p:cNvPr id="9" name="Text Placeholder 2">
            <a:extLst>
              <a:ext uri="{FF2B5EF4-FFF2-40B4-BE49-F238E27FC236}">
                <a16:creationId xmlns:a16="http://schemas.microsoft.com/office/drawing/2014/main" id="{A3DE63B7-3D2D-E116-E58F-2358C702605C}"/>
              </a:ext>
            </a:extLst>
          </p:cNvPr>
          <p:cNvSpPr>
            <a:spLocks noGrp="1"/>
          </p:cNvSpPr>
          <p:nvPr>
            <p:ph type="body" sz="quarter" idx="12" hasCustomPrompt="1"/>
          </p:nvPr>
        </p:nvSpPr>
        <p:spPr>
          <a:xfrm>
            <a:off x="554966" y="1047750"/>
            <a:ext cx="8032750" cy="623058"/>
          </a:xfrm>
          <a:prstGeom prst="rect">
            <a:avLst/>
          </a:prstGeom>
        </p:spPr>
        <p:txBody>
          <a:bodyPr lIns="0" rIns="90000"/>
          <a:lstStyle>
            <a:lvl1pPr marL="0" indent="0">
              <a:buNone/>
              <a:defRPr sz="2800" b="0" i="1">
                <a:solidFill>
                  <a:schemeClr val="tx1"/>
                </a:solidFill>
                <a:latin typeface="Times" pitchFamily="2" charset="0"/>
              </a:defRPr>
            </a:lvl1pPr>
          </a:lstStyle>
          <a:p>
            <a:pPr marL="12700">
              <a:spcBef>
                <a:spcPts val="100"/>
              </a:spcBef>
            </a:pPr>
            <a:r>
              <a:rPr lang="en-AU" b="0" i="1" dirty="0">
                <a:solidFill>
                  <a:srgbClr val="000000"/>
                </a:solidFill>
                <a:latin typeface="Times" pitchFamily="2" charset="0"/>
              </a:rPr>
              <a:t>1-2 lines of copy</a:t>
            </a:r>
            <a:endParaRPr lang="en-AU" b="0" i="1" dirty="0">
              <a:latin typeface="Times" pitchFamily="2" charset="0"/>
            </a:endParaRPr>
          </a:p>
        </p:txBody>
      </p:sp>
      <p:sp>
        <p:nvSpPr>
          <p:cNvPr id="6" name="Text Placeholder 3">
            <a:extLst>
              <a:ext uri="{FF2B5EF4-FFF2-40B4-BE49-F238E27FC236}">
                <a16:creationId xmlns:a16="http://schemas.microsoft.com/office/drawing/2014/main" id="{F7931C68-5A57-D921-2A9C-73B3990F8363}"/>
              </a:ext>
            </a:extLst>
          </p:cNvPr>
          <p:cNvSpPr>
            <a:spLocks noGrp="1"/>
          </p:cNvSpPr>
          <p:nvPr>
            <p:ph type="body" sz="quarter" idx="16" hasCustomPrompt="1"/>
          </p:nvPr>
        </p:nvSpPr>
        <p:spPr>
          <a:xfrm>
            <a:off x="562033" y="3028950"/>
            <a:ext cx="5533967" cy="1901478"/>
          </a:xfrm>
          <a:prstGeom prst="rect">
            <a:avLst/>
          </a:prstGeom>
        </p:spPr>
        <p:txBody>
          <a:bodyPr lIns="0" tIns="0" rIns="0" bIns="0"/>
          <a:lstStyle>
            <a:lvl1pPr marL="0" indent="0">
              <a:buFontTx/>
              <a:buNone/>
              <a:defRPr sz="1400">
                <a:solidFill>
                  <a:schemeClr val="tx1"/>
                </a:solidFill>
              </a:defRPr>
            </a:lvl1pPr>
          </a:lstStyle>
          <a:p>
            <a:r>
              <a:rPr lang="en-GB" dirty="0"/>
              <a:t>Presented by 14pt</a:t>
            </a:r>
            <a:endParaRPr lang="en-US" dirty="0"/>
          </a:p>
        </p:txBody>
      </p:sp>
    </p:spTree>
    <p:extLst>
      <p:ext uri="{BB962C8B-B14F-4D97-AF65-F5344CB8AC3E}">
        <p14:creationId xmlns:p14="http://schemas.microsoft.com/office/powerpoint/2010/main" val="253020942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break 2">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F367AE0-0B1A-C793-8FD0-6C83B3BAF9A6}"/>
              </a:ext>
            </a:extLst>
          </p:cNvPr>
          <p:cNvSpPr>
            <a:spLocks noGrp="1"/>
          </p:cNvSpPr>
          <p:nvPr>
            <p:ph type="body" sz="quarter" idx="17" hasCustomPrompt="1"/>
          </p:nvPr>
        </p:nvSpPr>
        <p:spPr>
          <a:xfrm>
            <a:off x="554966" y="574675"/>
            <a:ext cx="8032750" cy="623058"/>
          </a:xfrm>
          <a:prstGeom prst="rect">
            <a:avLst/>
          </a:prstGeom>
        </p:spPr>
        <p:txBody>
          <a:bodyPr lIns="0" rIns="90000"/>
          <a:lstStyle>
            <a:lvl1pPr marL="0" indent="0">
              <a:buNone/>
              <a:defRPr sz="2800" b="0" i="0">
                <a:solidFill>
                  <a:schemeClr val="bg1"/>
                </a:solidFill>
                <a:latin typeface="+mn-lt"/>
              </a:defRPr>
            </a:lvl1pPr>
          </a:lstStyle>
          <a:p>
            <a:pPr marL="12700">
              <a:spcBef>
                <a:spcPts val="100"/>
              </a:spcBef>
            </a:pPr>
            <a:r>
              <a:rPr lang="en-AU" sz="2800" dirty="0">
                <a:solidFill>
                  <a:srgbClr val="000000"/>
                </a:solidFill>
                <a:latin typeface="Arial"/>
                <a:cs typeface="Arial"/>
              </a:rPr>
              <a:t>Chapter break headline 28pt</a:t>
            </a:r>
            <a:endParaRPr lang="en-AU" b="0" i="1" dirty="0">
              <a:latin typeface="Times" pitchFamily="2" charset="0"/>
            </a:endParaRPr>
          </a:p>
        </p:txBody>
      </p:sp>
      <p:sp>
        <p:nvSpPr>
          <p:cNvPr id="2" name="Title 2">
            <a:extLst>
              <a:ext uri="{FF2B5EF4-FFF2-40B4-BE49-F238E27FC236}">
                <a16:creationId xmlns:a16="http://schemas.microsoft.com/office/drawing/2014/main" id="{21066835-3577-7EA9-7C60-12C9BC765B41}"/>
              </a:ext>
            </a:extLst>
          </p:cNvPr>
          <p:cNvSpPr>
            <a:spLocks noGrp="1"/>
          </p:cNvSpPr>
          <p:nvPr>
            <p:ph type="body" sz="quarter" idx="12" hasCustomPrompt="1"/>
          </p:nvPr>
        </p:nvSpPr>
        <p:spPr>
          <a:xfrm>
            <a:off x="554966" y="1047750"/>
            <a:ext cx="8032750" cy="623058"/>
          </a:xfrm>
          <a:prstGeom prst="rect">
            <a:avLst/>
          </a:prstGeom>
        </p:spPr>
        <p:txBody>
          <a:bodyPr lIns="0" rIns="90000"/>
          <a:lstStyle>
            <a:lvl1pPr marL="0" indent="0">
              <a:buNone/>
              <a:defRPr sz="2800" b="0" i="1">
                <a:solidFill>
                  <a:schemeClr val="bg1"/>
                </a:solidFill>
                <a:latin typeface="Times" pitchFamily="2" charset="0"/>
              </a:defRPr>
            </a:lvl1pPr>
          </a:lstStyle>
          <a:p>
            <a:pPr marL="12700">
              <a:spcBef>
                <a:spcPts val="100"/>
              </a:spcBef>
            </a:pPr>
            <a:r>
              <a:rPr lang="en-AU" b="0" i="1" dirty="0">
                <a:solidFill>
                  <a:srgbClr val="000000"/>
                </a:solidFill>
                <a:latin typeface="Times" pitchFamily="2" charset="0"/>
              </a:rPr>
              <a:t>1-2 lines of copy</a:t>
            </a:r>
            <a:endParaRPr lang="en-AU" b="0" i="1" dirty="0">
              <a:latin typeface="Times" pitchFamily="2" charset="0"/>
            </a:endParaRPr>
          </a:p>
        </p:txBody>
      </p:sp>
      <p:sp>
        <p:nvSpPr>
          <p:cNvPr id="3" name="Text Placeholder 3">
            <a:extLst>
              <a:ext uri="{FF2B5EF4-FFF2-40B4-BE49-F238E27FC236}">
                <a16:creationId xmlns:a16="http://schemas.microsoft.com/office/drawing/2014/main" id="{25AAED2F-1B70-12A0-8666-145503BFBB25}"/>
              </a:ext>
            </a:extLst>
          </p:cNvPr>
          <p:cNvSpPr>
            <a:spLocks noGrp="1"/>
          </p:cNvSpPr>
          <p:nvPr>
            <p:ph type="body" sz="quarter" idx="16" hasCustomPrompt="1"/>
          </p:nvPr>
        </p:nvSpPr>
        <p:spPr>
          <a:xfrm>
            <a:off x="562033" y="3028950"/>
            <a:ext cx="5533967" cy="1901478"/>
          </a:xfrm>
          <a:prstGeom prst="rect">
            <a:avLst/>
          </a:prstGeom>
        </p:spPr>
        <p:txBody>
          <a:bodyPr lIns="0" tIns="0" rIns="0" bIns="0"/>
          <a:lstStyle>
            <a:lvl1pPr marL="0" indent="0">
              <a:buFontTx/>
              <a:buNone/>
              <a:defRPr sz="1400">
                <a:solidFill>
                  <a:schemeClr val="bg1"/>
                </a:solidFill>
              </a:defRPr>
            </a:lvl1pPr>
          </a:lstStyle>
          <a:p>
            <a:r>
              <a:rPr lang="en-GB" dirty="0"/>
              <a:t>Presented by 14pt</a:t>
            </a:r>
            <a:endParaRPr lang="en-US" dirty="0"/>
          </a:p>
        </p:txBody>
      </p:sp>
    </p:spTree>
    <p:extLst>
      <p:ext uri="{BB962C8B-B14F-4D97-AF65-F5344CB8AC3E}">
        <p14:creationId xmlns:p14="http://schemas.microsoft.com/office/powerpoint/2010/main" val="3019439381"/>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break 3">
    <p:bg>
      <p:bgPr>
        <a:solidFill>
          <a:schemeClr val="tx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6D0B820-7965-14E8-72F1-2EE5EF1CB3A9}"/>
              </a:ext>
            </a:extLst>
          </p:cNvPr>
          <p:cNvSpPr>
            <a:spLocks noGrp="1"/>
          </p:cNvSpPr>
          <p:nvPr>
            <p:ph type="body" sz="quarter" idx="17" hasCustomPrompt="1"/>
          </p:nvPr>
        </p:nvSpPr>
        <p:spPr>
          <a:xfrm>
            <a:off x="554966" y="574675"/>
            <a:ext cx="8032750" cy="623058"/>
          </a:xfrm>
          <a:prstGeom prst="rect">
            <a:avLst/>
          </a:prstGeom>
        </p:spPr>
        <p:txBody>
          <a:bodyPr lIns="0" rIns="90000"/>
          <a:lstStyle>
            <a:lvl1pPr marL="0" indent="0">
              <a:buNone/>
              <a:defRPr sz="2800" b="0" i="0">
                <a:solidFill>
                  <a:schemeClr val="bg1"/>
                </a:solidFill>
                <a:latin typeface="+mn-lt"/>
              </a:defRPr>
            </a:lvl1pPr>
          </a:lstStyle>
          <a:p>
            <a:pPr marL="12700">
              <a:spcBef>
                <a:spcPts val="100"/>
              </a:spcBef>
            </a:pPr>
            <a:r>
              <a:rPr lang="en-AU" sz="2800" dirty="0">
                <a:solidFill>
                  <a:srgbClr val="000000"/>
                </a:solidFill>
                <a:latin typeface="Arial"/>
                <a:cs typeface="Arial"/>
              </a:rPr>
              <a:t>Chapter break headline 28pt</a:t>
            </a:r>
            <a:endParaRPr lang="en-AU" b="0" i="1" dirty="0">
              <a:latin typeface="Times" pitchFamily="2" charset="0"/>
            </a:endParaRPr>
          </a:p>
        </p:txBody>
      </p:sp>
      <p:sp>
        <p:nvSpPr>
          <p:cNvPr id="2" name="Text Placeholder 2">
            <a:extLst>
              <a:ext uri="{FF2B5EF4-FFF2-40B4-BE49-F238E27FC236}">
                <a16:creationId xmlns:a16="http://schemas.microsoft.com/office/drawing/2014/main" id="{6FC22782-CE95-2810-1D92-2B7EA357B871}"/>
              </a:ext>
            </a:extLst>
          </p:cNvPr>
          <p:cNvSpPr>
            <a:spLocks noGrp="1"/>
          </p:cNvSpPr>
          <p:nvPr>
            <p:ph type="body" sz="quarter" idx="12" hasCustomPrompt="1"/>
          </p:nvPr>
        </p:nvSpPr>
        <p:spPr>
          <a:xfrm>
            <a:off x="554966" y="1047750"/>
            <a:ext cx="8032750" cy="623058"/>
          </a:xfrm>
          <a:prstGeom prst="rect">
            <a:avLst/>
          </a:prstGeom>
        </p:spPr>
        <p:txBody>
          <a:bodyPr lIns="0" rIns="90000"/>
          <a:lstStyle>
            <a:lvl1pPr marL="0" indent="0">
              <a:buNone/>
              <a:defRPr sz="2800" b="0" i="1">
                <a:solidFill>
                  <a:schemeClr val="bg1"/>
                </a:solidFill>
                <a:latin typeface="Times" pitchFamily="2" charset="0"/>
              </a:defRPr>
            </a:lvl1pPr>
          </a:lstStyle>
          <a:p>
            <a:pPr marL="12700">
              <a:spcBef>
                <a:spcPts val="100"/>
              </a:spcBef>
            </a:pPr>
            <a:r>
              <a:rPr lang="en-AU" b="0" i="1" dirty="0">
                <a:solidFill>
                  <a:srgbClr val="000000"/>
                </a:solidFill>
                <a:latin typeface="Times" pitchFamily="2" charset="0"/>
              </a:rPr>
              <a:t>1-2 lines of copy</a:t>
            </a:r>
            <a:endParaRPr lang="en-AU" b="0" i="1" dirty="0">
              <a:latin typeface="Times" pitchFamily="2" charset="0"/>
            </a:endParaRPr>
          </a:p>
        </p:txBody>
      </p:sp>
      <p:sp>
        <p:nvSpPr>
          <p:cNvPr id="3" name="Text Placeholder 3">
            <a:extLst>
              <a:ext uri="{FF2B5EF4-FFF2-40B4-BE49-F238E27FC236}">
                <a16:creationId xmlns:a16="http://schemas.microsoft.com/office/drawing/2014/main" id="{6F8263D2-F9BE-3D44-C629-FD1F86B3E17F}"/>
              </a:ext>
            </a:extLst>
          </p:cNvPr>
          <p:cNvSpPr>
            <a:spLocks noGrp="1"/>
          </p:cNvSpPr>
          <p:nvPr>
            <p:ph type="body" sz="quarter" idx="16" hasCustomPrompt="1"/>
          </p:nvPr>
        </p:nvSpPr>
        <p:spPr>
          <a:xfrm>
            <a:off x="562033" y="3028950"/>
            <a:ext cx="5533967" cy="1901478"/>
          </a:xfrm>
          <a:prstGeom prst="rect">
            <a:avLst/>
          </a:prstGeom>
        </p:spPr>
        <p:txBody>
          <a:bodyPr lIns="0" tIns="0" rIns="0" bIns="0"/>
          <a:lstStyle>
            <a:lvl1pPr marL="0" indent="0">
              <a:buFontTx/>
              <a:buNone/>
              <a:defRPr sz="1400">
                <a:solidFill>
                  <a:schemeClr val="bg1"/>
                </a:solidFill>
              </a:defRPr>
            </a:lvl1pPr>
          </a:lstStyle>
          <a:p>
            <a:r>
              <a:rPr lang="en-GB" dirty="0"/>
              <a:t>Presented by 14pt</a:t>
            </a:r>
            <a:endParaRPr lang="en-US" dirty="0"/>
          </a:p>
        </p:txBody>
      </p:sp>
    </p:spTree>
    <p:extLst>
      <p:ext uri="{BB962C8B-B14F-4D97-AF65-F5344CB8AC3E}">
        <p14:creationId xmlns:p14="http://schemas.microsoft.com/office/powerpoint/2010/main" val="3123553179"/>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ogo centre black">
    <p:bg>
      <p:bgRef idx="1001">
        <a:schemeClr val="bg1"/>
      </p:bgRef>
    </p:bg>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50296C6E-3B64-67D7-F619-28187B1295EE}"/>
              </a:ext>
              <a:ext uri="{C183D7F6-B498-43B3-948B-1728B52AA6E4}">
                <adec:decorative xmlns:adec="http://schemas.microsoft.com/office/drawing/2017/decorative" val="1"/>
              </a:ext>
            </a:extLst>
          </p:cNvPr>
          <p:cNvSpPr/>
          <p:nvPr userDrawn="1"/>
        </p:nvSpPr>
        <p:spPr>
          <a:xfrm>
            <a:off x="0" y="0"/>
            <a:ext cx="9144000" cy="51435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chemeClr val="tx1"/>
          </a:solidFill>
        </p:spPr>
        <p:txBody>
          <a:bodyPr wrap="square" lIns="0" tIns="0" rIns="0" bIns="0" rtlCol="0"/>
          <a:lstStyle/>
          <a:p>
            <a:endParaRPr/>
          </a:p>
        </p:txBody>
      </p:sp>
      <p:pic>
        <p:nvPicPr>
          <p:cNvPr id="10" name="Picture 9">
            <a:extLst>
              <a:ext uri="{FF2B5EF4-FFF2-40B4-BE49-F238E27FC236}">
                <a16:creationId xmlns:a16="http://schemas.microsoft.com/office/drawing/2014/main" id="{90B06A1B-395E-4CB0-3B0C-D14FDE9BA0E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657339" y="2261198"/>
            <a:ext cx="1829323" cy="633227"/>
          </a:xfrm>
          <a:prstGeom prst="rect">
            <a:avLst/>
          </a:prstGeom>
        </p:spPr>
      </p:pic>
    </p:spTree>
    <p:extLst>
      <p:ext uri="{BB962C8B-B14F-4D97-AF65-F5344CB8AC3E}">
        <p14:creationId xmlns:p14="http://schemas.microsoft.com/office/powerpoint/2010/main" val="1925037456"/>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ogo centre ochr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3E466C-1ADC-0DA2-E815-89094AED2510}"/>
              </a:ext>
            </a:extLst>
          </p:cNvPr>
          <p:cNvPicPr>
            <a:picLocks noChangeAspect="1"/>
          </p:cNvPicPr>
          <p:nvPr userDrawn="1"/>
        </p:nvPicPr>
        <p:blipFill>
          <a:blip r:embed="rId2"/>
          <a:stretch>
            <a:fillRect/>
          </a:stretch>
        </p:blipFill>
        <p:spPr>
          <a:xfrm>
            <a:off x="3657338" y="2261197"/>
            <a:ext cx="1829323" cy="643417"/>
          </a:xfrm>
          <a:prstGeom prst="rect">
            <a:avLst/>
          </a:prstGeom>
        </p:spPr>
      </p:pic>
    </p:spTree>
    <p:extLst>
      <p:ext uri="{BB962C8B-B14F-4D97-AF65-F5344CB8AC3E}">
        <p14:creationId xmlns:p14="http://schemas.microsoft.com/office/powerpoint/2010/main" val="4071097661"/>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1">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E8375F2-9EFB-E2E0-D249-EBD6EB927363}"/>
              </a:ext>
            </a:extLst>
          </p:cNvPr>
          <p:cNvSpPr txBox="1">
            <a:spLocks noGrp="1"/>
          </p:cNvSpPr>
          <p:nvPr>
            <p:ph type="title" hasCustomPrompt="1"/>
          </p:nvPr>
        </p:nvSpPr>
        <p:spPr>
          <a:xfrm>
            <a:off x="838200" y="819150"/>
            <a:ext cx="7391400" cy="3505200"/>
          </a:xfrm>
          <a:prstGeom prst="rect">
            <a:avLst/>
          </a:prstGeom>
        </p:spPr>
        <p:txBody>
          <a:bodyPr vert="horz" wrap="square" lIns="0" tIns="12700" rIns="0" bIns="0" rtlCol="0" anchor="ctr" anchorCtr="0">
            <a:noAutofit/>
          </a:bodyPr>
          <a:lstStyle>
            <a:lvl1pPr algn="ctr">
              <a:defRPr sz="3800" b="0" i="0">
                <a:solidFill>
                  <a:schemeClr val="tx1"/>
                </a:solidFill>
                <a:latin typeface="Times" pitchFamily="2" charset="0"/>
              </a:defRPr>
            </a:lvl1pPr>
          </a:lstStyle>
          <a:p>
            <a:pPr marL="12700" marR="0" lvl="0" indent="0" algn="ctr" defTabSz="914400" eaLnBrk="1" fontAlgn="auto" latinLnBrk="0" hangingPunct="1">
              <a:lnSpc>
                <a:spcPct val="100000"/>
              </a:lnSpc>
              <a:spcBef>
                <a:spcPts val="100"/>
              </a:spcBef>
              <a:spcAft>
                <a:spcPts val="0"/>
              </a:spcAft>
              <a:buClrTx/>
              <a:buSzTx/>
              <a:buFontTx/>
              <a:buNone/>
              <a:tabLst/>
              <a:defRPr/>
            </a:pPr>
            <a:r>
              <a:rPr sz="3800" dirty="0">
                <a:solidFill>
                  <a:srgbClr val="000000"/>
                </a:solidFill>
              </a:rPr>
              <a:t>“Insert quote </a:t>
            </a:r>
            <a:r>
              <a:rPr sz="3800" spc="-10" dirty="0">
                <a:solidFill>
                  <a:srgbClr val="000000"/>
                </a:solidFill>
              </a:rPr>
              <a:t>here</a:t>
            </a:r>
            <a:r>
              <a:rPr lang="en-AU" sz="3800" spc="-10" dirty="0">
                <a:solidFill>
                  <a:srgbClr val="000000"/>
                </a:solidFill>
              </a:rPr>
              <a:t>. </a:t>
            </a:r>
            <a:br>
              <a:rPr lang="en-AU" sz="3800" spc="-10" dirty="0">
                <a:solidFill>
                  <a:srgbClr val="000000"/>
                </a:solidFill>
              </a:rPr>
            </a:br>
            <a:r>
              <a:rPr lang="en-AU" sz="3800" spc="-10" dirty="0" err="1">
                <a:solidFill>
                  <a:srgbClr val="000000"/>
                </a:solidFill>
              </a:rPr>
              <a:t>Unti</a:t>
            </a:r>
            <a:r>
              <a:rPr lang="en-AU" sz="3800" spc="-10" dirty="0">
                <a:solidFill>
                  <a:srgbClr val="000000"/>
                </a:solidFill>
              </a:rPr>
              <a:t> </a:t>
            </a:r>
            <a:r>
              <a:rPr lang="en-AU" sz="3800" spc="-10" dirty="0" err="1">
                <a:solidFill>
                  <a:srgbClr val="000000"/>
                </a:solidFill>
              </a:rPr>
              <a:t>cuptasitae</a:t>
            </a:r>
            <a:r>
              <a:rPr lang="en-AU" sz="3800" spc="-10" dirty="0">
                <a:solidFill>
                  <a:srgbClr val="000000"/>
                </a:solidFill>
              </a:rPr>
              <a:t> </a:t>
            </a:r>
            <a:r>
              <a:rPr lang="en-AU" sz="3800" spc="-10" dirty="0" err="1">
                <a:solidFill>
                  <a:srgbClr val="000000"/>
                </a:solidFill>
              </a:rPr>
              <a:t>velluptatur</a:t>
            </a:r>
            <a:r>
              <a:rPr lang="en-AU" sz="3800" spc="-10" dirty="0">
                <a:solidFill>
                  <a:srgbClr val="000000"/>
                </a:solidFill>
              </a:rPr>
              <a:t> </a:t>
            </a:r>
            <a:r>
              <a:rPr lang="en-AU" sz="3800" spc="-10" dirty="0" err="1">
                <a:solidFill>
                  <a:srgbClr val="000000"/>
                </a:solidFill>
              </a:rPr>
              <a:t>suntem</a:t>
            </a:r>
            <a:r>
              <a:rPr lang="en-AU" sz="3800" spc="-10" dirty="0">
                <a:solidFill>
                  <a:srgbClr val="000000"/>
                </a:solidFill>
              </a:rPr>
              <a:t> as </a:t>
            </a:r>
            <a:r>
              <a:rPr lang="en-AU" sz="3800" spc="-10" dirty="0" err="1">
                <a:solidFill>
                  <a:srgbClr val="000000"/>
                </a:solidFill>
              </a:rPr>
              <a:t>derempo</a:t>
            </a:r>
            <a:r>
              <a:rPr lang="en-AU" sz="3800" spc="-10" dirty="0">
                <a:solidFill>
                  <a:srgbClr val="000000"/>
                </a:solidFill>
              </a:rPr>
              <a:t> </a:t>
            </a:r>
            <a:r>
              <a:rPr lang="en-AU" sz="3800" spc="-10" dirty="0" err="1">
                <a:solidFill>
                  <a:srgbClr val="000000"/>
                </a:solidFill>
              </a:rPr>
              <a:t>rposten</a:t>
            </a:r>
            <a:r>
              <a:rPr lang="en-AU" sz="3800" spc="-10" dirty="0">
                <a:solidFill>
                  <a:srgbClr val="000000"/>
                </a:solidFill>
              </a:rPr>
              <a:t> </a:t>
            </a:r>
            <a:r>
              <a:rPr lang="en-AU" sz="3800" spc="-10" dirty="0" err="1">
                <a:solidFill>
                  <a:srgbClr val="000000"/>
                </a:solidFill>
              </a:rPr>
              <a:t>dignisqui</a:t>
            </a:r>
            <a:r>
              <a:rPr lang="en-AU" sz="3800" spc="-10" dirty="0">
                <a:solidFill>
                  <a:srgbClr val="000000"/>
                </a:solidFill>
              </a:rPr>
              <a:t> </a:t>
            </a:r>
            <a:r>
              <a:rPr lang="en-AU" sz="3800" spc="-10" dirty="0" err="1">
                <a:solidFill>
                  <a:srgbClr val="000000"/>
                </a:solidFill>
              </a:rPr>
              <a:t>omnissum</a:t>
            </a:r>
            <a:r>
              <a:rPr lang="en-AU" sz="3800" spc="-10" dirty="0">
                <a:solidFill>
                  <a:srgbClr val="000000"/>
                </a:solidFill>
              </a:rPr>
              <a:t> </a:t>
            </a:r>
            <a:r>
              <a:rPr lang="en-AU" sz="3800" spc="-10" dirty="0" err="1">
                <a:solidFill>
                  <a:srgbClr val="000000"/>
                </a:solidFill>
              </a:rPr>
              <a:t>eiur</a:t>
            </a:r>
            <a:r>
              <a:rPr lang="en-AU" sz="3800" spc="-10" dirty="0">
                <a:solidFill>
                  <a:srgbClr val="000000"/>
                </a:solidFill>
              </a:rPr>
              <a:t>, </a:t>
            </a:r>
            <a:r>
              <a:rPr lang="en-AU" sz="3800" spc="-10" dirty="0" err="1">
                <a:solidFill>
                  <a:srgbClr val="000000"/>
                </a:solidFill>
              </a:rPr>
              <a:t>earchit</a:t>
            </a:r>
            <a:r>
              <a:rPr lang="en-AU" sz="3800" spc="-10" dirty="0">
                <a:solidFill>
                  <a:srgbClr val="000000"/>
                </a:solidFill>
              </a:rPr>
              <a:t> ab </a:t>
            </a:r>
            <a:r>
              <a:rPr lang="en-AU" sz="3800" spc="-10" dirty="0" err="1">
                <a:solidFill>
                  <a:srgbClr val="000000"/>
                </a:solidFill>
              </a:rPr>
              <a:t>ipidici</a:t>
            </a:r>
            <a:r>
              <a:rPr lang="en-AU" sz="3800" spc="-10" dirty="0">
                <a:solidFill>
                  <a:srgbClr val="000000"/>
                </a:solidFill>
              </a:rPr>
              <a:t> </a:t>
            </a:r>
            <a:r>
              <a:rPr lang="en-AU" sz="3800" spc="-10" dirty="0" err="1">
                <a:solidFill>
                  <a:srgbClr val="000000"/>
                </a:solidFill>
              </a:rPr>
              <a:t>llorum</a:t>
            </a:r>
            <a:r>
              <a:rPr lang="en-AU" sz="3800" spc="-10" dirty="0">
                <a:solidFill>
                  <a:srgbClr val="000000"/>
                </a:solidFill>
              </a:rPr>
              <a:t>, </a:t>
            </a:r>
            <a:r>
              <a:rPr lang="en-AU" sz="3800" spc="-10" dirty="0" err="1">
                <a:solidFill>
                  <a:srgbClr val="000000"/>
                </a:solidFill>
              </a:rPr>
              <a:t>coreriae</a:t>
            </a:r>
            <a:r>
              <a:rPr lang="en-AU" sz="3800" spc="-10" dirty="0">
                <a:solidFill>
                  <a:srgbClr val="000000"/>
                </a:solidFill>
              </a:rPr>
              <a:t> </a:t>
            </a:r>
            <a:r>
              <a:rPr lang="en-AU" sz="3800" spc="-10" dirty="0" err="1">
                <a:solidFill>
                  <a:srgbClr val="000000"/>
                </a:solidFill>
              </a:rPr>
              <a:t>quia</a:t>
            </a:r>
            <a:r>
              <a:rPr lang="en-AU" sz="3800" spc="-10" dirty="0">
                <a:solidFill>
                  <a:srgbClr val="000000"/>
                </a:solidFill>
              </a:rPr>
              <a:t>.”</a:t>
            </a:r>
            <a:endParaRPr sz="3800" dirty="0"/>
          </a:p>
        </p:txBody>
      </p:sp>
    </p:spTree>
    <p:extLst>
      <p:ext uri="{BB962C8B-B14F-4D97-AF65-F5344CB8AC3E}">
        <p14:creationId xmlns:p14="http://schemas.microsoft.com/office/powerpoint/2010/main" val="1356158079"/>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Quote 1">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A097E-185C-39F4-467B-3196A19AD666}"/>
              </a:ext>
            </a:extLst>
          </p:cNvPr>
          <p:cNvSpPr txBox="1">
            <a:spLocks noGrp="1"/>
          </p:cNvSpPr>
          <p:nvPr>
            <p:ph type="title" hasCustomPrompt="1"/>
          </p:nvPr>
        </p:nvSpPr>
        <p:spPr>
          <a:xfrm>
            <a:off x="838200" y="819150"/>
            <a:ext cx="7391400" cy="3505200"/>
          </a:xfrm>
          <a:prstGeom prst="rect">
            <a:avLst/>
          </a:prstGeom>
        </p:spPr>
        <p:txBody>
          <a:bodyPr vert="horz" wrap="square" lIns="0" tIns="12700" rIns="0" bIns="0" rtlCol="0" anchor="ctr" anchorCtr="0">
            <a:noAutofit/>
          </a:bodyPr>
          <a:lstStyle>
            <a:lvl1pPr algn="ctr">
              <a:defRPr sz="3800" b="0" i="0">
                <a:solidFill>
                  <a:schemeClr val="accent1"/>
                </a:solidFill>
                <a:latin typeface="Times" pitchFamily="2" charset="0"/>
              </a:defRPr>
            </a:lvl1pPr>
          </a:lstStyle>
          <a:p>
            <a:pPr marL="12700" marR="0" lvl="0" indent="0" algn="ctr" defTabSz="914400" eaLnBrk="1" fontAlgn="auto" latinLnBrk="0" hangingPunct="1">
              <a:lnSpc>
                <a:spcPct val="100000"/>
              </a:lnSpc>
              <a:spcBef>
                <a:spcPts val="100"/>
              </a:spcBef>
              <a:spcAft>
                <a:spcPts val="0"/>
              </a:spcAft>
              <a:buClrTx/>
              <a:buSzTx/>
              <a:buFontTx/>
              <a:buNone/>
              <a:tabLst/>
              <a:defRPr/>
            </a:pPr>
            <a:r>
              <a:rPr sz="3800" dirty="0">
                <a:solidFill>
                  <a:srgbClr val="000000"/>
                </a:solidFill>
              </a:rPr>
              <a:t>“Insert quote </a:t>
            </a:r>
            <a:r>
              <a:rPr sz="3800" spc="-10" dirty="0">
                <a:solidFill>
                  <a:srgbClr val="000000"/>
                </a:solidFill>
              </a:rPr>
              <a:t>here</a:t>
            </a:r>
            <a:r>
              <a:rPr lang="en-AU" sz="3800" spc="-10" dirty="0">
                <a:solidFill>
                  <a:srgbClr val="000000"/>
                </a:solidFill>
              </a:rPr>
              <a:t>. </a:t>
            </a:r>
            <a:br>
              <a:rPr lang="en-AU" sz="3800" spc="-10" dirty="0">
                <a:solidFill>
                  <a:srgbClr val="000000"/>
                </a:solidFill>
              </a:rPr>
            </a:br>
            <a:r>
              <a:rPr lang="en-AU" sz="3800" spc="-10" dirty="0" err="1">
                <a:solidFill>
                  <a:srgbClr val="000000"/>
                </a:solidFill>
              </a:rPr>
              <a:t>Unti</a:t>
            </a:r>
            <a:r>
              <a:rPr lang="en-AU" sz="3800" spc="-10" dirty="0">
                <a:solidFill>
                  <a:srgbClr val="000000"/>
                </a:solidFill>
              </a:rPr>
              <a:t> </a:t>
            </a:r>
            <a:r>
              <a:rPr lang="en-AU" sz="3800" spc="-10" dirty="0" err="1">
                <a:solidFill>
                  <a:srgbClr val="000000"/>
                </a:solidFill>
              </a:rPr>
              <a:t>cuptasitae</a:t>
            </a:r>
            <a:r>
              <a:rPr lang="en-AU" sz="3800" spc="-10" dirty="0">
                <a:solidFill>
                  <a:srgbClr val="000000"/>
                </a:solidFill>
              </a:rPr>
              <a:t> </a:t>
            </a:r>
            <a:r>
              <a:rPr lang="en-AU" sz="3800" spc="-10" dirty="0" err="1">
                <a:solidFill>
                  <a:srgbClr val="000000"/>
                </a:solidFill>
              </a:rPr>
              <a:t>velluptatur</a:t>
            </a:r>
            <a:r>
              <a:rPr lang="en-AU" sz="3800" spc="-10" dirty="0">
                <a:solidFill>
                  <a:srgbClr val="000000"/>
                </a:solidFill>
              </a:rPr>
              <a:t> </a:t>
            </a:r>
            <a:r>
              <a:rPr lang="en-AU" sz="3800" spc="-10" dirty="0" err="1">
                <a:solidFill>
                  <a:srgbClr val="000000"/>
                </a:solidFill>
              </a:rPr>
              <a:t>suntem</a:t>
            </a:r>
            <a:r>
              <a:rPr lang="en-AU" sz="3800" spc="-10" dirty="0">
                <a:solidFill>
                  <a:srgbClr val="000000"/>
                </a:solidFill>
              </a:rPr>
              <a:t> as </a:t>
            </a:r>
            <a:r>
              <a:rPr lang="en-AU" sz="3800" spc="-10" dirty="0" err="1">
                <a:solidFill>
                  <a:srgbClr val="000000"/>
                </a:solidFill>
              </a:rPr>
              <a:t>derempo</a:t>
            </a:r>
            <a:r>
              <a:rPr lang="en-AU" sz="3800" spc="-10" dirty="0">
                <a:solidFill>
                  <a:srgbClr val="000000"/>
                </a:solidFill>
              </a:rPr>
              <a:t> </a:t>
            </a:r>
            <a:r>
              <a:rPr lang="en-AU" sz="3800" spc="-10" dirty="0" err="1">
                <a:solidFill>
                  <a:srgbClr val="000000"/>
                </a:solidFill>
              </a:rPr>
              <a:t>rposten</a:t>
            </a:r>
            <a:r>
              <a:rPr lang="en-AU" sz="3800" spc="-10" dirty="0">
                <a:solidFill>
                  <a:srgbClr val="000000"/>
                </a:solidFill>
              </a:rPr>
              <a:t> </a:t>
            </a:r>
            <a:r>
              <a:rPr lang="en-AU" sz="3800" spc="-10" dirty="0" err="1">
                <a:solidFill>
                  <a:srgbClr val="000000"/>
                </a:solidFill>
              </a:rPr>
              <a:t>dignisqui</a:t>
            </a:r>
            <a:r>
              <a:rPr lang="en-AU" sz="3800" spc="-10" dirty="0">
                <a:solidFill>
                  <a:srgbClr val="000000"/>
                </a:solidFill>
              </a:rPr>
              <a:t> </a:t>
            </a:r>
            <a:r>
              <a:rPr lang="en-AU" sz="3800" spc="-10" dirty="0" err="1">
                <a:solidFill>
                  <a:srgbClr val="000000"/>
                </a:solidFill>
              </a:rPr>
              <a:t>omnissum</a:t>
            </a:r>
            <a:r>
              <a:rPr lang="en-AU" sz="3800" spc="-10" dirty="0">
                <a:solidFill>
                  <a:srgbClr val="000000"/>
                </a:solidFill>
              </a:rPr>
              <a:t> </a:t>
            </a:r>
            <a:r>
              <a:rPr lang="en-AU" sz="3800" spc="-10" dirty="0" err="1">
                <a:solidFill>
                  <a:srgbClr val="000000"/>
                </a:solidFill>
              </a:rPr>
              <a:t>eiur</a:t>
            </a:r>
            <a:r>
              <a:rPr lang="en-AU" sz="3800" spc="-10" dirty="0">
                <a:solidFill>
                  <a:srgbClr val="000000"/>
                </a:solidFill>
              </a:rPr>
              <a:t>, </a:t>
            </a:r>
            <a:r>
              <a:rPr lang="en-AU" sz="3800" spc="-10" dirty="0" err="1">
                <a:solidFill>
                  <a:srgbClr val="000000"/>
                </a:solidFill>
              </a:rPr>
              <a:t>earchit</a:t>
            </a:r>
            <a:r>
              <a:rPr lang="en-AU" sz="3800" spc="-10" dirty="0">
                <a:solidFill>
                  <a:srgbClr val="000000"/>
                </a:solidFill>
              </a:rPr>
              <a:t> ab </a:t>
            </a:r>
            <a:r>
              <a:rPr lang="en-AU" sz="3800" spc="-10" dirty="0" err="1">
                <a:solidFill>
                  <a:srgbClr val="000000"/>
                </a:solidFill>
              </a:rPr>
              <a:t>ipidici</a:t>
            </a:r>
            <a:r>
              <a:rPr lang="en-AU" sz="3800" spc="-10" dirty="0">
                <a:solidFill>
                  <a:srgbClr val="000000"/>
                </a:solidFill>
              </a:rPr>
              <a:t> </a:t>
            </a:r>
            <a:r>
              <a:rPr lang="en-AU" sz="3800" spc="-10" dirty="0" err="1">
                <a:solidFill>
                  <a:srgbClr val="000000"/>
                </a:solidFill>
              </a:rPr>
              <a:t>llorum</a:t>
            </a:r>
            <a:r>
              <a:rPr lang="en-AU" sz="3800" spc="-10" dirty="0">
                <a:solidFill>
                  <a:srgbClr val="000000"/>
                </a:solidFill>
              </a:rPr>
              <a:t>, </a:t>
            </a:r>
            <a:r>
              <a:rPr lang="en-AU" sz="3800" spc="-10" dirty="0" err="1">
                <a:solidFill>
                  <a:srgbClr val="000000"/>
                </a:solidFill>
              </a:rPr>
              <a:t>coreriae</a:t>
            </a:r>
            <a:r>
              <a:rPr lang="en-AU" sz="3800" spc="-10" dirty="0">
                <a:solidFill>
                  <a:srgbClr val="000000"/>
                </a:solidFill>
              </a:rPr>
              <a:t> </a:t>
            </a:r>
            <a:r>
              <a:rPr lang="en-AU" sz="3800" spc="-10" dirty="0" err="1">
                <a:solidFill>
                  <a:srgbClr val="000000"/>
                </a:solidFill>
              </a:rPr>
              <a:t>quia</a:t>
            </a:r>
            <a:r>
              <a:rPr lang="en-AU" sz="3800" spc="-10" dirty="0">
                <a:solidFill>
                  <a:srgbClr val="000000"/>
                </a:solidFill>
              </a:rPr>
              <a:t>.”</a:t>
            </a:r>
            <a:endParaRPr sz="3800" dirty="0"/>
          </a:p>
        </p:txBody>
      </p:sp>
    </p:spTree>
    <p:extLst>
      <p:ext uri="{BB962C8B-B14F-4D97-AF65-F5344CB8AC3E}">
        <p14:creationId xmlns:p14="http://schemas.microsoft.com/office/powerpoint/2010/main" val="349125754"/>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Image 1">
    <p:bg>
      <p:bgRef idx="1001">
        <a:schemeClr val="bg1"/>
      </p:bgRef>
    </p:bg>
    <p:spTree>
      <p:nvGrpSpPr>
        <p:cNvPr id="1" name=""/>
        <p:cNvGrpSpPr/>
        <p:nvPr/>
      </p:nvGrpSpPr>
      <p:grpSpPr>
        <a:xfrm>
          <a:off x="0" y="0"/>
          <a:ext cx="0" cy="0"/>
          <a:chOff x="0" y="0"/>
          <a:chExt cx="0" cy="0"/>
        </a:xfrm>
      </p:grpSpPr>
      <p:pic>
        <p:nvPicPr>
          <p:cNvPr id="8" name="object 1">
            <a:extLst>
              <a:ext uri="{FF2B5EF4-FFF2-40B4-BE49-F238E27FC236}">
                <a16:creationId xmlns:a16="http://schemas.microsoft.com/office/drawing/2014/main" id="{69D3DD68-72FE-5430-2CCD-62A73AAF985C}"/>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2249551548"/>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44173-B046-E632-8483-B2707C81E7DF}"/>
              </a:ext>
            </a:extLst>
          </p:cNvPr>
          <p:cNvSpPr>
            <a:spLocks noGrp="1"/>
          </p:cNvSpPr>
          <p:nvPr>
            <p:ph type="body" sz="quarter" idx="10"/>
          </p:nvPr>
        </p:nvSpPr>
        <p:spPr>
          <a:xfrm>
            <a:off x="495300" y="3333750"/>
            <a:ext cx="5829300" cy="1004887"/>
          </a:xfrm>
          <a:prstGeom prst="rect">
            <a:avLst/>
          </a:prstGeom>
        </p:spPr>
        <p:txBody>
          <a:bodyPr/>
          <a:lstStyle>
            <a:lvl1pPr marL="0" indent="0">
              <a:buFontTx/>
              <a:buNone/>
              <a:defRPr sz="1800">
                <a:solidFill>
                  <a:schemeClr val="bg1"/>
                </a:solidFill>
                <a:latin typeface="Times" pitchFamily="2" charset="0"/>
              </a:defRPr>
            </a:lvl1pPr>
            <a:lvl2pPr>
              <a:buFontTx/>
              <a:buNone/>
              <a:defRPr>
                <a:solidFill>
                  <a:schemeClr val="bg1"/>
                </a:solidFill>
              </a:defRPr>
            </a:lvl2pPr>
            <a:lvl3pPr>
              <a:buFontTx/>
              <a:buNone/>
              <a:defRPr>
                <a:solidFill>
                  <a:schemeClr val="bg1"/>
                </a:solidFill>
              </a:defRPr>
            </a:lvl3pPr>
            <a:lvl4pPr>
              <a:buFontTx/>
              <a:buNone/>
              <a:defRPr>
                <a:solidFill>
                  <a:schemeClr val="bg1"/>
                </a:solidFill>
              </a:defRPr>
            </a:lvl4pPr>
            <a:lvl5pPr>
              <a:buFontTx/>
              <a:buNone/>
              <a:defRPr>
                <a:solidFill>
                  <a:schemeClr val="bg1"/>
                </a:solidFill>
              </a:defRPr>
            </a:lvl5pPr>
          </a:lstStyle>
          <a:p>
            <a:pPr lvl="0"/>
            <a:r>
              <a:rPr lang="en-GB" dirty="0"/>
              <a:t>Click to edit Master text styles</a:t>
            </a:r>
            <a:endParaRPr lang="en-US" dirty="0"/>
          </a:p>
        </p:txBody>
      </p:sp>
      <p:pic>
        <p:nvPicPr>
          <p:cNvPr id="7" name="object 4">
            <a:extLst>
              <a:ext uri="{FF2B5EF4-FFF2-40B4-BE49-F238E27FC236}">
                <a16:creationId xmlns:a16="http://schemas.microsoft.com/office/drawing/2014/main" id="{0DE0EA6B-E5AC-3B11-BD85-9AE2F2B2BA1F}"/>
              </a:ext>
              <a:ext uri="{C183D7F6-B498-43B3-948B-1728B52AA6E4}">
                <adec:decorative xmlns:adec="http://schemas.microsoft.com/office/drawing/2017/decorative" val="1"/>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2" y="1"/>
            <a:ext cx="9143998" cy="5143499"/>
          </a:xfrm>
          <a:prstGeom prst="rect">
            <a:avLst/>
          </a:prstGeom>
        </p:spPr>
      </p:pic>
    </p:spTree>
    <p:extLst>
      <p:ext uri="{BB962C8B-B14F-4D97-AF65-F5344CB8AC3E}">
        <p14:creationId xmlns:p14="http://schemas.microsoft.com/office/powerpoint/2010/main" val="3494040816"/>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 2">
    <p:bg>
      <p:bgRef idx="1001">
        <a:schemeClr val="bg1"/>
      </p:bgRef>
    </p:bg>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159FF160-6414-B7D0-2DD1-0585D58A2220}"/>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341"/>
            <a:ext cx="9141620" cy="5144841"/>
          </a:xfrm>
          <a:prstGeom prst="rect">
            <a:avLst/>
          </a:prstGeom>
        </p:spPr>
      </p:pic>
      <p:sp>
        <p:nvSpPr>
          <p:cNvPr id="6" name="Text Placeholder 1">
            <a:extLst>
              <a:ext uri="{FF2B5EF4-FFF2-40B4-BE49-F238E27FC236}">
                <a16:creationId xmlns:a16="http://schemas.microsoft.com/office/drawing/2014/main" id="{9E3B0390-CE09-F982-4224-39703DE91AD7}"/>
              </a:ext>
              <a:ext uri="{C183D7F6-B498-43B3-948B-1728B52AA6E4}">
                <adec:decorative xmlns:adec="http://schemas.microsoft.com/office/drawing/2017/decorative" val="0"/>
              </a:ext>
            </a:extLst>
          </p:cNvPr>
          <p:cNvSpPr>
            <a:spLocks noGrp="1"/>
          </p:cNvSpPr>
          <p:nvPr>
            <p:ph type="body" sz="quarter" idx="10"/>
          </p:nvPr>
        </p:nvSpPr>
        <p:spPr>
          <a:xfrm>
            <a:off x="495300" y="3333750"/>
            <a:ext cx="5829300" cy="1004887"/>
          </a:xfrm>
          <a:prstGeom prst="rect">
            <a:avLst/>
          </a:prstGeom>
        </p:spPr>
        <p:txBody>
          <a:bodyPr/>
          <a:lstStyle>
            <a:lvl1pPr marL="0" indent="0">
              <a:buFontTx/>
              <a:buNone/>
              <a:defRPr sz="1800">
                <a:solidFill>
                  <a:schemeClr val="bg1"/>
                </a:solidFill>
                <a:latin typeface="Times" pitchFamily="2" charset="0"/>
              </a:defRPr>
            </a:lvl1pPr>
            <a:lvl2pPr>
              <a:buFontTx/>
              <a:buNone/>
              <a:defRPr>
                <a:solidFill>
                  <a:schemeClr val="bg1"/>
                </a:solidFill>
              </a:defRPr>
            </a:lvl2pPr>
            <a:lvl3pPr>
              <a:buFontTx/>
              <a:buNone/>
              <a:defRPr>
                <a:solidFill>
                  <a:schemeClr val="bg1"/>
                </a:solidFill>
              </a:defRPr>
            </a:lvl3pPr>
            <a:lvl4pPr>
              <a:buFontTx/>
              <a:buNone/>
              <a:defRPr>
                <a:solidFill>
                  <a:schemeClr val="bg1"/>
                </a:solidFill>
              </a:defRPr>
            </a:lvl4pPr>
            <a:lvl5pPr>
              <a:buFontTx/>
              <a:buNone/>
              <a:defRPr>
                <a:solidFill>
                  <a:schemeClr val="bg1"/>
                </a:solidFill>
              </a:defRPr>
            </a:lvl5pPr>
          </a:lstStyle>
          <a:p>
            <a:pPr lvl="0"/>
            <a:r>
              <a:rPr lang="en-GB" dirty="0"/>
              <a:t>Click to edit Master text styles</a:t>
            </a:r>
            <a:endParaRPr lang="en-US" dirty="0"/>
          </a:p>
        </p:txBody>
      </p:sp>
    </p:spTree>
    <p:extLst>
      <p:ext uri="{BB962C8B-B14F-4D97-AF65-F5344CB8AC3E}">
        <p14:creationId xmlns:p14="http://schemas.microsoft.com/office/powerpoint/2010/main" val="1464161010"/>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age 3">
    <p:bg>
      <p:bgRef idx="1001">
        <a:schemeClr val="bg1"/>
      </p:bgRef>
    </p:bg>
    <p:spTree>
      <p:nvGrpSpPr>
        <p:cNvPr id="1" name=""/>
        <p:cNvGrpSpPr/>
        <p:nvPr/>
      </p:nvGrpSpPr>
      <p:grpSpPr>
        <a:xfrm>
          <a:off x="0" y="0"/>
          <a:ext cx="0" cy="0"/>
          <a:chOff x="0" y="0"/>
          <a:chExt cx="0" cy="0"/>
        </a:xfrm>
      </p:grpSpPr>
      <p:pic>
        <p:nvPicPr>
          <p:cNvPr id="5" name="object 1">
            <a:extLst>
              <a:ext uri="{FF2B5EF4-FFF2-40B4-BE49-F238E27FC236}">
                <a16:creationId xmlns:a16="http://schemas.microsoft.com/office/drawing/2014/main" id="{3DE60E2F-8D86-E014-B1B6-8CC60B835BB9}"/>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3999" cy="5143500"/>
          </a:xfrm>
          <a:prstGeom prst="rect">
            <a:avLst/>
          </a:prstGeom>
        </p:spPr>
      </p:pic>
    </p:spTree>
    <p:extLst>
      <p:ext uri="{BB962C8B-B14F-4D97-AF65-F5344CB8AC3E}">
        <p14:creationId xmlns:p14="http://schemas.microsoft.com/office/powerpoint/2010/main" val="382651899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4">
    <p:bg>
      <p:bgRef idx="1001">
        <a:schemeClr val="bg1"/>
      </p:bgRef>
    </p:bg>
    <p:spTree>
      <p:nvGrpSpPr>
        <p:cNvPr id="1" name=""/>
        <p:cNvGrpSpPr/>
        <p:nvPr/>
      </p:nvGrpSpPr>
      <p:grpSpPr>
        <a:xfrm>
          <a:off x="0" y="0"/>
          <a:ext cx="0" cy="0"/>
          <a:chOff x="0" y="0"/>
          <a:chExt cx="0" cy="0"/>
        </a:xfrm>
      </p:grpSpPr>
      <p:pic>
        <p:nvPicPr>
          <p:cNvPr id="6" name="object 2">
            <a:extLst>
              <a:ext uri="{FF2B5EF4-FFF2-40B4-BE49-F238E27FC236}">
                <a16:creationId xmlns:a16="http://schemas.microsoft.com/office/drawing/2014/main" id="{A3A6835A-E678-9758-9D77-104E4690DC81}"/>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2349" cy="5143500"/>
          </a:xfrm>
          <a:prstGeom prst="rect">
            <a:avLst/>
          </a:prstGeom>
        </p:spPr>
      </p:pic>
      <p:sp>
        <p:nvSpPr>
          <p:cNvPr id="2" name="Title 1">
            <a:extLst>
              <a:ext uri="{FF2B5EF4-FFF2-40B4-BE49-F238E27FC236}">
                <a16:creationId xmlns:a16="http://schemas.microsoft.com/office/drawing/2014/main" id="{5667EFA4-5A0B-BEF2-9D70-1A347D686B7A}"/>
              </a:ext>
            </a:extLst>
          </p:cNvPr>
          <p:cNvSpPr>
            <a:spLocks noGrp="1"/>
          </p:cNvSpPr>
          <p:nvPr>
            <p:ph type="body" sz="quarter" idx="10"/>
          </p:nvPr>
        </p:nvSpPr>
        <p:spPr>
          <a:xfrm>
            <a:off x="495300" y="3333750"/>
            <a:ext cx="5829300" cy="1004887"/>
          </a:xfrm>
          <a:prstGeom prst="rect">
            <a:avLst/>
          </a:prstGeom>
        </p:spPr>
        <p:txBody>
          <a:bodyPr/>
          <a:lstStyle>
            <a:lvl1pPr marL="0" indent="0">
              <a:buFontTx/>
              <a:buNone/>
              <a:defRPr sz="1800">
                <a:solidFill>
                  <a:schemeClr val="bg1"/>
                </a:solidFill>
                <a:latin typeface="Times" pitchFamily="2" charset="0"/>
              </a:defRPr>
            </a:lvl1pPr>
            <a:lvl2pPr>
              <a:buFontTx/>
              <a:buNone/>
              <a:defRPr>
                <a:solidFill>
                  <a:schemeClr val="bg1"/>
                </a:solidFill>
              </a:defRPr>
            </a:lvl2pPr>
            <a:lvl3pPr>
              <a:buFontTx/>
              <a:buNone/>
              <a:defRPr>
                <a:solidFill>
                  <a:schemeClr val="bg1"/>
                </a:solidFill>
              </a:defRPr>
            </a:lvl3pPr>
            <a:lvl4pPr>
              <a:buFontTx/>
              <a:buNone/>
              <a:defRPr>
                <a:solidFill>
                  <a:schemeClr val="bg1"/>
                </a:solidFill>
              </a:defRPr>
            </a:lvl4pPr>
            <a:lvl5pPr>
              <a:buFontTx/>
              <a:buNone/>
              <a:defRPr>
                <a:solidFill>
                  <a:schemeClr val="bg1"/>
                </a:solidFill>
              </a:defRPr>
            </a:lvl5pPr>
          </a:lstStyle>
          <a:p>
            <a:pPr lvl="0"/>
            <a:r>
              <a:rPr lang="en-GB" dirty="0"/>
              <a:t>Click to edit Master text styles</a:t>
            </a:r>
            <a:endParaRPr lang="en-US" dirty="0"/>
          </a:p>
        </p:txBody>
      </p:sp>
    </p:spTree>
    <p:extLst>
      <p:ext uri="{BB962C8B-B14F-4D97-AF65-F5344CB8AC3E}">
        <p14:creationId xmlns:p14="http://schemas.microsoft.com/office/powerpoint/2010/main" val="1507638060"/>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5">
    <p:bg>
      <p:bgRef idx="1001">
        <a:schemeClr val="bg1"/>
      </p:bgRef>
    </p:bg>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D3558D7F-D425-CB58-246D-476403851039}"/>
              </a:ext>
              <a:ext uri="{C183D7F6-B498-43B3-948B-1728B52AA6E4}">
                <adec:decorative xmlns:adec="http://schemas.microsoft.com/office/drawing/2017/decorative" val="1"/>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9144000" cy="5143500"/>
          </a:xfrm>
          <a:prstGeom prst="rect">
            <a:avLst/>
          </a:prstGeom>
        </p:spPr>
      </p:pic>
      <p:sp>
        <p:nvSpPr>
          <p:cNvPr id="6" name="Title 1">
            <a:extLst>
              <a:ext uri="{FF2B5EF4-FFF2-40B4-BE49-F238E27FC236}">
                <a16:creationId xmlns:a16="http://schemas.microsoft.com/office/drawing/2014/main" id="{1DBF24C0-EEA2-4E54-D028-0224BD962CC0}"/>
              </a:ext>
              <a:ext uri="{C183D7F6-B498-43B3-948B-1728B52AA6E4}">
                <adec:decorative xmlns:adec="http://schemas.microsoft.com/office/drawing/2017/decorative" val="0"/>
              </a:ext>
            </a:extLst>
          </p:cNvPr>
          <p:cNvSpPr>
            <a:spLocks noGrp="1"/>
          </p:cNvSpPr>
          <p:nvPr>
            <p:ph type="body" sz="quarter" idx="10"/>
          </p:nvPr>
        </p:nvSpPr>
        <p:spPr>
          <a:xfrm>
            <a:off x="495300" y="3333750"/>
            <a:ext cx="5829300" cy="1004887"/>
          </a:xfrm>
          <a:prstGeom prst="rect">
            <a:avLst/>
          </a:prstGeom>
        </p:spPr>
        <p:txBody>
          <a:bodyPr/>
          <a:lstStyle>
            <a:lvl1pPr marL="0" indent="0">
              <a:buFontTx/>
              <a:buNone/>
              <a:defRPr sz="1800">
                <a:solidFill>
                  <a:schemeClr val="bg1"/>
                </a:solidFill>
                <a:latin typeface="Times" pitchFamily="2" charset="0"/>
              </a:defRPr>
            </a:lvl1pPr>
            <a:lvl2pPr>
              <a:buFontTx/>
              <a:buNone/>
              <a:defRPr>
                <a:solidFill>
                  <a:schemeClr val="bg1"/>
                </a:solidFill>
              </a:defRPr>
            </a:lvl2pPr>
            <a:lvl3pPr>
              <a:buFontTx/>
              <a:buNone/>
              <a:defRPr>
                <a:solidFill>
                  <a:schemeClr val="bg1"/>
                </a:solidFill>
              </a:defRPr>
            </a:lvl3pPr>
            <a:lvl4pPr>
              <a:buFontTx/>
              <a:buNone/>
              <a:defRPr>
                <a:solidFill>
                  <a:schemeClr val="bg1"/>
                </a:solidFill>
              </a:defRPr>
            </a:lvl4pPr>
            <a:lvl5pPr>
              <a:buFontTx/>
              <a:buNone/>
              <a:defRPr>
                <a:solidFill>
                  <a:schemeClr val="bg1"/>
                </a:solidFill>
              </a:defRPr>
            </a:lvl5pPr>
          </a:lstStyle>
          <a:p>
            <a:pPr lvl="0"/>
            <a:r>
              <a:rPr lang="en-GB" dirty="0"/>
              <a:t>Click to edit Master text styles</a:t>
            </a:r>
            <a:endParaRPr lang="en-US" dirty="0"/>
          </a:p>
        </p:txBody>
      </p:sp>
    </p:spTree>
    <p:extLst>
      <p:ext uri="{BB962C8B-B14F-4D97-AF65-F5344CB8AC3E}">
        <p14:creationId xmlns:p14="http://schemas.microsoft.com/office/powerpoint/2010/main" val="4290844201"/>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 6">
    <p:bg>
      <p:bgRef idx="1001">
        <a:schemeClr val="bg1"/>
      </p:bgRef>
    </p:bg>
    <p:spTree>
      <p:nvGrpSpPr>
        <p:cNvPr id="1" name=""/>
        <p:cNvGrpSpPr/>
        <p:nvPr/>
      </p:nvGrpSpPr>
      <p:grpSpPr>
        <a:xfrm>
          <a:off x="0" y="0"/>
          <a:ext cx="0" cy="0"/>
          <a:chOff x="0" y="0"/>
          <a:chExt cx="0" cy="0"/>
        </a:xfrm>
      </p:grpSpPr>
      <p:pic>
        <p:nvPicPr>
          <p:cNvPr id="2" name="object 1">
            <a:extLst>
              <a:ext uri="{FF2B5EF4-FFF2-40B4-BE49-F238E27FC236}">
                <a16:creationId xmlns:a16="http://schemas.microsoft.com/office/drawing/2014/main" id="{28B85562-1D3A-B537-DAF4-3A657A3D4AE6}"/>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3431633167"/>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age and text 1">
    <p:bg>
      <p:bgRef idx="1001">
        <a:schemeClr val="bg1"/>
      </p:bgRef>
    </p:bg>
    <p:spTree>
      <p:nvGrpSpPr>
        <p:cNvPr id="1" name=""/>
        <p:cNvGrpSpPr/>
        <p:nvPr/>
      </p:nvGrpSpPr>
      <p:grpSpPr>
        <a:xfrm>
          <a:off x="0" y="0"/>
          <a:ext cx="0" cy="0"/>
          <a:chOff x="0" y="0"/>
          <a:chExt cx="0" cy="0"/>
        </a:xfrm>
      </p:grpSpPr>
      <p:sp>
        <p:nvSpPr>
          <p:cNvPr id="11" name="Picture Placeholder 1">
            <a:extLst>
              <a:ext uri="{FF2B5EF4-FFF2-40B4-BE49-F238E27FC236}">
                <a16:creationId xmlns:a16="http://schemas.microsoft.com/office/drawing/2014/main" id="{A0A86295-3799-4055-1C7A-59CAA363CB15}"/>
              </a:ext>
            </a:extLst>
          </p:cNvPr>
          <p:cNvSpPr>
            <a:spLocks noGrp="1"/>
          </p:cNvSpPr>
          <p:nvPr>
            <p:ph type="pic" sz="quarter" idx="10" hasCustomPrompt="1"/>
          </p:nvPr>
        </p:nvSpPr>
        <p:spPr>
          <a:xfrm>
            <a:off x="0" y="0"/>
            <a:ext cx="9144000" cy="2640647"/>
          </a:xfrm>
          <a:prstGeom prst="rect">
            <a:avLst/>
          </a:prstGeom>
          <a:solidFill>
            <a:schemeClr val="bg1">
              <a:lumMod val="95000"/>
            </a:schemeClr>
          </a:solidFill>
        </p:spPr>
        <p:txBody>
          <a:bodyPr anchor="ctr" anchorCtr="0"/>
          <a:lstStyle>
            <a:lvl1pPr marL="0" indent="0" algn="ctr">
              <a:buNone/>
              <a:defRPr sz="1100"/>
            </a:lvl1pPr>
          </a:lstStyle>
          <a:p>
            <a:r>
              <a:rPr lang="en-US" dirty="0"/>
              <a:t>Click to add image</a:t>
            </a:r>
          </a:p>
        </p:txBody>
      </p:sp>
      <p:sp>
        <p:nvSpPr>
          <p:cNvPr id="4" name="object 2">
            <a:extLst>
              <a:ext uri="{FF2B5EF4-FFF2-40B4-BE49-F238E27FC236}">
                <a16:creationId xmlns:a16="http://schemas.microsoft.com/office/drawing/2014/main" id="{BCED1024-5DA2-8840-7AC2-C7FC158C755F}"/>
              </a:ext>
              <a:ext uri="{C183D7F6-B498-43B3-948B-1728B52AA6E4}">
                <adec:decorative xmlns:adec="http://schemas.microsoft.com/office/drawing/2017/decorative" val="1"/>
              </a:ext>
            </a:extLst>
          </p:cNvPr>
          <p:cNvSpPr/>
          <p:nvPr userDrawn="1"/>
        </p:nvSpPr>
        <p:spPr>
          <a:xfrm>
            <a:off x="0" y="2640647"/>
            <a:ext cx="9144000" cy="459740"/>
          </a:xfrm>
          <a:custGeom>
            <a:avLst/>
            <a:gdLst/>
            <a:ahLst/>
            <a:cxnLst/>
            <a:rect l="l" t="t" r="r" b="b"/>
            <a:pathLst>
              <a:path w="9144000" h="459739">
                <a:moveTo>
                  <a:pt x="9144000" y="0"/>
                </a:moveTo>
                <a:lnTo>
                  <a:pt x="0" y="0"/>
                </a:lnTo>
                <a:lnTo>
                  <a:pt x="0" y="459739"/>
                </a:lnTo>
                <a:lnTo>
                  <a:pt x="9144000" y="459739"/>
                </a:lnTo>
                <a:lnTo>
                  <a:pt x="9144000" y="0"/>
                </a:lnTo>
                <a:close/>
              </a:path>
            </a:pathLst>
          </a:custGeom>
          <a:solidFill>
            <a:srgbClr val="E64626"/>
          </a:solidFill>
          <a:ln>
            <a:solidFill>
              <a:schemeClr val="accent1"/>
            </a:solidFill>
          </a:ln>
        </p:spPr>
        <p:txBody>
          <a:bodyPr wrap="square" lIns="0" tIns="0" rIns="0" bIns="0" rtlCol="0"/>
          <a:lstStyle/>
          <a:p>
            <a:endParaRPr/>
          </a:p>
        </p:txBody>
      </p:sp>
      <p:sp>
        <p:nvSpPr>
          <p:cNvPr id="3" name="object 3">
            <a:extLst>
              <a:ext uri="{FF2B5EF4-FFF2-40B4-BE49-F238E27FC236}">
                <a16:creationId xmlns:a16="http://schemas.microsoft.com/office/drawing/2014/main" id="{E3399B2A-36AB-AE15-E217-C1D472E7E1EC}"/>
              </a:ext>
              <a:ext uri="{C183D7F6-B498-43B3-948B-1728B52AA6E4}">
                <adec:decorative xmlns:adec="http://schemas.microsoft.com/office/drawing/2017/decorative" val="1"/>
              </a:ext>
            </a:extLst>
          </p:cNvPr>
          <p:cNvSpPr/>
          <p:nvPr userDrawn="1"/>
        </p:nvSpPr>
        <p:spPr>
          <a:xfrm>
            <a:off x="0" y="3100387"/>
            <a:ext cx="9144000" cy="2043430"/>
          </a:xfrm>
          <a:custGeom>
            <a:avLst/>
            <a:gdLst/>
            <a:ahLst/>
            <a:cxnLst/>
            <a:rect l="l" t="t" r="r" b="b"/>
            <a:pathLst>
              <a:path w="9144000" h="2043429">
                <a:moveTo>
                  <a:pt x="9144000" y="0"/>
                </a:moveTo>
                <a:lnTo>
                  <a:pt x="0" y="0"/>
                </a:lnTo>
                <a:lnTo>
                  <a:pt x="0" y="2043112"/>
                </a:lnTo>
                <a:lnTo>
                  <a:pt x="9144000" y="2043112"/>
                </a:lnTo>
                <a:lnTo>
                  <a:pt x="9144000" y="0"/>
                </a:lnTo>
                <a:close/>
              </a:path>
            </a:pathLst>
          </a:custGeom>
          <a:solidFill>
            <a:schemeClr val="tx2"/>
          </a:solidFill>
        </p:spPr>
        <p:txBody>
          <a:bodyPr wrap="square" lIns="0" tIns="0" rIns="0" bIns="0" rtlCol="0"/>
          <a:lstStyle/>
          <a:p>
            <a:endParaRPr/>
          </a:p>
        </p:txBody>
      </p:sp>
      <p:sp>
        <p:nvSpPr>
          <p:cNvPr id="6" name="object 4">
            <a:extLst>
              <a:ext uri="{FF2B5EF4-FFF2-40B4-BE49-F238E27FC236}">
                <a16:creationId xmlns:a16="http://schemas.microsoft.com/office/drawing/2014/main" id="{31B0B21C-FA2D-826B-7943-A68F827AB4FB}"/>
              </a:ext>
              <a:ext uri="{C183D7F6-B498-43B3-948B-1728B52AA6E4}">
                <adec:decorative xmlns:adec="http://schemas.microsoft.com/office/drawing/2017/decorative" val="1"/>
              </a:ext>
            </a:extLst>
          </p:cNvPr>
          <p:cNvSpPr/>
          <p:nvPr userDrawn="1"/>
        </p:nvSpPr>
        <p:spPr>
          <a:xfrm>
            <a:off x="3272443" y="3403748"/>
            <a:ext cx="0" cy="1219200"/>
          </a:xfrm>
          <a:custGeom>
            <a:avLst/>
            <a:gdLst/>
            <a:ahLst/>
            <a:cxnLst/>
            <a:rect l="l" t="t" r="r" b="b"/>
            <a:pathLst>
              <a:path h="1219200">
                <a:moveTo>
                  <a:pt x="0" y="0"/>
                </a:moveTo>
                <a:lnTo>
                  <a:pt x="0" y="1219199"/>
                </a:lnTo>
              </a:path>
            </a:pathLst>
          </a:custGeom>
          <a:ln w="25400">
            <a:solidFill>
              <a:schemeClr val="accent1"/>
            </a:solidFill>
          </a:ln>
        </p:spPr>
        <p:txBody>
          <a:bodyPr wrap="square" lIns="0" tIns="0" rIns="0" bIns="0" rtlCol="0"/>
          <a:lstStyle/>
          <a:p>
            <a:endParaRPr/>
          </a:p>
        </p:txBody>
      </p:sp>
      <p:sp>
        <p:nvSpPr>
          <p:cNvPr id="7" name="object 5">
            <a:extLst>
              <a:ext uri="{FF2B5EF4-FFF2-40B4-BE49-F238E27FC236}">
                <a16:creationId xmlns:a16="http://schemas.microsoft.com/office/drawing/2014/main" id="{8E3BADCE-997C-7AED-BF38-6CE000F80779}"/>
              </a:ext>
              <a:ext uri="{C183D7F6-B498-43B3-948B-1728B52AA6E4}">
                <adec:decorative xmlns:adec="http://schemas.microsoft.com/office/drawing/2017/decorative" val="1"/>
              </a:ext>
            </a:extLst>
          </p:cNvPr>
          <p:cNvSpPr/>
          <p:nvPr userDrawn="1"/>
        </p:nvSpPr>
        <p:spPr>
          <a:xfrm>
            <a:off x="5918200" y="3403748"/>
            <a:ext cx="0" cy="1219200"/>
          </a:xfrm>
          <a:custGeom>
            <a:avLst/>
            <a:gdLst/>
            <a:ahLst/>
            <a:cxnLst/>
            <a:rect l="l" t="t" r="r" b="b"/>
            <a:pathLst>
              <a:path h="1219200">
                <a:moveTo>
                  <a:pt x="0" y="0"/>
                </a:moveTo>
                <a:lnTo>
                  <a:pt x="0" y="1219199"/>
                </a:lnTo>
              </a:path>
            </a:pathLst>
          </a:custGeom>
          <a:ln w="25400">
            <a:solidFill>
              <a:schemeClr val="accent1"/>
            </a:solidFill>
          </a:ln>
        </p:spPr>
        <p:txBody>
          <a:bodyPr wrap="square" lIns="0" tIns="0" rIns="0" bIns="0" rtlCol="0"/>
          <a:lstStyle/>
          <a:p>
            <a:endParaRPr/>
          </a:p>
        </p:txBody>
      </p:sp>
      <p:sp>
        <p:nvSpPr>
          <p:cNvPr id="12" name="Holder 1">
            <a:extLst>
              <a:ext uri="{FF2B5EF4-FFF2-40B4-BE49-F238E27FC236}">
                <a16:creationId xmlns:a16="http://schemas.microsoft.com/office/drawing/2014/main" id="{A750FE79-0F06-BEC8-114A-CEEB0654F56F}"/>
              </a:ext>
            </a:extLst>
          </p:cNvPr>
          <p:cNvSpPr>
            <a:spLocks noGrp="1"/>
          </p:cNvSpPr>
          <p:nvPr>
            <p:ph type="body" idx="1" hasCustomPrompt="1"/>
          </p:nvPr>
        </p:nvSpPr>
        <p:spPr>
          <a:xfrm>
            <a:off x="898676" y="3357000"/>
            <a:ext cx="1945974" cy="1530203"/>
          </a:xfrm>
          <a:prstGeom prst="rect">
            <a:avLst/>
          </a:prstGeom>
        </p:spPr>
        <p:txBody>
          <a:bodyPr lIns="0" tIns="0" rIns="0" bIns="0" numCol="1" spcCol="252000"/>
          <a:lstStyle>
            <a:lvl1pPr marL="0" indent="0">
              <a:buFontTx/>
              <a:buNone/>
              <a:defRPr sz="1000" b="0" i="0">
                <a:solidFill>
                  <a:schemeClr val="bg1"/>
                </a:solidFill>
                <a:latin typeface="Arial"/>
                <a:cs typeface="Arial"/>
              </a:defRPr>
            </a:lvl1pPr>
          </a:lstStyle>
          <a:p>
            <a:r>
              <a:rPr lang="en-AU" dirty="0"/>
              <a:t>Click to add text 10pt</a:t>
            </a:r>
            <a:endParaRPr dirty="0"/>
          </a:p>
        </p:txBody>
      </p:sp>
      <p:sp>
        <p:nvSpPr>
          <p:cNvPr id="13" name="Holder 2">
            <a:extLst>
              <a:ext uri="{FF2B5EF4-FFF2-40B4-BE49-F238E27FC236}">
                <a16:creationId xmlns:a16="http://schemas.microsoft.com/office/drawing/2014/main" id="{816E88B2-2440-D778-EE70-7C9542EC020B}"/>
              </a:ext>
            </a:extLst>
          </p:cNvPr>
          <p:cNvSpPr>
            <a:spLocks noGrp="1"/>
          </p:cNvSpPr>
          <p:nvPr>
            <p:ph type="body" idx="11" hasCustomPrompt="1"/>
          </p:nvPr>
        </p:nvSpPr>
        <p:spPr>
          <a:xfrm>
            <a:off x="3615997" y="3357000"/>
            <a:ext cx="1945974" cy="1530203"/>
          </a:xfrm>
          <a:prstGeom prst="rect">
            <a:avLst/>
          </a:prstGeom>
        </p:spPr>
        <p:txBody>
          <a:bodyPr lIns="0" tIns="0" rIns="0" bIns="0" numCol="1" spcCol="252000"/>
          <a:lstStyle>
            <a:lvl1pPr marL="0" indent="0">
              <a:buFontTx/>
              <a:buNone/>
              <a:defRPr sz="1000" b="0" i="0">
                <a:solidFill>
                  <a:schemeClr val="bg1"/>
                </a:solidFill>
                <a:latin typeface="Arial"/>
                <a:cs typeface="Arial"/>
              </a:defRPr>
            </a:lvl1pPr>
          </a:lstStyle>
          <a:p>
            <a:pPr marL="0" marR="0" lvl="0" indent="0" defTabSz="914400" eaLnBrk="1" fontAlgn="auto" latinLnBrk="0" hangingPunct="1">
              <a:lnSpc>
                <a:spcPct val="100000"/>
              </a:lnSpc>
              <a:spcBef>
                <a:spcPts val="0"/>
              </a:spcBef>
              <a:spcAft>
                <a:spcPts val="0"/>
              </a:spcAft>
              <a:buClr>
                <a:schemeClr val="tx2"/>
              </a:buClr>
              <a:buSzTx/>
              <a:buFontTx/>
              <a:buNone/>
              <a:tabLst/>
              <a:defRPr/>
            </a:pPr>
            <a:r>
              <a:rPr lang="en-AU" dirty="0"/>
              <a:t>Click to add text 10pt</a:t>
            </a:r>
          </a:p>
          <a:p>
            <a:endParaRPr dirty="0"/>
          </a:p>
        </p:txBody>
      </p:sp>
      <p:sp>
        <p:nvSpPr>
          <p:cNvPr id="14" name="Holder 3">
            <a:extLst>
              <a:ext uri="{FF2B5EF4-FFF2-40B4-BE49-F238E27FC236}">
                <a16:creationId xmlns:a16="http://schemas.microsoft.com/office/drawing/2014/main" id="{52D6ACAB-5609-38FC-D3ED-9C642272FE3E}"/>
              </a:ext>
            </a:extLst>
          </p:cNvPr>
          <p:cNvSpPr>
            <a:spLocks noGrp="1"/>
          </p:cNvSpPr>
          <p:nvPr>
            <p:ph type="body" idx="12" hasCustomPrompt="1"/>
          </p:nvPr>
        </p:nvSpPr>
        <p:spPr>
          <a:xfrm>
            <a:off x="6333318" y="3357000"/>
            <a:ext cx="1945974" cy="1530203"/>
          </a:xfrm>
          <a:prstGeom prst="rect">
            <a:avLst/>
          </a:prstGeom>
        </p:spPr>
        <p:txBody>
          <a:bodyPr lIns="0" tIns="0" rIns="0" bIns="0" numCol="1" spcCol="252000"/>
          <a:lstStyle>
            <a:lvl1pPr marL="0" indent="0">
              <a:buFontTx/>
              <a:buNone/>
              <a:defRPr sz="1000" b="0" i="0">
                <a:solidFill>
                  <a:schemeClr val="bg1"/>
                </a:solidFill>
                <a:latin typeface="Arial"/>
                <a:cs typeface="Arial"/>
              </a:defRPr>
            </a:lvl1pPr>
          </a:lstStyle>
          <a:p>
            <a:pPr marL="0" marR="0" lvl="0" indent="0" defTabSz="914400" eaLnBrk="1" fontAlgn="auto" latinLnBrk="0" hangingPunct="1">
              <a:lnSpc>
                <a:spcPct val="100000"/>
              </a:lnSpc>
              <a:spcBef>
                <a:spcPts val="0"/>
              </a:spcBef>
              <a:spcAft>
                <a:spcPts val="0"/>
              </a:spcAft>
              <a:buClr>
                <a:schemeClr val="tx2"/>
              </a:buClr>
              <a:buSzTx/>
              <a:buFontTx/>
              <a:buNone/>
              <a:tabLst/>
              <a:defRPr/>
            </a:pPr>
            <a:r>
              <a:rPr lang="en-AU" dirty="0"/>
              <a:t>Click to add text 10pt</a:t>
            </a:r>
          </a:p>
          <a:p>
            <a:endParaRPr dirty="0"/>
          </a:p>
        </p:txBody>
      </p:sp>
    </p:spTree>
    <p:extLst>
      <p:ext uri="{BB962C8B-B14F-4D97-AF65-F5344CB8AC3E}">
        <p14:creationId xmlns:p14="http://schemas.microsoft.com/office/powerpoint/2010/main" val="1388858333"/>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Image and text 1">
    <p:bg>
      <p:bgRef idx="1001">
        <a:schemeClr val="bg1"/>
      </p:bgRef>
    </p:bg>
    <p:spTree>
      <p:nvGrpSpPr>
        <p:cNvPr id="1" name=""/>
        <p:cNvGrpSpPr/>
        <p:nvPr/>
      </p:nvGrpSpPr>
      <p:grpSpPr>
        <a:xfrm>
          <a:off x="0" y="0"/>
          <a:ext cx="0" cy="0"/>
          <a:chOff x="0" y="0"/>
          <a:chExt cx="0" cy="0"/>
        </a:xfrm>
      </p:grpSpPr>
      <p:sp>
        <p:nvSpPr>
          <p:cNvPr id="11" name="Picture Placeholder 1">
            <a:extLst>
              <a:ext uri="{FF2B5EF4-FFF2-40B4-BE49-F238E27FC236}">
                <a16:creationId xmlns:a16="http://schemas.microsoft.com/office/drawing/2014/main" id="{A0A86295-3799-4055-1C7A-59CAA363CB15}"/>
              </a:ext>
            </a:extLst>
          </p:cNvPr>
          <p:cNvSpPr>
            <a:spLocks noGrp="1"/>
          </p:cNvSpPr>
          <p:nvPr>
            <p:ph type="pic" sz="quarter" idx="10" hasCustomPrompt="1"/>
          </p:nvPr>
        </p:nvSpPr>
        <p:spPr>
          <a:xfrm>
            <a:off x="0" y="0"/>
            <a:ext cx="9144000" cy="2640647"/>
          </a:xfrm>
          <a:prstGeom prst="rect">
            <a:avLst/>
          </a:prstGeom>
          <a:solidFill>
            <a:schemeClr val="bg1">
              <a:lumMod val="95000"/>
            </a:schemeClr>
          </a:solidFill>
        </p:spPr>
        <p:txBody>
          <a:bodyPr anchor="ctr" anchorCtr="0"/>
          <a:lstStyle>
            <a:lvl1pPr marL="0" indent="0" algn="ctr">
              <a:buNone/>
              <a:defRPr sz="1100"/>
            </a:lvl1pPr>
          </a:lstStyle>
          <a:p>
            <a:r>
              <a:rPr lang="en-US" dirty="0"/>
              <a:t>Click to add image</a:t>
            </a:r>
          </a:p>
        </p:txBody>
      </p:sp>
      <p:sp>
        <p:nvSpPr>
          <p:cNvPr id="4" name="object 2">
            <a:extLst>
              <a:ext uri="{FF2B5EF4-FFF2-40B4-BE49-F238E27FC236}">
                <a16:creationId xmlns:a16="http://schemas.microsoft.com/office/drawing/2014/main" id="{BCED1024-5DA2-8840-7AC2-C7FC158C755F}"/>
              </a:ext>
              <a:ext uri="{C183D7F6-B498-43B3-948B-1728B52AA6E4}">
                <adec:decorative xmlns:adec="http://schemas.microsoft.com/office/drawing/2017/decorative" val="1"/>
              </a:ext>
            </a:extLst>
          </p:cNvPr>
          <p:cNvSpPr/>
          <p:nvPr userDrawn="1"/>
        </p:nvSpPr>
        <p:spPr>
          <a:xfrm>
            <a:off x="0" y="2640647"/>
            <a:ext cx="9144000" cy="459740"/>
          </a:xfrm>
          <a:custGeom>
            <a:avLst/>
            <a:gdLst/>
            <a:ahLst/>
            <a:cxnLst/>
            <a:rect l="l" t="t" r="r" b="b"/>
            <a:pathLst>
              <a:path w="9144000" h="459739">
                <a:moveTo>
                  <a:pt x="9144000" y="0"/>
                </a:moveTo>
                <a:lnTo>
                  <a:pt x="0" y="0"/>
                </a:lnTo>
                <a:lnTo>
                  <a:pt x="0" y="459739"/>
                </a:lnTo>
                <a:lnTo>
                  <a:pt x="9144000" y="459739"/>
                </a:lnTo>
                <a:lnTo>
                  <a:pt x="9144000" y="0"/>
                </a:lnTo>
                <a:close/>
              </a:path>
            </a:pathLst>
          </a:custGeom>
          <a:solidFill>
            <a:srgbClr val="E64626"/>
          </a:solidFill>
          <a:ln>
            <a:solidFill>
              <a:schemeClr val="accent1"/>
            </a:solidFill>
          </a:ln>
        </p:spPr>
        <p:txBody>
          <a:bodyPr wrap="square" lIns="0" tIns="0" rIns="0" bIns="0" rtlCol="0"/>
          <a:lstStyle/>
          <a:p>
            <a:endParaRPr/>
          </a:p>
        </p:txBody>
      </p:sp>
      <p:sp>
        <p:nvSpPr>
          <p:cNvPr id="3" name="object 3">
            <a:extLst>
              <a:ext uri="{FF2B5EF4-FFF2-40B4-BE49-F238E27FC236}">
                <a16:creationId xmlns:a16="http://schemas.microsoft.com/office/drawing/2014/main" id="{E3399B2A-36AB-AE15-E217-C1D472E7E1EC}"/>
              </a:ext>
              <a:ext uri="{C183D7F6-B498-43B3-948B-1728B52AA6E4}">
                <adec:decorative xmlns:adec="http://schemas.microsoft.com/office/drawing/2017/decorative" val="1"/>
              </a:ext>
            </a:extLst>
          </p:cNvPr>
          <p:cNvSpPr/>
          <p:nvPr userDrawn="1"/>
        </p:nvSpPr>
        <p:spPr>
          <a:xfrm>
            <a:off x="0" y="3100387"/>
            <a:ext cx="9144000" cy="2043430"/>
          </a:xfrm>
          <a:custGeom>
            <a:avLst/>
            <a:gdLst/>
            <a:ahLst/>
            <a:cxnLst/>
            <a:rect l="l" t="t" r="r" b="b"/>
            <a:pathLst>
              <a:path w="9144000" h="2043429">
                <a:moveTo>
                  <a:pt x="9144000" y="0"/>
                </a:moveTo>
                <a:lnTo>
                  <a:pt x="0" y="0"/>
                </a:lnTo>
                <a:lnTo>
                  <a:pt x="0" y="2043112"/>
                </a:lnTo>
                <a:lnTo>
                  <a:pt x="9144000" y="2043112"/>
                </a:lnTo>
                <a:lnTo>
                  <a:pt x="9144000" y="0"/>
                </a:lnTo>
                <a:close/>
              </a:path>
            </a:pathLst>
          </a:custGeom>
          <a:solidFill>
            <a:schemeClr val="bg2"/>
          </a:solidFill>
        </p:spPr>
        <p:txBody>
          <a:bodyPr wrap="square" lIns="0" tIns="0" rIns="0" bIns="0" rtlCol="0"/>
          <a:lstStyle/>
          <a:p>
            <a:endParaRPr dirty="0"/>
          </a:p>
        </p:txBody>
      </p:sp>
      <p:sp>
        <p:nvSpPr>
          <p:cNvPr id="6" name="object 4">
            <a:extLst>
              <a:ext uri="{FF2B5EF4-FFF2-40B4-BE49-F238E27FC236}">
                <a16:creationId xmlns:a16="http://schemas.microsoft.com/office/drawing/2014/main" id="{31B0B21C-FA2D-826B-7943-A68F827AB4FB}"/>
              </a:ext>
              <a:ext uri="{C183D7F6-B498-43B3-948B-1728B52AA6E4}">
                <adec:decorative xmlns:adec="http://schemas.microsoft.com/office/drawing/2017/decorative" val="1"/>
              </a:ext>
            </a:extLst>
          </p:cNvPr>
          <p:cNvSpPr/>
          <p:nvPr userDrawn="1"/>
        </p:nvSpPr>
        <p:spPr>
          <a:xfrm>
            <a:off x="3272443" y="3403748"/>
            <a:ext cx="0" cy="1219200"/>
          </a:xfrm>
          <a:custGeom>
            <a:avLst/>
            <a:gdLst/>
            <a:ahLst/>
            <a:cxnLst/>
            <a:rect l="l" t="t" r="r" b="b"/>
            <a:pathLst>
              <a:path h="1219200">
                <a:moveTo>
                  <a:pt x="0" y="0"/>
                </a:moveTo>
                <a:lnTo>
                  <a:pt x="0" y="1219199"/>
                </a:lnTo>
              </a:path>
            </a:pathLst>
          </a:custGeom>
          <a:ln w="25400">
            <a:solidFill>
              <a:schemeClr val="accent1"/>
            </a:solidFill>
          </a:ln>
        </p:spPr>
        <p:txBody>
          <a:bodyPr wrap="square" lIns="0" tIns="0" rIns="0" bIns="0" rtlCol="0"/>
          <a:lstStyle/>
          <a:p>
            <a:endParaRPr/>
          </a:p>
        </p:txBody>
      </p:sp>
      <p:sp>
        <p:nvSpPr>
          <p:cNvPr id="7" name="object 5">
            <a:extLst>
              <a:ext uri="{FF2B5EF4-FFF2-40B4-BE49-F238E27FC236}">
                <a16:creationId xmlns:a16="http://schemas.microsoft.com/office/drawing/2014/main" id="{8E3BADCE-997C-7AED-BF38-6CE000F80779}"/>
              </a:ext>
              <a:ext uri="{C183D7F6-B498-43B3-948B-1728B52AA6E4}">
                <adec:decorative xmlns:adec="http://schemas.microsoft.com/office/drawing/2017/decorative" val="1"/>
              </a:ext>
            </a:extLst>
          </p:cNvPr>
          <p:cNvSpPr/>
          <p:nvPr userDrawn="1"/>
        </p:nvSpPr>
        <p:spPr>
          <a:xfrm>
            <a:off x="5918200" y="3403748"/>
            <a:ext cx="0" cy="1219200"/>
          </a:xfrm>
          <a:custGeom>
            <a:avLst/>
            <a:gdLst/>
            <a:ahLst/>
            <a:cxnLst/>
            <a:rect l="l" t="t" r="r" b="b"/>
            <a:pathLst>
              <a:path h="1219200">
                <a:moveTo>
                  <a:pt x="0" y="0"/>
                </a:moveTo>
                <a:lnTo>
                  <a:pt x="0" y="1219199"/>
                </a:lnTo>
              </a:path>
            </a:pathLst>
          </a:custGeom>
          <a:ln w="25400">
            <a:solidFill>
              <a:schemeClr val="accent1"/>
            </a:solidFill>
          </a:ln>
        </p:spPr>
        <p:txBody>
          <a:bodyPr wrap="square" lIns="0" tIns="0" rIns="0" bIns="0" rtlCol="0"/>
          <a:lstStyle/>
          <a:p>
            <a:endParaRPr/>
          </a:p>
        </p:txBody>
      </p:sp>
      <p:sp>
        <p:nvSpPr>
          <p:cNvPr id="12" name="Holder 1">
            <a:extLst>
              <a:ext uri="{FF2B5EF4-FFF2-40B4-BE49-F238E27FC236}">
                <a16:creationId xmlns:a16="http://schemas.microsoft.com/office/drawing/2014/main" id="{A750FE79-0F06-BEC8-114A-CEEB0654F56F}"/>
              </a:ext>
            </a:extLst>
          </p:cNvPr>
          <p:cNvSpPr>
            <a:spLocks noGrp="1"/>
          </p:cNvSpPr>
          <p:nvPr>
            <p:ph type="body" idx="1" hasCustomPrompt="1"/>
          </p:nvPr>
        </p:nvSpPr>
        <p:spPr>
          <a:xfrm>
            <a:off x="898676" y="3357000"/>
            <a:ext cx="1945974" cy="1530203"/>
          </a:xfrm>
          <a:prstGeom prst="rect">
            <a:avLst/>
          </a:prstGeom>
        </p:spPr>
        <p:txBody>
          <a:bodyPr lIns="0" tIns="0" rIns="0" bIns="0" numCol="1" spcCol="252000"/>
          <a:lstStyle>
            <a:lvl1pPr marL="0" indent="0">
              <a:buFontTx/>
              <a:buNone/>
              <a:defRPr sz="1000" b="0" i="0">
                <a:solidFill>
                  <a:schemeClr val="bg1"/>
                </a:solidFill>
                <a:latin typeface="Arial"/>
                <a:cs typeface="Arial"/>
              </a:defRPr>
            </a:lvl1pPr>
          </a:lstStyle>
          <a:p>
            <a:r>
              <a:rPr lang="en-AU" dirty="0"/>
              <a:t>Click to add text 10pt</a:t>
            </a:r>
            <a:endParaRPr dirty="0"/>
          </a:p>
        </p:txBody>
      </p:sp>
      <p:sp>
        <p:nvSpPr>
          <p:cNvPr id="13" name="Holder 2">
            <a:extLst>
              <a:ext uri="{FF2B5EF4-FFF2-40B4-BE49-F238E27FC236}">
                <a16:creationId xmlns:a16="http://schemas.microsoft.com/office/drawing/2014/main" id="{816E88B2-2440-D778-EE70-7C9542EC020B}"/>
              </a:ext>
            </a:extLst>
          </p:cNvPr>
          <p:cNvSpPr>
            <a:spLocks noGrp="1"/>
          </p:cNvSpPr>
          <p:nvPr>
            <p:ph type="body" idx="11" hasCustomPrompt="1"/>
          </p:nvPr>
        </p:nvSpPr>
        <p:spPr>
          <a:xfrm>
            <a:off x="3615997" y="3357000"/>
            <a:ext cx="1945974" cy="1530203"/>
          </a:xfrm>
          <a:prstGeom prst="rect">
            <a:avLst/>
          </a:prstGeom>
        </p:spPr>
        <p:txBody>
          <a:bodyPr lIns="0" tIns="0" rIns="0" bIns="0" numCol="1" spcCol="252000"/>
          <a:lstStyle>
            <a:lvl1pPr marL="0" indent="0">
              <a:buFontTx/>
              <a:buNone/>
              <a:defRPr sz="1000" b="0" i="0">
                <a:solidFill>
                  <a:schemeClr val="bg1"/>
                </a:solidFill>
                <a:latin typeface="Arial"/>
                <a:cs typeface="Arial"/>
              </a:defRPr>
            </a:lvl1pPr>
          </a:lstStyle>
          <a:p>
            <a:pPr marL="0" marR="0" lvl="0" indent="0" defTabSz="914400" eaLnBrk="1" fontAlgn="auto" latinLnBrk="0" hangingPunct="1">
              <a:lnSpc>
                <a:spcPct val="100000"/>
              </a:lnSpc>
              <a:spcBef>
                <a:spcPts val="0"/>
              </a:spcBef>
              <a:spcAft>
                <a:spcPts val="0"/>
              </a:spcAft>
              <a:buClr>
                <a:schemeClr val="tx2"/>
              </a:buClr>
              <a:buSzTx/>
              <a:buFontTx/>
              <a:buNone/>
              <a:tabLst/>
              <a:defRPr/>
            </a:pPr>
            <a:r>
              <a:rPr lang="en-AU" dirty="0"/>
              <a:t>Click to add text 10pt</a:t>
            </a:r>
          </a:p>
          <a:p>
            <a:endParaRPr dirty="0"/>
          </a:p>
        </p:txBody>
      </p:sp>
      <p:sp>
        <p:nvSpPr>
          <p:cNvPr id="14" name="Holder 3">
            <a:extLst>
              <a:ext uri="{FF2B5EF4-FFF2-40B4-BE49-F238E27FC236}">
                <a16:creationId xmlns:a16="http://schemas.microsoft.com/office/drawing/2014/main" id="{52D6ACAB-5609-38FC-D3ED-9C642272FE3E}"/>
              </a:ext>
            </a:extLst>
          </p:cNvPr>
          <p:cNvSpPr>
            <a:spLocks noGrp="1"/>
          </p:cNvSpPr>
          <p:nvPr>
            <p:ph type="body" idx="12" hasCustomPrompt="1"/>
          </p:nvPr>
        </p:nvSpPr>
        <p:spPr>
          <a:xfrm>
            <a:off x="6333318" y="3357000"/>
            <a:ext cx="1945974" cy="1530203"/>
          </a:xfrm>
          <a:prstGeom prst="rect">
            <a:avLst/>
          </a:prstGeom>
        </p:spPr>
        <p:txBody>
          <a:bodyPr lIns="0" tIns="0" rIns="0" bIns="0" numCol="1" spcCol="252000"/>
          <a:lstStyle>
            <a:lvl1pPr marL="0" indent="0">
              <a:buFontTx/>
              <a:buNone/>
              <a:defRPr sz="1000" b="0" i="0">
                <a:solidFill>
                  <a:schemeClr val="bg1"/>
                </a:solidFill>
                <a:latin typeface="Arial"/>
                <a:cs typeface="Arial"/>
              </a:defRPr>
            </a:lvl1pPr>
          </a:lstStyle>
          <a:p>
            <a:pPr marL="0" marR="0" lvl="0" indent="0" defTabSz="914400" eaLnBrk="1" fontAlgn="auto" latinLnBrk="0" hangingPunct="1">
              <a:lnSpc>
                <a:spcPct val="100000"/>
              </a:lnSpc>
              <a:spcBef>
                <a:spcPts val="0"/>
              </a:spcBef>
              <a:spcAft>
                <a:spcPts val="0"/>
              </a:spcAft>
              <a:buClr>
                <a:schemeClr val="tx2"/>
              </a:buClr>
              <a:buSzTx/>
              <a:buFontTx/>
              <a:buNone/>
              <a:tabLst/>
              <a:defRPr/>
            </a:pPr>
            <a:r>
              <a:rPr lang="en-AU" dirty="0"/>
              <a:t>Click to add text 10pt</a:t>
            </a:r>
          </a:p>
          <a:p>
            <a:endParaRPr dirty="0"/>
          </a:p>
        </p:txBody>
      </p:sp>
    </p:spTree>
    <p:extLst>
      <p:ext uri="{BB962C8B-B14F-4D97-AF65-F5344CB8AC3E}">
        <p14:creationId xmlns:p14="http://schemas.microsoft.com/office/powerpoint/2010/main" val="3695472022"/>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accent1"/>
        </a:solidFill>
        <a:effectLst/>
      </p:bgPr>
    </p:bg>
    <p:spTree>
      <p:nvGrpSpPr>
        <p:cNvPr id="1" name=""/>
        <p:cNvGrpSpPr/>
        <p:nvPr/>
      </p:nvGrpSpPr>
      <p:grpSpPr>
        <a:xfrm>
          <a:off x="0" y="0"/>
          <a:ext cx="0" cy="0"/>
          <a:chOff x="0" y="0"/>
          <a:chExt cx="0" cy="0"/>
        </a:xfrm>
      </p:grpSpPr>
      <p:sp>
        <p:nvSpPr>
          <p:cNvPr id="12" name="Text Placeholder 1">
            <a:extLst>
              <a:ext uri="{FF2B5EF4-FFF2-40B4-BE49-F238E27FC236}">
                <a16:creationId xmlns:a16="http://schemas.microsoft.com/office/drawing/2014/main" id="{284C3413-144B-3E34-A5A7-2A85DAA63644}"/>
              </a:ext>
            </a:extLst>
          </p:cNvPr>
          <p:cNvSpPr>
            <a:spLocks noGrp="1"/>
          </p:cNvSpPr>
          <p:nvPr>
            <p:ph type="body" sz="quarter" idx="12" hasCustomPrompt="1"/>
          </p:nvPr>
        </p:nvSpPr>
        <p:spPr>
          <a:xfrm>
            <a:off x="581013" y="1657350"/>
            <a:ext cx="3152775" cy="2362200"/>
          </a:xfrm>
          <a:prstGeom prst="rect">
            <a:avLst/>
          </a:prstGeom>
        </p:spPr>
        <p:txBody>
          <a:bodyPr lIns="0" anchor="b" anchorCtr="0"/>
          <a:lstStyle>
            <a:lvl1pPr marL="0" indent="0">
              <a:buNone/>
              <a:defRPr sz="1000">
                <a:solidFill>
                  <a:schemeClr val="tx1"/>
                </a:solidFill>
              </a:defRPr>
            </a:lvl1pPr>
            <a:lvl2pPr>
              <a:buNone/>
              <a:defRPr sz="1000">
                <a:solidFill>
                  <a:schemeClr val="tx1"/>
                </a:solidFill>
              </a:defRPr>
            </a:lvl2pPr>
            <a:lvl3pPr>
              <a:buNone/>
              <a:defRPr sz="1000">
                <a:solidFill>
                  <a:schemeClr val="tx1"/>
                </a:solidFill>
              </a:defRPr>
            </a:lvl3pPr>
            <a:lvl4pPr>
              <a:buNone/>
              <a:defRPr sz="1000">
                <a:solidFill>
                  <a:schemeClr val="tx1"/>
                </a:solidFill>
              </a:defRPr>
            </a:lvl4pPr>
            <a:lvl5pPr>
              <a:buNone/>
              <a:defRPr sz="1000">
                <a:solidFill>
                  <a:schemeClr val="tx1"/>
                </a:solidFill>
              </a:defRPr>
            </a:lvl5pPr>
          </a:lstStyle>
          <a:p>
            <a:pPr marL="12700">
              <a:lnSpc>
                <a:spcPct val="100000"/>
              </a:lnSpc>
              <a:spcBef>
                <a:spcPts val="100"/>
              </a:spcBef>
            </a:pPr>
            <a:r>
              <a:rPr lang="en-AU" sz="1000" b="1" dirty="0">
                <a:latin typeface="Arial"/>
                <a:cs typeface="Arial"/>
              </a:rPr>
              <a:t>Insert team/discipline </a:t>
            </a:r>
            <a:r>
              <a:rPr lang="en-AU" sz="1000" b="1" spc="-20" dirty="0">
                <a:latin typeface="Arial"/>
                <a:cs typeface="Arial"/>
              </a:rPr>
              <a:t>area</a:t>
            </a:r>
            <a:endParaRPr lang="en-AU" sz="1000" dirty="0">
              <a:latin typeface="Arial"/>
              <a:cs typeface="Arial"/>
            </a:endParaRPr>
          </a:p>
          <a:p>
            <a:pPr marL="12700" marR="711200">
              <a:lnSpc>
                <a:spcPct val="100000"/>
              </a:lnSpc>
            </a:pPr>
            <a:r>
              <a:rPr lang="en-AU" sz="1000" dirty="0">
                <a:latin typeface="Arial"/>
                <a:cs typeface="Arial"/>
              </a:rPr>
              <a:t>Name</a:t>
            </a:r>
            <a:r>
              <a:rPr lang="en-AU" sz="1000" spc="-20" dirty="0">
                <a:latin typeface="Arial"/>
                <a:cs typeface="Arial"/>
              </a:rPr>
              <a:t> </a:t>
            </a:r>
            <a:r>
              <a:rPr lang="en-AU" sz="1000" spc="-10" dirty="0">
                <a:latin typeface="Arial"/>
                <a:cs typeface="Arial"/>
              </a:rPr>
              <a:t>Surname Title</a:t>
            </a:r>
            <a:endParaRPr lang="en-AU" sz="1000" dirty="0">
              <a:latin typeface="Arial"/>
              <a:cs typeface="Arial"/>
            </a:endParaRPr>
          </a:p>
          <a:p>
            <a:pPr marL="12700">
              <a:lnSpc>
                <a:spcPct val="100000"/>
              </a:lnSpc>
            </a:pPr>
            <a:r>
              <a:rPr lang="en-AU" sz="1000" dirty="0">
                <a:latin typeface="Arial"/>
                <a:cs typeface="Arial"/>
              </a:rPr>
              <a:t>+61</a:t>
            </a:r>
            <a:r>
              <a:rPr lang="en-AU" sz="1000" spc="-10" dirty="0">
                <a:latin typeface="Arial"/>
                <a:cs typeface="Arial"/>
              </a:rPr>
              <a:t> </a:t>
            </a:r>
            <a:r>
              <a:rPr lang="en-AU" sz="1000" dirty="0">
                <a:latin typeface="Arial"/>
                <a:cs typeface="Arial"/>
              </a:rPr>
              <a:t>2</a:t>
            </a:r>
            <a:r>
              <a:rPr lang="en-AU" sz="1000" spc="-5" dirty="0">
                <a:latin typeface="Arial"/>
                <a:cs typeface="Arial"/>
              </a:rPr>
              <a:t> </a:t>
            </a:r>
            <a:r>
              <a:rPr lang="en-AU" sz="1000" dirty="0">
                <a:latin typeface="Arial"/>
                <a:cs typeface="Arial"/>
              </a:rPr>
              <a:t>1234</a:t>
            </a:r>
            <a:r>
              <a:rPr lang="en-AU" sz="1000" spc="-10" dirty="0">
                <a:latin typeface="Arial"/>
                <a:cs typeface="Arial"/>
              </a:rPr>
              <a:t> </a:t>
            </a:r>
            <a:r>
              <a:rPr lang="en-AU" sz="1000" spc="-20" dirty="0">
                <a:latin typeface="Arial"/>
                <a:cs typeface="Arial"/>
              </a:rPr>
              <a:t>5678</a:t>
            </a:r>
            <a:endParaRPr lang="en-AU" sz="1000" dirty="0">
              <a:latin typeface="Arial"/>
              <a:cs typeface="Arial"/>
            </a:endParaRPr>
          </a:p>
          <a:p>
            <a:pPr marL="12700">
              <a:lnSpc>
                <a:spcPct val="100000"/>
              </a:lnSpc>
            </a:pPr>
            <a:r>
              <a:rPr lang="en-AU" sz="1000" spc="-10" dirty="0">
                <a:latin typeface="Arial"/>
                <a:cs typeface="Arial"/>
                <a:hlinkClick r:id="rId2"/>
              </a:rPr>
              <a:t>first.last@sydney.edu.au</a:t>
            </a:r>
            <a:endParaRPr lang="en-AU" sz="1000" dirty="0">
              <a:latin typeface="Arial"/>
              <a:cs typeface="Arial"/>
            </a:endParaRPr>
          </a:p>
          <a:p>
            <a:pPr>
              <a:lnSpc>
                <a:spcPct val="100000"/>
              </a:lnSpc>
              <a:spcBef>
                <a:spcPts val="50"/>
              </a:spcBef>
            </a:pPr>
            <a:endParaRPr lang="en-AU" sz="1000" dirty="0">
              <a:latin typeface="Arial"/>
              <a:cs typeface="Arial"/>
            </a:endParaRPr>
          </a:p>
          <a:p>
            <a:pPr marL="12700">
              <a:lnSpc>
                <a:spcPct val="100000"/>
              </a:lnSpc>
            </a:pPr>
            <a:r>
              <a:rPr lang="en-AU" sz="1000" b="1" spc="-10" dirty="0" err="1">
                <a:latin typeface="Arial"/>
                <a:cs typeface="Arial"/>
              </a:rPr>
              <a:t>sydney.edu.au</a:t>
            </a:r>
            <a:r>
              <a:rPr lang="en-AU" sz="1000" b="1" spc="-10" dirty="0">
                <a:latin typeface="Arial"/>
                <a:cs typeface="Arial"/>
              </a:rPr>
              <a:t>/</a:t>
            </a:r>
            <a:r>
              <a:rPr lang="en-AU" sz="1000" b="1" spc="-10" dirty="0" err="1">
                <a:latin typeface="Arial"/>
                <a:cs typeface="Arial"/>
              </a:rPr>
              <a:t>xxxx</a:t>
            </a:r>
            <a:endParaRPr lang="en-AU" sz="1000" dirty="0">
              <a:latin typeface="Arial"/>
              <a:cs typeface="Arial"/>
            </a:endParaRPr>
          </a:p>
        </p:txBody>
      </p:sp>
    </p:spTree>
    <p:extLst>
      <p:ext uri="{BB962C8B-B14F-4D97-AF65-F5344CB8AC3E}">
        <p14:creationId xmlns:p14="http://schemas.microsoft.com/office/powerpoint/2010/main" val="2248735220"/>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 Red option 1 (add own image)">
    <p:spTree>
      <p:nvGrpSpPr>
        <p:cNvPr id="1" name=""/>
        <p:cNvGrpSpPr/>
        <p:nvPr/>
      </p:nvGrpSpPr>
      <p:grpSpPr>
        <a:xfrm>
          <a:off x="0" y="0"/>
          <a:ext cx="0" cy="0"/>
          <a:chOff x="0" y="0"/>
          <a:chExt cx="0" cy="0"/>
        </a:xfrm>
      </p:grpSpPr>
      <p:sp>
        <p:nvSpPr>
          <p:cNvPr id="6" name="Rectangle 5"/>
          <p:cNvSpPr/>
          <p:nvPr/>
        </p:nvSpPr>
        <p:spPr>
          <a:xfrm>
            <a:off x="1" y="0"/>
            <a:ext cx="4587875" cy="51435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p>
        </p:txBody>
      </p:sp>
      <p:sp>
        <p:nvSpPr>
          <p:cNvPr id="9" name="Title 8"/>
          <p:cNvSpPr>
            <a:spLocks noGrp="1"/>
          </p:cNvSpPr>
          <p:nvPr>
            <p:ph type="title"/>
          </p:nvPr>
        </p:nvSpPr>
        <p:spPr>
          <a:xfrm>
            <a:off x="381885" y="1348200"/>
            <a:ext cx="3948874" cy="332683"/>
          </a:xfrm>
        </p:spPr>
        <p:txBody>
          <a:bodyPr anchor="t"/>
          <a:lstStyle>
            <a:lvl1pPr>
              <a:defRPr sz="1650">
                <a:solidFill>
                  <a:schemeClr val="bg1"/>
                </a:solidFill>
              </a:defRPr>
            </a:lvl1pPr>
          </a:lstStyle>
          <a:p>
            <a:r>
              <a:rPr lang="en-US"/>
              <a:t>Click to edit Master title style</a:t>
            </a:r>
          </a:p>
        </p:txBody>
      </p:sp>
      <p:sp>
        <p:nvSpPr>
          <p:cNvPr id="5" name="Text Placeholder 4"/>
          <p:cNvSpPr>
            <a:spLocks noGrp="1"/>
          </p:cNvSpPr>
          <p:nvPr>
            <p:ph type="body" sz="quarter" idx="11"/>
          </p:nvPr>
        </p:nvSpPr>
        <p:spPr>
          <a:xfrm>
            <a:off x="366942" y="2520726"/>
            <a:ext cx="3963817" cy="639366"/>
          </a:xfrm>
        </p:spPr>
        <p:txBody>
          <a:bodyPr/>
          <a:lstStyle>
            <a:lvl1pPr marL="0" indent="0">
              <a:lnSpc>
                <a:spcPct val="90000"/>
              </a:lnSpc>
              <a:buNone/>
              <a:defRPr sz="900"/>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p:txBody>
      </p:sp>
      <p:sp>
        <p:nvSpPr>
          <p:cNvPr id="14" name="Picture Placeholder 13"/>
          <p:cNvSpPr>
            <a:spLocks noGrp="1"/>
          </p:cNvSpPr>
          <p:nvPr>
            <p:ph type="pic" sz="quarter" idx="12"/>
          </p:nvPr>
        </p:nvSpPr>
        <p:spPr>
          <a:xfrm>
            <a:off x="4587876" y="0"/>
            <a:ext cx="4556125" cy="5143500"/>
          </a:xfrm>
          <a:solidFill>
            <a:schemeClr val="accent4"/>
          </a:solidFill>
        </p:spPr>
        <p:txBody>
          <a:bodyPr anchor="ctr" anchorCtr="0"/>
          <a:lstStyle>
            <a:lvl1pPr marL="0" indent="0" algn="ctr">
              <a:buNone/>
              <a:defRPr/>
            </a:lvl1pPr>
          </a:lstStyle>
          <a:p>
            <a:pPr lvl="0"/>
            <a:r>
              <a:rPr lang="en-US" noProof="0"/>
              <a:t>Click icon to add picture</a:t>
            </a:r>
          </a:p>
        </p:txBody>
      </p:sp>
      <p:sp>
        <p:nvSpPr>
          <p:cNvPr id="16" name="Text Placeholder 4"/>
          <p:cNvSpPr>
            <a:spLocks noGrp="1"/>
          </p:cNvSpPr>
          <p:nvPr>
            <p:ph type="body" sz="quarter" idx="13"/>
          </p:nvPr>
        </p:nvSpPr>
        <p:spPr>
          <a:xfrm>
            <a:off x="382767" y="1686487"/>
            <a:ext cx="3947992" cy="639366"/>
          </a:xfrm>
        </p:spPr>
        <p:txBody>
          <a:bodyPr/>
          <a:lstStyle>
            <a:lvl1pPr marL="0" indent="0">
              <a:lnSpc>
                <a:spcPct val="90000"/>
              </a:lnSpc>
              <a:buNone/>
              <a:defRPr sz="1650">
                <a:solidFill>
                  <a:srgbClr val="000000"/>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54026" y="4333621"/>
            <a:ext cx="1536700" cy="493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89762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lide – Red option 2">
    <p:spTree>
      <p:nvGrpSpPr>
        <p:cNvPr id="1" name=""/>
        <p:cNvGrpSpPr/>
        <p:nvPr/>
      </p:nvGrpSpPr>
      <p:grpSpPr>
        <a:xfrm>
          <a:off x="0" y="0"/>
          <a:ext cx="0" cy="0"/>
          <a:chOff x="0" y="0"/>
          <a:chExt cx="0" cy="0"/>
        </a:xfrm>
      </p:grpSpPr>
      <p:pic>
        <p:nvPicPr>
          <p:cNvPr id="5"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t="4981" b="4"/>
          <a:stretch/>
        </p:blipFill>
        <p:spPr bwMode="auto">
          <a:xfrm>
            <a:off x="4330759" y="0"/>
            <a:ext cx="4820795" cy="5154300"/>
          </a:xfrm>
          <a:prstGeom prst="rect">
            <a:avLst/>
          </a:prstGeom>
          <a:blipFill rotWithShape="1">
            <a:blip r:embed="rId3"/>
            <a:stretch>
              <a:fillRect/>
            </a:stretch>
          </a:blipFill>
          <a:ln>
            <a:noFill/>
          </a:ln>
        </p:spPr>
      </p:pic>
      <p:sp>
        <p:nvSpPr>
          <p:cNvPr id="8" name="Rectangle 7"/>
          <p:cNvSpPr/>
          <p:nvPr userDrawn="1"/>
        </p:nvSpPr>
        <p:spPr>
          <a:xfrm>
            <a:off x="1" y="0"/>
            <a:ext cx="4587875" cy="51435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p>
        </p:txBody>
      </p:sp>
      <p:sp>
        <p:nvSpPr>
          <p:cNvPr id="12" name="Title 8"/>
          <p:cNvSpPr>
            <a:spLocks noGrp="1"/>
          </p:cNvSpPr>
          <p:nvPr>
            <p:ph type="title"/>
          </p:nvPr>
        </p:nvSpPr>
        <p:spPr>
          <a:xfrm>
            <a:off x="381885" y="1348200"/>
            <a:ext cx="3948874" cy="332683"/>
          </a:xfrm>
        </p:spPr>
        <p:txBody>
          <a:bodyPr anchor="t"/>
          <a:lstStyle>
            <a:lvl1pPr>
              <a:defRPr sz="1650">
                <a:solidFill>
                  <a:schemeClr val="bg1"/>
                </a:solidFill>
              </a:defRPr>
            </a:lvl1pPr>
          </a:lstStyle>
          <a:p>
            <a:r>
              <a:rPr lang="en-US"/>
              <a:t>Click to edit Master title style</a:t>
            </a:r>
          </a:p>
        </p:txBody>
      </p:sp>
      <p:sp>
        <p:nvSpPr>
          <p:cNvPr id="13" name="Text Placeholder 4"/>
          <p:cNvSpPr>
            <a:spLocks noGrp="1"/>
          </p:cNvSpPr>
          <p:nvPr>
            <p:ph type="body" sz="quarter" idx="11"/>
          </p:nvPr>
        </p:nvSpPr>
        <p:spPr>
          <a:xfrm>
            <a:off x="366942" y="2520726"/>
            <a:ext cx="3963817" cy="639366"/>
          </a:xfrm>
        </p:spPr>
        <p:txBody>
          <a:bodyPr/>
          <a:lstStyle>
            <a:lvl1pPr marL="0" indent="0">
              <a:lnSpc>
                <a:spcPct val="90000"/>
              </a:lnSpc>
              <a:buNone/>
              <a:defRPr sz="900"/>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p:txBody>
      </p:sp>
      <p:sp>
        <p:nvSpPr>
          <p:cNvPr id="15" name="Text Placeholder 4"/>
          <p:cNvSpPr>
            <a:spLocks noGrp="1"/>
          </p:cNvSpPr>
          <p:nvPr>
            <p:ph type="body" sz="quarter" idx="13"/>
          </p:nvPr>
        </p:nvSpPr>
        <p:spPr>
          <a:xfrm>
            <a:off x="382767" y="1686487"/>
            <a:ext cx="3947992" cy="639366"/>
          </a:xfrm>
        </p:spPr>
        <p:txBody>
          <a:bodyPr/>
          <a:lstStyle>
            <a:lvl1pPr marL="0" indent="0">
              <a:lnSpc>
                <a:spcPct val="90000"/>
              </a:lnSpc>
              <a:buNone/>
              <a:defRPr sz="1650">
                <a:solidFill>
                  <a:srgbClr val="000000"/>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10" name="Picture 9"/>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bwMode="auto">
          <a:xfrm>
            <a:off x="461965" y="4332033"/>
            <a:ext cx="1290636" cy="51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001874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 Red option 4">
    <p:spTree>
      <p:nvGrpSpPr>
        <p:cNvPr id="1" name=""/>
        <p:cNvGrpSpPr/>
        <p:nvPr/>
      </p:nvGrpSpPr>
      <p:grpSpPr>
        <a:xfrm>
          <a:off x="0" y="0"/>
          <a:ext cx="0" cy="0"/>
          <a:chOff x="0" y="0"/>
          <a:chExt cx="0" cy="0"/>
        </a:xfrm>
      </p:grpSpPr>
      <p:pic>
        <p:nvPicPr>
          <p:cNvPr id="5"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45014" y="0"/>
            <a:ext cx="4598987"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userDrawn="1"/>
        </p:nvSpPr>
        <p:spPr>
          <a:xfrm>
            <a:off x="1" y="0"/>
            <a:ext cx="4587875" cy="51435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p>
        </p:txBody>
      </p:sp>
      <p:sp>
        <p:nvSpPr>
          <p:cNvPr id="7" name="Title 8"/>
          <p:cNvSpPr>
            <a:spLocks noGrp="1"/>
          </p:cNvSpPr>
          <p:nvPr>
            <p:ph type="title"/>
          </p:nvPr>
        </p:nvSpPr>
        <p:spPr>
          <a:xfrm>
            <a:off x="381885" y="1348200"/>
            <a:ext cx="3948874" cy="332683"/>
          </a:xfrm>
        </p:spPr>
        <p:txBody>
          <a:bodyPr anchor="t"/>
          <a:lstStyle>
            <a:lvl1pPr>
              <a:defRPr sz="1650">
                <a:solidFill>
                  <a:schemeClr val="bg1"/>
                </a:solidFill>
              </a:defRPr>
            </a:lvl1pPr>
          </a:lstStyle>
          <a:p>
            <a:r>
              <a:rPr lang="en-US"/>
              <a:t>Click to edit Master title style</a:t>
            </a:r>
          </a:p>
        </p:txBody>
      </p:sp>
      <p:sp>
        <p:nvSpPr>
          <p:cNvPr id="8" name="Text Placeholder 4"/>
          <p:cNvSpPr>
            <a:spLocks noGrp="1"/>
          </p:cNvSpPr>
          <p:nvPr>
            <p:ph type="body" sz="quarter" idx="11"/>
          </p:nvPr>
        </p:nvSpPr>
        <p:spPr>
          <a:xfrm>
            <a:off x="366942" y="2520726"/>
            <a:ext cx="3963817" cy="639366"/>
          </a:xfrm>
        </p:spPr>
        <p:txBody>
          <a:bodyPr/>
          <a:lstStyle>
            <a:lvl1pPr marL="0" indent="0">
              <a:lnSpc>
                <a:spcPct val="90000"/>
              </a:lnSpc>
              <a:buNone/>
              <a:defRPr sz="900"/>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p:txBody>
      </p:sp>
      <p:sp>
        <p:nvSpPr>
          <p:cNvPr id="11" name="Text Placeholder 4"/>
          <p:cNvSpPr>
            <a:spLocks noGrp="1"/>
          </p:cNvSpPr>
          <p:nvPr>
            <p:ph type="body" sz="quarter" idx="13"/>
          </p:nvPr>
        </p:nvSpPr>
        <p:spPr>
          <a:xfrm>
            <a:off x="382767" y="1686487"/>
            <a:ext cx="3947992" cy="639366"/>
          </a:xfrm>
        </p:spPr>
        <p:txBody>
          <a:bodyPr/>
          <a:lstStyle>
            <a:lvl1pPr marL="0" indent="0">
              <a:lnSpc>
                <a:spcPct val="90000"/>
              </a:lnSpc>
              <a:buNone/>
              <a:defRPr sz="1650">
                <a:solidFill>
                  <a:srgbClr val="000000"/>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856C82CC-9EF2-B117-2DA6-6C2C7FF8418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461965" y="4332033"/>
            <a:ext cx="1290636" cy="51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37430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 Red option 5 (no image)">
    <p:spTree>
      <p:nvGrpSpPr>
        <p:cNvPr id="1" name=""/>
        <p:cNvGrpSpPr/>
        <p:nvPr/>
      </p:nvGrpSpPr>
      <p:grpSpPr>
        <a:xfrm>
          <a:off x="0" y="0"/>
          <a:ext cx="0" cy="0"/>
          <a:chOff x="0" y="0"/>
          <a:chExt cx="0" cy="0"/>
        </a:xfrm>
      </p:grpSpPr>
      <p:sp>
        <p:nvSpPr>
          <p:cNvPr id="9" name="Rectangle 8"/>
          <p:cNvSpPr/>
          <p:nvPr userDrawn="1"/>
        </p:nvSpPr>
        <p:spPr>
          <a:xfrm>
            <a:off x="0" y="0"/>
            <a:ext cx="9144000" cy="51435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p>
        </p:txBody>
      </p:sp>
      <p:sp>
        <p:nvSpPr>
          <p:cNvPr id="7" name="Title 8"/>
          <p:cNvSpPr>
            <a:spLocks noGrp="1"/>
          </p:cNvSpPr>
          <p:nvPr>
            <p:ph type="title"/>
          </p:nvPr>
        </p:nvSpPr>
        <p:spPr>
          <a:xfrm>
            <a:off x="381885" y="1348200"/>
            <a:ext cx="3948874" cy="332683"/>
          </a:xfrm>
        </p:spPr>
        <p:txBody>
          <a:bodyPr anchor="t"/>
          <a:lstStyle>
            <a:lvl1pPr>
              <a:defRPr sz="1650">
                <a:solidFill>
                  <a:schemeClr val="bg1"/>
                </a:solidFill>
              </a:defRPr>
            </a:lvl1pPr>
          </a:lstStyle>
          <a:p>
            <a:r>
              <a:rPr lang="en-US"/>
              <a:t>Click to edit Master title style</a:t>
            </a:r>
          </a:p>
        </p:txBody>
      </p:sp>
      <p:sp>
        <p:nvSpPr>
          <p:cNvPr id="8" name="Text Placeholder 4"/>
          <p:cNvSpPr>
            <a:spLocks noGrp="1"/>
          </p:cNvSpPr>
          <p:nvPr>
            <p:ph type="body" sz="quarter" idx="11"/>
          </p:nvPr>
        </p:nvSpPr>
        <p:spPr>
          <a:xfrm>
            <a:off x="366942" y="2520726"/>
            <a:ext cx="3963817" cy="639366"/>
          </a:xfrm>
        </p:spPr>
        <p:txBody>
          <a:bodyPr/>
          <a:lstStyle>
            <a:lvl1pPr marL="0" indent="0">
              <a:lnSpc>
                <a:spcPct val="90000"/>
              </a:lnSpc>
              <a:buNone/>
              <a:defRPr sz="900"/>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p:txBody>
      </p:sp>
      <p:sp>
        <p:nvSpPr>
          <p:cNvPr id="11" name="Text Placeholder 4"/>
          <p:cNvSpPr>
            <a:spLocks noGrp="1"/>
          </p:cNvSpPr>
          <p:nvPr>
            <p:ph type="body" sz="quarter" idx="13"/>
          </p:nvPr>
        </p:nvSpPr>
        <p:spPr>
          <a:xfrm>
            <a:off x="382767" y="1686487"/>
            <a:ext cx="3947992" cy="639366"/>
          </a:xfrm>
        </p:spPr>
        <p:txBody>
          <a:bodyPr/>
          <a:lstStyle>
            <a:lvl1pPr marL="0" indent="0">
              <a:lnSpc>
                <a:spcPct val="90000"/>
              </a:lnSpc>
              <a:buNone/>
              <a:defRPr sz="1650">
                <a:solidFill>
                  <a:srgbClr val="000000"/>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3AC1E576-286A-ED69-C305-598AE76460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61965" y="4332033"/>
            <a:ext cx="1290636" cy="51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899928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lide – White option 1 (add own image)">
    <p:spTree>
      <p:nvGrpSpPr>
        <p:cNvPr id="1" name=""/>
        <p:cNvGrpSpPr/>
        <p:nvPr/>
      </p:nvGrpSpPr>
      <p:grpSpPr>
        <a:xfrm>
          <a:off x="0" y="0"/>
          <a:ext cx="0" cy="0"/>
          <a:chOff x="0" y="0"/>
          <a:chExt cx="0" cy="0"/>
        </a:xfrm>
      </p:grpSpPr>
      <p:sp>
        <p:nvSpPr>
          <p:cNvPr id="6" name="Rectangle 5"/>
          <p:cNvSpPr/>
          <p:nvPr/>
        </p:nvSpPr>
        <p:spPr>
          <a:xfrm>
            <a:off x="0" y="0"/>
            <a:ext cx="9144000" cy="51435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p>
        </p:txBody>
      </p:sp>
      <p:sp>
        <p:nvSpPr>
          <p:cNvPr id="14" name="Picture Placeholder 13"/>
          <p:cNvSpPr>
            <a:spLocks noGrp="1"/>
          </p:cNvSpPr>
          <p:nvPr>
            <p:ph type="pic" sz="quarter" idx="12"/>
          </p:nvPr>
        </p:nvSpPr>
        <p:spPr>
          <a:xfrm>
            <a:off x="4587877" y="313767"/>
            <a:ext cx="4150358" cy="4513166"/>
          </a:xfrm>
          <a:solidFill>
            <a:schemeClr val="accent4"/>
          </a:solidFill>
          <a:ln>
            <a:noFill/>
          </a:ln>
        </p:spPr>
        <p:txBody>
          <a:bodyPr anchor="ctr" anchorCtr="0"/>
          <a:lstStyle>
            <a:lvl1pPr marL="0" indent="0" algn="ctr">
              <a:buNone/>
              <a:defRPr/>
            </a:lvl1pPr>
          </a:lstStyle>
          <a:p>
            <a:pPr lvl="0"/>
            <a:r>
              <a:rPr lang="en-US" noProof="0"/>
              <a:t>Click icon to add picture</a:t>
            </a:r>
          </a:p>
        </p:txBody>
      </p:sp>
      <p:sp>
        <p:nvSpPr>
          <p:cNvPr id="11" name="Title 8"/>
          <p:cNvSpPr>
            <a:spLocks noGrp="1"/>
          </p:cNvSpPr>
          <p:nvPr>
            <p:ph type="title"/>
          </p:nvPr>
        </p:nvSpPr>
        <p:spPr>
          <a:xfrm>
            <a:off x="381885" y="1348200"/>
            <a:ext cx="3948874" cy="332683"/>
          </a:xfrm>
        </p:spPr>
        <p:txBody>
          <a:bodyPr anchor="t"/>
          <a:lstStyle>
            <a:lvl1pPr>
              <a:defRPr sz="1650">
                <a:solidFill>
                  <a:srgbClr val="E64626"/>
                </a:solidFill>
              </a:defRPr>
            </a:lvl1pPr>
          </a:lstStyle>
          <a:p>
            <a:r>
              <a:rPr lang="en-US"/>
              <a:t>Click to edit Master title style</a:t>
            </a:r>
          </a:p>
        </p:txBody>
      </p:sp>
      <p:sp>
        <p:nvSpPr>
          <p:cNvPr id="12" name="Text Placeholder 4"/>
          <p:cNvSpPr>
            <a:spLocks noGrp="1"/>
          </p:cNvSpPr>
          <p:nvPr>
            <p:ph type="body" sz="quarter" idx="11"/>
          </p:nvPr>
        </p:nvSpPr>
        <p:spPr>
          <a:xfrm>
            <a:off x="366942" y="2520726"/>
            <a:ext cx="3963817" cy="639366"/>
          </a:xfrm>
        </p:spPr>
        <p:txBody>
          <a:bodyPr/>
          <a:lstStyle>
            <a:lvl1pPr marL="0" indent="0">
              <a:lnSpc>
                <a:spcPct val="90000"/>
              </a:lnSpc>
              <a:buNone/>
              <a:defRPr sz="900"/>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4"/>
          <p:cNvSpPr>
            <a:spLocks noGrp="1"/>
          </p:cNvSpPr>
          <p:nvPr>
            <p:ph type="body" sz="quarter" idx="13"/>
          </p:nvPr>
        </p:nvSpPr>
        <p:spPr>
          <a:xfrm>
            <a:off x="382767" y="1686487"/>
            <a:ext cx="3947992" cy="639366"/>
          </a:xfrm>
        </p:spPr>
        <p:txBody>
          <a:bodyPr/>
          <a:lstStyle>
            <a:lvl1pPr marL="0" indent="0">
              <a:lnSpc>
                <a:spcPct val="90000"/>
              </a:lnSpc>
              <a:buNone/>
              <a:defRPr sz="1650">
                <a:solidFill>
                  <a:srgbClr val="000000"/>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50F13042-ABE4-0BCC-3357-19E8FE2B700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61965" y="4332033"/>
            <a:ext cx="1290636" cy="51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47864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lide – White option 2">
    <p:spTree>
      <p:nvGrpSpPr>
        <p:cNvPr id="1" name=""/>
        <p:cNvGrpSpPr/>
        <p:nvPr/>
      </p:nvGrpSpPr>
      <p:grpSpPr>
        <a:xfrm>
          <a:off x="0" y="0"/>
          <a:ext cx="0" cy="0"/>
          <a:chOff x="0" y="0"/>
          <a:chExt cx="0" cy="0"/>
        </a:xfrm>
      </p:grpSpPr>
      <p:sp>
        <p:nvSpPr>
          <p:cNvPr id="5" name="Rectangle 4"/>
          <p:cNvSpPr/>
          <p:nvPr/>
        </p:nvSpPr>
        <p:spPr>
          <a:xfrm>
            <a:off x="0" y="0"/>
            <a:ext cx="9144000" cy="51435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p>
        </p:txBody>
      </p:sp>
      <p:pic>
        <p:nvPicPr>
          <p:cNvPr id="6" name="Picture Placeholder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45026" y="314326"/>
            <a:ext cx="4035425" cy="4512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8"/>
          <p:cNvSpPr>
            <a:spLocks noGrp="1"/>
          </p:cNvSpPr>
          <p:nvPr>
            <p:ph type="title"/>
          </p:nvPr>
        </p:nvSpPr>
        <p:spPr>
          <a:xfrm>
            <a:off x="381885" y="1348200"/>
            <a:ext cx="3948874" cy="332683"/>
          </a:xfrm>
        </p:spPr>
        <p:txBody>
          <a:bodyPr anchor="t"/>
          <a:lstStyle>
            <a:lvl1pPr>
              <a:defRPr sz="1650">
                <a:solidFill>
                  <a:srgbClr val="E64626"/>
                </a:solidFill>
              </a:defRPr>
            </a:lvl1pPr>
          </a:lstStyle>
          <a:p>
            <a:r>
              <a:rPr lang="en-US"/>
              <a:t>Click to edit Master title style</a:t>
            </a:r>
          </a:p>
        </p:txBody>
      </p:sp>
      <p:sp>
        <p:nvSpPr>
          <p:cNvPr id="11" name="Text Placeholder 4"/>
          <p:cNvSpPr>
            <a:spLocks noGrp="1"/>
          </p:cNvSpPr>
          <p:nvPr>
            <p:ph type="body" sz="quarter" idx="11"/>
          </p:nvPr>
        </p:nvSpPr>
        <p:spPr>
          <a:xfrm>
            <a:off x="366942" y="2520726"/>
            <a:ext cx="3963817" cy="639366"/>
          </a:xfrm>
        </p:spPr>
        <p:txBody>
          <a:bodyPr/>
          <a:lstStyle>
            <a:lvl1pPr marL="0" indent="0">
              <a:lnSpc>
                <a:spcPct val="90000"/>
              </a:lnSpc>
              <a:buNone/>
              <a:defRPr sz="900"/>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p:txBody>
      </p:sp>
      <p:sp>
        <p:nvSpPr>
          <p:cNvPr id="12" name="Text Placeholder 4"/>
          <p:cNvSpPr>
            <a:spLocks noGrp="1"/>
          </p:cNvSpPr>
          <p:nvPr>
            <p:ph type="body" sz="quarter" idx="13"/>
          </p:nvPr>
        </p:nvSpPr>
        <p:spPr>
          <a:xfrm>
            <a:off x="382767" y="1686487"/>
            <a:ext cx="3947992" cy="639366"/>
          </a:xfrm>
        </p:spPr>
        <p:txBody>
          <a:bodyPr/>
          <a:lstStyle>
            <a:lvl1pPr marL="0" indent="0">
              <a:lnSpc>
                <a:spcPct val="90000"/>
              </a:lnSpc>
              <a:buNone/>
              <a:defRPr sz="1650">
                <a:solidFill>
                  <a:srgbClr val="000000"/>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F32520DF-35D2-1C27-3F75-55FF633620C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461965" y="4332033"/>
            <a:ext cx="1290636" cy="51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9374774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 White option 3">
    <p:spTree>
      <p:nvGrpSpPr>
        <p:cNvPr id="1" name=""/>
        <p:cNvGrpSpPr/>
        <p:nvPr/>
      </p:nvGrpSpPr>
      <p:grpSpPr>
        <a:xfrm>
          <a:off x="0" y="0"/>
          <a:ext cx="0" cy="0"/>
          <a:chOff x="0" y="0"/>
          <a:chExt cx="0" cy="0"/>
        </a:xfrm>
      </p:grpSpPr>
      <p:sp>
        <p:nvSpPr>
          <p:cNvPr id="5" name="Rectangle 4"/>
          <p:cNvSpPr/>
          <p:nvPr/>
        </p:nvSpPr>
        <p:spPr>
          <a:xfrm>
            <a:off x="0" y="0"/>
            <a:ext cx="9144000" cy="51435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p>
        </p:txBody>
      </p:sp>
      <p:sp>
        <p:nvSpPr>
          <p:cNvPr id="10" name="Title 8"/>
          <p:cNvSpPr>
            <a:spLocks noGrp="1"/>
          </p:cNvSpPr>
          <p:nvPr>
            <p:ph type="title"/>
          </p:nvPr>
        </p:nvSpPr>
        <p:spPr>
          <a:xfrm>
            <a:off x="381885" y="314326"/>
            <a:ext cx="3948874" cy="332683"/>
          </a:xfrm>
        </p:spPr>
        <p:txBody>
          <a:bodyPr anchor="t"/>
          <a:lstStyle>
            <a:lvl1pPr>
              <a:defRPr sz="1650">
                <a:solidFill>
                  <a:srgbClr val="E64626"/>
                </a:solidFill>
              </a:defRPr>
            </a:lvl1pPr>
          </a:lstStyle>
          <a:p>
            <a:r>
              <a:rPr lang="en-US"/>
              <a:t>Click to edit Master title style</a:t>
            </a:r>
          </a:p>
        </p:txBody>
      </p:sp>
      <p:sp>
        <p:nvSpPr>
          <p:cNvPr id="11" name="Text Placeholder 4"/>
          <p:cNvSpPr>
            <a:spLocks noGrp="1"/>
          </p:cNvSpPr>
          <p:nvPr>
            <p:ph type="body" sz="quarter" idx="11"/>
          </p:nvPr>
        </p:nvSpPr>
        <p:spPr>
          <a:xfrm>
            <a:off x="366942" y="3052456"/>
            <a:ext cx="3963817" cy="639366"/>
          </a:xfrm>
        </p:spPr>
        <p:txBody>
          <a:bodyPr/>
          <a:lstStyle>
            <a:lvl1pPr marL="0" indent="0">
              <a:lnSpc>
                <a:spcPct val="90000"/>
              </a:lnSpc>
              <a:buNone/>
              <a:defRPr sz="900"/>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p:txBody>
      </p:sp>
      <p:sp>
        <p:nvSpPr>
          <p:cNvPr id="12" name="Text Placeholder 4"/>
          <p:cNvSpPr>
            <a:spLocks noGrp="1"/>
          </p:cNvSpPr>
          <p:nvPr>
            <p:ph type="body" sz="quarter" idx="13"/>
          </p:nvPr>
        </p:nvSpPr>
        <p:spPr>
          <a:xfrm>
            <a:off x="382767" y="1442926"/>
            <a:ext cx="3947992" cy="624689"/>
          </a:xfrm>
        </p:spPr>
        <p:txBody>
          <a:bodyPr/>
          <a:lstStyle>
            <a:lvl1pPr marL="0" indent="0">
              <a:lnSpc>
                <a:spcPct val="90000"/>
              </a:lnSpc>
              <a:buNone/>
              <a:defRPr sz="1650">
                <a:solidFill>
                  <a:srgbClr val="000000"/>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1FBC76E0-F4F8-33E0-D6D0-D05EF8B072E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61965" y="4313836"/>
            <a:ext cx="1290636" cy="51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77647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lide – White option 4">
    <p:spTree>
      <p:nvGrpSpPr>
        <p:cNvPr id="1" name=""/>
        <p:cNvGrpSpPr/>
        <p:nvPr/>
      </p:nvGrpSpPr>
      <p:grpSpPr>
        <a:xfrm>
          <a:off x="0" y="0"/>
          <a:ext cx="0" cy="0"/>
          <a:chOff x="0" y="0"/>
          <a:chExt cx="0" cy="0"/>
        </a:xfrm>
      </p:grpSpPr>
      <p:sp>
        <p:nvSpPr>
          <p:cNvPr id="5" name="Rectangle 4"/>
          <p:cNvSpPr/>
          <p:nvPr/>
        </p:nvSpPr>
        <p:spPr>
          <a:xfrm>
            <a:off x="0" y="0"/>
            <a:ext cx="9144000" cy="51435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p>
        </p:txBody>
      </p:sp>
      <p:pic>
        <p:nvPicPr>
          <p:cNvPr id="6" name="Picture Placeholder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45026" y="314326"/>
            <a:ext cx="4035425" cy="4512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8"/>
          <p:cNvSpPr>
            <a:spLocks noGrp="1"/>
          </p:cNvSpPr>
          <p:nvPr>
            <p:ph type="title"/>
          </p:nvPr>
        </p:nvSpPr>
        <p:spPr>
          <a:xfrm>
            <a:off x="381885" y="1348200"/>
            <a:ext cx="3948874" cy="332683"/>
          </a:xfrm>
        </p:spPr>
        <p:txBody>
          <a:bodyPr anchor="t"/>
          <a:lstStyle>
            <a:lvl1pPr>
              <a:defRPr sz="1650">
                <a:solidFill>
                  <a:srgbClr val="E64626"/>
                </a:solidFill>
              </a:defRPr>
            </a:lvl1pPr>
          </a:lstStyle>
          <a:p>
            <a:r>
              <a:rPr lang="en-US"/>
              <a:t>Click to edit Master title style</a:t>
            </a:r>
          </a:p>
        </p:txBody>
      </p:sp>
      <p:sp>
        <p:nvSpPr>
          <p:cNvPr id="11" name="Text Placeholder 4"/>
          <p:cNvSpPr>
            <a:spLocks noGrp="1"/>
          </p:cNvSpPr>
          <p:nvPr>
            <p:ph type="body" sz="quarter" idx="11"/>
          </p:nvPr>
        </p:nvSpPr>
        <p:spPr>
          <a:xfrm>
            <a:off x="366942" y="2520726"/>
            <a:ext cx="3963817" cy="639366"/>
          </a:xfrm>
        </p:spPr>
        <p:txBody>
          <a:bodyPr/>
          <a:lstStyle>
            <a:lvl1pPr marL="0" indent="0">
              <a:lnSpc>
                <a:spcPct val="90000"/>
              </a:lnSpc>
              <a:buNone/>
              <a:defRPr sz="900"/>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p:txBody>
      </p:sp>
      <p:sp>
        <p:nvSpPr>
          <p:cNvPr id="12" name="Text Placeholder 4"/>
          <p:cNvSpPr>
            <a:spLocks noGrp="1"/>
          </p:cNvSpPr>
          <p:nvPr>
            <p:ph type="body" sz="quarter" idx="13"/>
          </p:nvPr>
        </p:nvSpPr>
        <p:spPr>
          <a:xfrm>
            <a:off x="382767" y="1686487"/>
            <a:ext cx="3947992" cy="639366"/>
          </a:xfrm>
        </p:spPr>
        <p:txBody>
          <a:bodyPr/>
          <a:lstStyle>
            <a:lvl1pPr marL="0" indent="0">
              <a:lnSpc>
                <a:spcPct val="90000"/>
              </a:lnSpc>
              <a:buNone/>
              <a:defRPr sz="1650">
                <a:solidFill>
                  <a:srgbClr val="000000"/>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746EF06C-3FCE-1A23-D0CE-95485DBC95A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461965" y="4332033"/>
            <a:ext cx="1290636" cy="51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92114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 White option 5 (no image)">
    <p:spTree>
      <p:nvGrpSpPr>
        <p:cNvPr id="1" name=""/>
        <p:cNvGrpSpPr/>
        <p:nvPr/>
      </p:nvGrpSpPr>
      <p:grpSpPr>
        <a:xfrm>
          <a:off x="0" y="0"/>
          <a:ext cx="0" cy="0"/>
          <a:chOff x="0" y="0"/>
          <a:chExt cx="0" cy="0"/>
        </a:xfrm>
      </p:grpSpPr>
      <p:sp>
        <p:nvSpPr>
          <p:cNvPr id="5" name="Rectangle 4"/>
          <p:cNvSpPr/>
          <p:nvPr/>
        </p:nvSpPr>
        <p:spPr>
          <a:xfrm>
            <a:off x="0" y="0"/>
            <a:ext cx="9144000" cy="51435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p>
        </p:txBody>
      </p:sp>
      <p:sp>
        <p:nvSpPr>
          <p:cNvPr id="10" name="Title 8"/>
          <p:cNvSpPr>
            <a:spLocks noGrp="1"/>
          </p:cNvSpPr>
          <p:nvPr>
            <p:ph type="title"/>
          </p:nvPr>
        </p:nvSpPr>
        <p:spPr>
          <a:xfrm>
            <a:off x="381885" y="1348200"/>
            <a:ext cx="3948874" cy="332683"/>
          </a:xfrm>
        </p:spPr>
        <p:txBody>
          <a:bodyPr anchor="t"/>
          <a:lstStyle>
            <a:lvl1pPr>
              <a:defRPr sz="1650">
                <a:solidFill>
                  <a:srgbClr val="E64626"/>
                </a:solidFill>
              </a:defRPr>
            </a:lvl1pPr>
          </a:lstStyle>
          <a:p>
            <a:r>
              <a:rPr lang="en-US"/>
              <a:t>Click to edit Master title style</a:t>
            </a:r>
          </a:p>
        </p:txBody>
      </p:sp>
      <p:sp>
        <p:nvSpPr>
          <p:cNvPr id="11" name="Text Placeholder 4"/>
          <p:cNvSpPr>
            <a:spLocks noGrp="1"/>
          </p:cNvSpPr>
          <p:nvPr>
            <p:ph type="body" sz="quarter" idx="11"/>
          </p:nvPr>
        </p:nvSpPr>
        <p:spPr>
          <a:xfrm>
            <a:off x="366942" y="2520726"/>
            <a:ext cx="3963817" cy="639366"/>
          </a:xfrm>
        </p:spPr>
        <p:txBody>
          <a:bodyPr/>
          <a:lstStyle>
            <a:lvl1pPr marL="0" indent="0">
              <a:lnSpc>
                <a:spcPct val="90000"/>
              </a:lnSpc>
              <a:buNone/>
              <a:defRPr sz="900"/>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p:txBody>
      </p:sp>
      <p:sp>
        <p:nvSpPr>
          <p:cNvPr id="12" name="Text Placeholder 4"/>
          <p:cNvSpPr>
            <a:spLocks noGrp="1"/>
          </p:cNvSpPr>
          <p:nvPr>
            <p:ph type="body" sz="quarter" idx="13"/>
          </p:nvPr>
        </p:nvSpPr>
        <p:spPr>
          <a:xfrm>
            <a:off x="382767" y="1686487"/>
            <a:ext cx="3947992" cy="639366"/>
          </a:xfrm>
        </p:spPr>
        <p:txBody>
          <a:bodyPr/>
          <a:lstStyle>
            <a:lvl1pPr marL="0" indent="0">
              <a:lnSpc>
                <a:spcPct val="90000"/>
              </a:lnSpc>
              <a:buNone/>
              <a:defRPr sz="1650">
                <a:solidFill>
                  <a:srgbClr val="000000"/>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31A09EB5-C95D-7B01-BB0F-D489C2D7B50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61965" y="4332033"/>
            <a:ext cx="1290636" cy="51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968421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
        <p:nvSpPr>
          <p:cNvPr id="3" name="Content Placeholder 2"/>
          <p:cNvSpPr>
            <a:spLocks noGrp="1"/>
          </p:cNvSpPr>
          <p:nvPr>
            <p:ph idx="1"/>
          </p:nvPr>
        </p:nvSpPr>
        <p:spPr/>
        <p:txBody>
          <a:bodyPr/>
          <a:lstStyle>
            <a:lvl1pPr>
              <a:lnSpc>
                <a:spcPct val="90000"/>
              </a:lnSpc>
              <a:defRPr/>
            </a:lvl1pPr>
            <a:lvl2pPr marL="557213" indent="-214313">
              <a:lnSpc>
                <a:spcPct val="90000"/>
              </a:lnSpc>
              <a:buFont typeface="Lucida Grande"/>
              <a:buChar char="–"/>
              <a:defRPr sz="1350"/>
            </a:lvl2pPr>
            <a:lvl3pPr>
              <a:lnSpc>
                <a:spcPct val="90000"/>
              </a:lnSpc>
              <a:defRPr sz="12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3233110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itle and Two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
        <p:nvSpPr>
          <p:cNvPr id="3" name="Content Placeholder 2"/>
          <p:cNvSpPr>
            <a:spLocks noGrp="1"/>
          </p:cNvSpPr>
          <p:nvPr>
            <p:ph sz="half" idx="1"/>
          </p:nvPr>
        </p:nvSpPr>
        <p:spPr>
          <a:xfrm>
            <a:off x="457200" y="1019945"/>
            <a:ext cx="4038600" cy="3394472"/>
          </a:xfrm>
        </p:spPr>
        <p:txBody>
          <a:bodyPr/>
          <a:lstStyle>
            <a:lvl1pPr>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4648200" y="1019945"/>
            <a:ext cx="4038600" cy="3394472"/>
          </a:xfrm>
        </p:spPr>
        <p:txBody>
          <a:bodyPr/>
          <a:lstStyle>
            <a:lvl1pPr>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971448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sp>
        <p:nvSpPr>
          <p:cNvPr id="9" name="Text Placeholder 7"/>
          <p:cNvSpPr>
            <a:spLocks noGrp="1"/>
          </p:cNvSpPr>
          <p:nvPr>
            <p:ph type="body" sz="quarter" idx="12"/>
          </p:nvPr>
        </p:nvSpPr>
        <p:spPr>
          <a:xfrm>
            <a:off x="457200" y="4118372"/>
            <a:ext cx="4038600" cy="403202"/>
          </a:xfrm>
        </p:spPr>
        <p:txBody>
          <a:bodyPr lIns="0" tIns="72000" rIns="72000">
            <a:noAutofit/>
          </a:bodyPr>
          <a:lstStyle>
            <a:lvl1pPr marL="0" marR="0" indent="0" algn="l" defTabSz="342900" rtl="0" eaLnBrk="1" fontAlgn="auto" latinLnBrk="0" hangingPunct="1">
              <a:lnSpc>
                <a:spcPct val="100000"/>
              </a:lnSpc>
              <a:spcBef>
                <a:spcPct val="20000"/>
              </a:spcBef>
              <a:spcAft>
                <a:spcPts val="0"/>
              </a:spcAft>
              <a:buClrTx/>
              <a:buSzTx/>
              <a:buFont typeface="Lucida Grande"/>
              <a:buNone/>
              <a:tabLst/>
              <a:defRPr sz="825"/>
            </a:lvl1pPr>
            <a:lvl2pPr>
              <a:defRPr sz="825"/>
            </a:lvl2pPr>
            <a:lvl3pPr>
              <a:defRPr sz="825"/>
            </a:lvl3pPr>
            <a:lvl4pPr>
              <a:defRPr sz="825"/>
            </a:lvl4pPr>
            <a:lvl5pPr>
              <a:defRPr sz="825"/>
            </a:lvl5pPr>
          </a:lstStyle>
          <a:p>
            <a:pPr lvl="0"/>
            <a:r>
              <a:rPr lang="en-US"/>
              <a:t>Click to edit Master text styles</a:t>
            </a:r>
          </a:p>
          <a:p>
            <a:pPr lvl="1"/>
            <a:r>
              <a:rPr lang="en-US"/>
              <a:t>Second level</a:t>
            </a:r>
          </a:p>
          <a:p>
            <a:pPr lvl="2"/>
            <a:r>
              <a:rPr lang="en-US"/>
              <a:t>Third level</a:t>
            </a:r>
          </a:p>
        </p:txBody>
      </p:sp>
      <p:sp>
        <p:nvSpPr>
          <p:cNvPr id="6" name="Picture Placeholder 5"/>
          <p:cNvSpPr>
            <a:spLocks noGrp="1"/>
          </p:cNvSpPr>
          <p:nvPr>
            <p:ph type="pic" sz="quarter" idx="10"/>
          </p:nvPr>
        </p:nvSpPr>
        <p:spPr>
          <a:xfrm>
            <a:off x="457200" y="1020366"/>
            <a:ext cx="4038600" cy="3097796"/>
          </a:xfrm>
        </p:spPr>
        <p:txBody>
          <a:bodyPr/>
          <a:lstStyle>
            <a:lvl1pPr marL="0" indent="0">
              <a:buNone/>
              <a:defRPr/>
            </a:lvl1pPr>
          </a:lstStyle>
          <a:p>
            <a:pPr lvl="0"/>
            <a:r>
              <a:rPr lang="en-US" noProof="0"/>
              <a:t>Click icon to add picture</a:t>
            </a:r>
          </a:p>
        </p:txBody>
      </p:sp>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
        <p:nvSpPr>
          <p:cNvPr id="4" name="Content Placeholder 3"/>
          <p:cNvSpPr>
            <a:spLocks noGrp="1"/>
          </p:cNvSpPr>
          <p:nvPr>
            <p:ph sz="half" idx="2"/>
          </p:nvPr>
        </p:nvSpPr>
        <p:spPr>
          <a:xfrm>
            <a:off x="4648200" y="1019945"/>
            <a:ext cx="4038600" cy="3394472"/>
          </a:xfrm>
        </p:spPr>
        <p:txBody>
          <a:bodyPr/>
          <a:lstStyle>
            <a:lvl1pPr>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9563277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5" name="Table Placeholder 4"/>
          <p:cNvSpPr>
            <a:spLocks noGrp="1"/>
          </p:cNvSpPr>
          <p:nvPr>
            <p:ph type="tbl" sz="quarter" idx="12"/>
          </p:nvPr>
        </p:nvSpPr>
        <p:spPr>
          <a:xfrm>
            <a:off x="457200" y="1020367"/>
            <a:ext cx="4038600" cy="3098006"/>
          </a:xfrm>
        </p:spPr>
        <p:txBody>
          <a:bodyPr/>
          <a:lstStyle>
            <a:lvl1pPr marL="0" indent="0">
              <a:buNone/>
              <a:defRPr/>
            </a:lvl1pPr>
          </a:lstStyle>
          <a:p>
            <a:pPr lvl="0"/>
            <a:r>
              <a:rPr lang="en-US" noProof="0"/>
              <a:t>Click icon to add table</a:t>
            </a:r>
          </a:p>
        </p:txBody>
      </p:sp>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
        <p:nvSpPr>
          <p:cNvPr id="4" name="Content Placeholder 3"/>
          <p:cNvSpPr>
            <a:spLocks noGrp="1"/>
          </p:cNvSpPr>
          <p:nvPr>
            <p:ph sz="half" idx="2"/>
          </p:nvPr>
        </p:nvSpPr>
        <p:spPr>
          <a:xfrm>
            <a:off x="4648200" y="1019945"/>
            <a:ext cx="4038600" cy="3394472"/>
          </a:xfrm>
        </p:spPr>
        <p:txBody>
          <a:bodyPr/>
          <a:lstStyle>
            <a:lvl1pPr>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p:txBody>
      </p:sp>
      <p:sp>
        <p:nvSpPr>
          <p:cNvPr id="8" name="Text Placeholder 7"/>
          <p:cNvSpPr>
            <a:spLocks noGrp="1"/>
          </p:cNvSpPr>
          <p:nvPr>
            <p:ph type="body" sz="quarter" idx="11"/>
          </p:nvPr>
        </p:nvSpPr>
        <p:spPr>
          <a:xfrm>
            <a:off x="457200" y="4118372"/>
            <a:ext cx="4038600" cy="403202"/>
          </a:xfrm>
        </p:spPr>
        <p:txBody>
          <a:bodyPr lIns="0" tIns="72000" rIns="72000">
            <a:noAutofit/>
          </a:bodyPr>
          <a:lstStyle>
            <a:lvl1pPr marL="0" marR="0" indent="0" algn="l" defTabSz="342900" rtl="0" eaLnBrk="1" fontAlgn="auto" latinLnBrk="0" hangingPunct="1">
              <a:lnSpc>
                <a:spcPct val="100000"/>
              </a:lnSpc>
              <a:spcBef>
                <a:spcPct val="20000"/>
              </a:spcBef>
              <a:spcAft>
                <a:spcPts val="0"/>
              </a:spcAft>
              <a:buClrTx/>
              <a:buSzTx/>
              <a:buFont typeface="Lucida Grande"/>
              <a:buNone/>
              <a:tabLst/>
              <a:defRPr sz="825"/>
            </a:lvl1pPr>
            <a:lvl2pPr>
              <a:defRPr sz="825"/>
            </a:lvl2pPr>
            <a:lvl3pPr>
              <a:defRPr sz="825"/>
            </a:lvl3pPr>
            <a:lvl4pPr>
              <a:defRPr sz="825"/>
            </a:lvl4pPr>
            <a:lvl5pPr>
              <a:defRPr sz="825"/>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336162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Content and Chart">
    <p:spTree>
      <p:nvGrpSpPr>
        <p:cNvPr id="1" name=""/>
        <p:cNvGrpSpPr/>
        <p:nvPr/>
      </p:nvGrpSpPr>
      <p:grpSpPr>
        <a:xfrm>
          <a:off x="0" y="0"/>
          <a:ext cx="0" cy="0"/>
          <a:chOff x="0" y="0"/>
          <a:chExt cx="0" cy="0"/>
        </a:xfrm>
      </p:grpSpPr>
      <p:sp>
        <p:nvSpPr>
          <p:cNvPr id="6" name="Chart Placeholder 5"/>
          <p:cNvSpPr>
            <a:spLocks noGrp="1"/>
          </p:cNvSpPr>
          <p:nvPr>
            <p:ph type="chart" sz="quarter" idx="13"/>
          </p:nvPr>
        </p:nvSpPr>
        <p:spPr>
          <a:xfrm>
            <a:off x="457200" y="1020367"/>
            <a:ext cx="4038600" cy="3098006"/>
          </a:xfrm>
        </p:spPr>
        <p:txBody>
          <a:bodyPr/>
          <a:lstStyle>
            <a:lvl1pPr marL="0" marR="0" indent="0" algn="l" defTabSz="342900" rtl="0" eaLnBrk="1" fontAlgn="auto" latinLnBrk="0" hangingPunct="1">
              <a:lnSpc>
                <a:spcPct val="100000"/>
              </a:lnSpc>
              <a:spcBef>
                <a:spcPct val="20000"/>
              </a:spcBef>
              <a:spcAft>
                <a:spcPts val="0"/>
              </a:spcAft>
              <a:buClrTx/>
              <a:buSzTx/>
              <a:buFont typeface="Lucida Grande"/>
              <a:buNone/>
              <a:tabLst/>
              <a:defRPr/>
            </a:lvl1pPr>
          </a:lstStyle>
          <a:p>
            <a:pPr lvl="0"/>
            <a:r>
              <a:rPr lang="en-US" noProof="0"/>
              <a:t>Click icon to add chart</a:t>
            </a:r>
          </a:p>
        </p:txBody>
      </p:sp>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
        <p:nvSpPr>
          <p:cNvPr id="4" name="Content Placeholder 3"/>
          <p:cNvSpPr>
            <a:spLocks noGrp="1"/>
          </p:cNvSpPr>
          <p:nvPr>
            <p:ph sz="half" idx="2"/>
          </p:nvPr>
        </p:nvSpPr>
        <p:spPr>
          <a:xfrm>
            <a:off x="4648200" y="1019945"/>
            <a:ext cx="4038600" cy="3394472"/>
          </a:xfrm>
        </p:spPr>
        <p:txBody>
          <a:bodyPr/>
          <a:lstStyle>
            <a:lvl1pPr>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p:txBody>
      </p:sp>
      <p:sp>
        <p:nvSpPr>
          <p:cNvPr id="8" name="Text Placeholder 7"/>
          <p:cNvSpPr>
            <a:spLocks noGrp="1"/>
          </p:cNvSpPr>
          <p:nvPr>
            <p:ph type="body" sz="quarter" idx="11"/>
          </p:nvPr>
        </p:nvSpPr>
        <p:spPr>
          <a:xfrm>
            <a:off x="457200" y="4118372"/>
            <a:ext cx="4038600" cy="403202"/>
          </a:xfrm>
        </p:spPr>
        <p:txBody>
          <a:bodyPr lIns="0" tIns="72000" rIns="72000">
            <a:noAutofit/>
          </a:bodyPr>
          <a:lstStyle>
            <a:lvl1pPr marL="0" marR="0" indent="0" algn="l" defTabSz="342900" rtl="0" eaLnBrk="1" fontAlgn="auto" latinLnBrk="0" hangingPunct="1">
              <a:lnSpc>
                <a:spcPct val="100000"/>
              </a:lnSpc>
              <a:spcBef>
                <a:spcPct val="20000"/>
              </a:spcBef>
              <a:spcAft>
                <a:spcPts val="0"/>
              </a:spcAft>
              <a:buClrTx/>
              <a:buSzTx/>
              <a:buFont typeface="Lucida Grande"/>
              <a:buNone/>
              <a:tabLst/>
              <a:defRPr sz="825"/>
            </a:lvl1pPr>
            <a:lvl2pPr>
              <a:defRPr sz="825"/>
            </a:lvl2pPr>
            <a:lvl3pPr>
              <a:defRPr sz="825"/>
            </a:lvl3pPr>
            <a:lvl4pPr>
              <a:defRPr sz="825"/>
            </a:lvl4pPr>
            <a:lvl5pPr>
              <a:defRPr sz="825"/>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8909000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p:txBody>
          <a:bodyPr anchor="ctr" anchorCtr="1"/>
          <a:lstStyle>
            <a:lvl1pPr marL="0" indent="0" algn="ctr">
              <a:buNone/>
              <a:defRPr baseline="0"/>
            </a:lvl1pPr>
          </a:lstStyle>
          <a:p>
            <a:pPr lvl="0"/>
            <a:r>
              <a:rPr lang="en-US" noProof="0"/>
              <a:t>Click icon to add picture</a:t>
            </a:r>
          </a:p>
        </p:txBody>
      </p:sp>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Tree>
    <p:extLst>
      <p:ext uri="{BB962C8B-B14F-4D97-AF65-F5344CB8AC3E}">
        <p14:creationId xmlns:p14="http://schemas.microsoft.com/office/powerpoint/2010/main" val="29355493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Tree>
    <p:extLst>
      <p:ext uri="{BB962C8B-B14F-4D97-AF65-F5344CB8AC3E}">
        <p14:creationId xmlns:p14="http://schemas.microsoft.com/office/powerpoint/2010/main" val="3365791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195774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F65C48A-7357-4A4E-7E63-8D8E4B750FDE}"/>
              </a:ext>
            </a:extLst>
          </p:cNvPr>
          <p:cNvPicPr>
            <a:picLocks noChangeAspect="1"/>
          </p:cNvPicPr>
          <p:nvPr userDrawn="1"/>
        </p:nvPicPr>
        <p:blipFill>
          <a:blip r:embed="rId2">
            <a:duotone>
              <a:srgbClr val="4C4C4C">
                <a:shade val="45000"/>
                <a:satMod val="135000"/>
              </a:srgbClr>
              <a:prstClr val="white"/>
            </a:duotone>
            <a:alphaModFix amt="20000"/>
          </a:blip>
          <a:stretch>
            <a:fillRect/>
          </a:stretch>
        </p:blipFill>
        <p:spPr>
          <a:xfrm>
            <a:off x="0" y="3502629"/>
            <a:ext cx="9144000" cy="1640871"/>
          </a:xfrm>
          <a:prstGeom prst="rect">
            <a:avLst/>
          </a:prstGeom>
        </p:spPr>
      </p:pic>
    </p:spTree>
    <p:extLst>
      <p:ext uri="{BB962C8B-B14F-4D97-AF65-F5344CB8AC3E}">
        <p14:creationId xmlns:p14="http://schemas.microsoft.com/office/powerpoint/2010/main" val="119396058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ection Divider - Option 1">
    <p:spTree>
      <p:nvGrpSpPr>
        <p:cNvPr id="1" name=""/>
        <p:cNvGrpSpPr/>
        <p:nvPr/>
      </p:nvGrpSpPr>
      <p:grpSpPr>
        <a:xfrm>
          <a:off x="0" y="0"/>
          <a:ext cx="0" cy="0"/>
          <a:chOff x="0" y="0"/>
          <a:chExt cx="0" cy="0"/>
        </a:xfrm>
      </p:grpSpPr>
      <p:sp>
        <p:nvSpPr>
          <p:cNvPr id="6" name="Rectangle 5"/>
          <p:cNvSpPr/>
          <p:nvPr/>
        </p:nvSpPr>
        <p:spPr>
          <a:xfrm>
            <a:off x="0" y="0"/>
            <a:ext cx="9144000" cy="51435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solidFill>
                <a:schemeClr val="bg1"/>
              </a:solidFill>
            </a:endParaRPr>
          </a:p>
        </p:txBody>
      </p:sp>
      <p:pic>
        <p:nvPicPr>
          <p:cNvPr id="8" name="Picture 7" descr="USY_MB1_PMS_1_Colour_Reversed_Logo.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4026" y="4429126"/>
            <a:ext cx="1536700" cy="397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8"/>
          <p:cNvSpPr>
            <a:spLocks noGrp="1"/>
          </p:cNvSpPr>
          <p:nvPr>
            <p:ph type="title"/>
          </p:nvPr>
        </p:nvSpPr>
        <p:spPr>
          <a:xfrm>
            <a:off x="381885" y="261228"/>
            <a:ext cx="8388586" cy="332683"/>
          </a:xfrm>
        </p:spPr>
        <p:txBody>
          <a:bodyPr anchor="t"/>
          <a:lstStyle>
            <a:lvl1pPr>
              <a:defRPr baseline="0">
                <a:solidFill>
                  <a:srgbClr val="E64626"/>
                </a:solidFill>
              </a:defRPr>
            </a:lvl1pPr>
          </a:lstStyle>
          <a:p>
            <a:r>
              <a:rPr lang="en-US"/>
              <a:t>Click to edit Master title style</a:t>
            </a:r>
          </a:p>
        </p:txBody>
      </p:sp>
      <p:sp>
        <p:nvSpPr>
          <p:cNvPr id="5" name="Text Placeholder 4"/>
          <p:cNvSpPr>
            <a:spLocks noGrp="1"/>
          </p:cNvSpPr>
          <p:nvPr>
            <p:ph type="body" sz="quarter" idx="11"/>
          </p:nvPr>
        </p:nvSpPr>
        <p:spPr>
          <a:xfrm>
            <a:off x="382766" y="599515"/>
            <a:ext cx="8387705" cy="639366"/>
          </a:xfrm>
        </p:spPr>
        <p:txBody>
          <a:bodyPr/>
          <a:lstStyle>
            <a:lvl1pPr marL="0" indent="0">
              <a:lnSpc>
                <a:spcPct val="90000"/>
              </a:lnSpc>
              <a:buNone/>
              <a:defRPr sz="1800">
                <a:solidFill>
                  <a:schemeClr val="tx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sp>
        <p:nvSpPr>
          <p:cNvPr id="7" name="Picture Placeholder 13"/>
          <p:cNvSpPr>
            <a:spLocks noGrp="1"/>
          </p:cNvSpPr>
          <p:nvPr>
            <p:ph type="pic" sz="quarter" idx="12"/>
          </p:nvPr>
        </p:nvSpPr>
        <p:spPr>
          <a:xfrm>
            <a:off x="454455" y="1350309"/>
            <a:ext cx="8226486" cy="3476622"/>
          </a:xfrm>
          <a:solidFill>
            <a:schemeClr val="accent4"/>
          </a:solidFill>
        </p:spPr>
        <p:txBody>
          <a:bodyPr anchor="ctr" anchorCtr="0"/>
          <a:lstStyle>
            <a:lvl1pPr marL="0" indent="0" algn="ctr">
              <a:buNone/>
              <a:defRPr/>
            </a:lvl1pPr>
          </a:lstStyle>
          <a:p>
            <a:pPr lvl="0"/>
            <a:r>
              <a:rPr lang="en-US" noProof="0"/>
              <a:t>Click icon to add picture</a:t>
            </a:r>
          </a:p>
        </p:txBody>
      </p:sp>
    </p:spTree>
    <p:extLst>
      <p:ext uri="{BB962C8B-B14F-4D97-AF65-F5344CB8AC3E}">
        <p14:creationId xmlns:p14="http://schemas.microsoft.com/office/powerpoint/2010/main" val="252616532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Section Divider - Option 2">
    <p:spTree>
      <p:nvGrpSpPr>
        <p:cNvPr id="1" name=""/>
        <p:cNvGrpSpPr/>
        <p:nvPr/>
      </p:nvGrpSpPr>
      <p:grpSpPr>
        <a:xfrm>
          <a:off x="0" y="0"/>
          <a:ext cx="0" cy="0"/>
          <a:chOff x="0" y="0"/>
          <a:chExt cx="0" cy="0"/>
        </a:xfrm>
      </p:grpSpPr>
      <p:sp>
        <p:nvSpPr>
          <p:cNvPr id="4" name="Rectangle 3"/>
          <p:cNvSpPr/>
          <p:nvPr/>
        </p:nvSpPr>
        <p:spPr>
          <a:xfrm>
            <a:off x="0" y="0"/>
            <a:ext cx="9144000" cy="51435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p>
        </p:txBody>
      </p:sp>
      <p:sp>
        <p:nvSpPr>
          <p:cNvPr id="9" name="Title 8"/>
          <p:cNvSpPr>
            <a:spLocks noGrp="1"/>
          </p:cNvSpPr>
          <p:nvPr>
            <p:ph type="title"/>
          </p:nvPr>
        </p:nvSpPr>
        <p:spPr>
          <a:xfrm>
            <a:off x="381885" y="1348200"/>
            <a:ext cx="3948874" cy="332683"/>
          </a:xfrm>
        </p:spPr>
        <p:txBody>
          <a:bodyPr anchor="t"/>
          <a:lstStyle>
            <a:lvl1pPr>
              <a:defRPr baseline="0">
                <a:solidFill>
                  <a:schemeClr val="bg1"/>
                </a:solidFill>
              </a:defRPr>
            </a:lvl1pPr>
          </a:lstStyle>
          <a:p>
            <a:r>
              <a:rPr lang="en-US"/>
              <a:t>Click to edit Master title style</a:t>
            </a:r>
          </a:p>
        </p:txBody>
      </p:sp>
      <p:sp>
        <p:nvSpPr>
          <p:cNvPr id="5" name="Text Placeholder 4"/>
          <p:cNvSpPr>
            <a:spLocks noGrp="1"/>
          </p:cNvSpPr>
          <p:nvPr>
            <p:ph type="body" sz="quarter" idx="11"/>
          </p:nvPr>
        </p:nvSpPr>
        <p:spPr>
          <a:xfrm>
            <a:off x="382767" y="1686487"/>
            <a:ext cx="3947992" cy="639366"/>
          </a:xfrm>
        </p:spPr>
        <p:txBody>
          <a:bodyPr/>
          <a:lstStyle>
            <a:lvl1pPr marL="0" indent="0">
              <a:lnSpc>
                <a:spcPct val="90000"/>
              </a:lnSpc>
              <a:buNone/>
              <a:defRPr sz="18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DC6FDC5E-239A-7DA8-C450-BA7A3F0580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61965" y="4332033"/>
            <a:ext cx="1290636" cy="51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3123276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ection Divider - Option 3">
    <p:spTree>
      <p:nvGrpSpPr>
        <p:cNvPr id="1" name=""/>
        <p:cNvGrpSpPr/>
        <p:nvPr/>
      </p:nvGrpSpPr>
      <p:grpSpPr>
        <a:xfrm>
          <a:off x="0" y="0"/>
          <a:ext cx="0" cy="0"/>
          <a:chOff x="0" y="0"/>
          <a:chExt cx="0" cy="0"/>
        </a:xfrm>
      </p:grpSpPr>
      <p:sp>
        <p:nvSpPr>
          <p:cNvPr id="4" name="Rectangle 3"/>
          <p:cNvSpPr/>
          <p:nvPr/>
        </p:nvSpPr>
        <p:spPr>
          <a:xfrm>
            <a:off x="0" y="0"/>
            <a:ext cx="9144000" cy="51435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p>
        </p:txBody>
      </p:sp>
      <p:sp>
        <p:nvSpPr>
          <p:cNvPr id="9" name="Title 8"/>
          <p:cNvSpPr>
            <a:spLocks noGrp="1"/>
          </p:cNvSpPr>
          <p:nvPr>
            <p:ph type="title"/>
          </p:nvPr>
        </p:nvSpPr>
        <p:spPr>
          <a:xfrm>
            <a:off x="381885" y="1348200"/>
            <a:ext cx="3948874" cy="332683"/>
          </a:xfrm>
        </p:spPr>
        <p:txBody>
          <a:bodyPr anchor="t"/>
          <a:lstStyle>
            <a:lvl1pPr>
              <a:defRPr baseline="0">
                <a:solidFill>
                  <a:schemeClr val="tx1"/>
                </a:solidFill>
              </a:defRPr>
            </a:lvl1pPr>
          </a:lstStyle>
          <a:p>
            <a:r>
              <a:rPr lang="en-US"/>
              <a:t>Click to edit Master title style</a:t>
            </a:r>
          </a:p>
        </p:txBody>
      </p:sp>
      <p:sp>
        <p:nvSpPr>
          <p:cNvPr id="5" name="Text Placeholder 4"/>
          <p:cNvSpPr>
            <a:spLocks noGrp="1"/>
          </p:cNvSpPr>
          <p:nvPr>
            <p:ph type="body" sz="quarter" idx="11"/>
          </p:nvPr>
        </p:nvSpPr>
        <p:spPr>
          <a:xfrm>
            <a:off x="382767" y="1686487"/>
            <a:ext cx="3947992" cy="639366"/>
          </a:xfrm>
        </p:spPr>
        <p:txBody>
          <a:bodyPr/>
          <a:lstStyle>
            <a:lvl1pPr marL="0" indent="0">
              <a:lnSpc>
                <a:spcPct val="90000"/>
              </a:lnSpc>
              <a:buNone/>
              <a:defRPr sz="1800">
                <a:solidFill>
                  <a:schemeClr val="tx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6965C7FA-AD29-C62E-FF35-E25745E7CF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61965" y="4332033"/>
            <a:ext cx="1290636" cy="51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291327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Divider - Option 4">
    <p:spTree>
      <p:nvGrpSpPr>
        <p:cNvPr id="1" name=""/>
        <p:cNvGrpSpPr/>
        <p:nvPr/>
      </p:nvGrpSpPr>
      <p:grpSpPr>
        <a:xfrm>
          <a:off x="0" y="0"/>
          <a:ext cx="0" cy="0"/>
          <a:chOff x="0" y="0"/>
          <a:chExt cx="0" cy="0"/>
        </a:xfrm>
      </p:grpSpPr>
      <p:sp>
        <p:nvSpPr>
          <p:cNvPr id="4" name="Rectangle 3"/>
          <p:cNvSpPr/>
          <p:nvPr/>
        </p:nvSpPr>
        <p:spPr>
          <a:xfrm>
            <a:off x="0" y="0"/>
            <a:ext cx="9144000" cy="51435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p>
        </p:txBody>
      </p:sp>
      <p:sp>
        <p:nvSpPr>
          <p:cNvPr id="9" name="Title 8"/>
          <p:cNvSpPr>
            <a:spLocks noGrp="1"/>
          </p:cNvSpPr>
          <p:nvPr>
            <p:ph type="title"/>
          </p:nvPr>
        </p:nvSpPr>
        <p:spPr>
          <a:xfrm>
            <a:off x="381885" y="1348200"/>
            <a:ext cx="3948874" cy="332683"/>
          </a:xfrm>
        </p:spPr>
        <p:txBody>
          <a:bodyPr anchor="t"/>
          <a:lstStyle>
            <a:lvl1pPr>
              <a:defRPr baseline="0">
                <a:solidFill>
                  <a:schemeClr val="bg1"/>
                </a:solidFill>
              </a:defRPr>
            </a:lvl1pPr>
          </a:lstStyle>
          <a:p>
            <a:r>
              <a:rPr lang="en-US"/>
              <a:t>Click to edit Master title style</a:t>
            </a:r>
          </a:p>
        </p:txBody>
      </p:sp>
      <p:sp>
        <p:nvSpPr>
          <p:cNvPr id="5" name="Text Placeholder 4"/>
          <p:cNvSpPr>
            <a:spLocks noGrp="1"/>
          </p:cNvSpPr>
          <p:nvPr>
            <p:ph type="body" sz="quarter" idx="11"/>
          </p:nvPr>
        </p:nvSpPr>
        <p:spPr>
          <a:xfrm>
            <a:off x="382767" y="1686487"/>
            <a:ext cx="3947992" cy="639366"/>
          </a:xfrm>
        </p:spPr>
        <p:txBody>
          <a:bodyPr/>
          <a:lstStyle>
            <a:lvl1pPr marL="0" indent="0">
              <a:lnSpc>
                <a:spcPct val="90000"/>
              </a:lnSpc>
              <a:buNone/>
              <a:defRPr sz="18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5A6DF647-DF09-C0D6-4B30-AD0EEC01EF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61965" y="4332033"/>
            <a:ext cx="1290636" cy="51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106614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2AA86-9120-EFD3-4283-B8AEC355F78D}"/>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170924838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slide – Red option 1 (add own image)">
    <p:spTree>
      <p:nvGrpSpPr>
        <p:cNvPr id="1" name=""/>
        <p:cNvGrpSpPr/>
        <p:nvPr/>
      </p:nvGrpSpPr>
      <p:grpSpPr>
        <a:xfrm>
          <a:off x="0" y="0"/>
          <a:ext cx="0" cy="0"/>
          <a:chOff x="0" y="0"/>
          <a:chExt cx="0" cy="0"/>
        </a:xfrm>
      </p:grpSpPr>
      <p:sp>
        <p:nvSpPr>
          <p:cNvPr id="6" name="Rectangle 5"/>
          <p:cNvSpPr/>
          <p:nvPr/>
        </p:nvSpPr>
        <p:spPr>
          <a:xfrm>
            <a:off x="1" y="0"/>
            <a:ext cx="4587875" cy="51435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p>
        </p:txBody>
      </p:sp>
      <p:sp>
        <p:nvSpPr>
          <p:cNvPr id="9" name="Title 8"/>
          <p:cNvSpPr>
            <a:spLocks noGrp="1"/>
          </p:cNvSpPr>
          <p:nvPr>
            <p:ph type="title"/>
          </p:nvPr>
        </p:nvSpPr>
        <p:spPr>
          <a:xfrm>
            <a:off x="381885" y="1348200"/>
            <a:ext cx="3948874" cy="332683"/>
          </a:xfrm>
        </p:spPr>
        <p:txBody>
          <a:bodyPr anchor="t"/>
          <a:lstStyle>
            <a:lvl1pPr>
              <a:defRPr sz="1650">
                <a:solidFill>
                  <a:schemeClr val="bg1"/>
                </a:solidFill>
              </a:defRPr>
            </a:lvl1pPr>
          </a:lstStyle>
          <a:p>
            <a:r>
              <a:rPr lang="en-US"/>
              <a:t>Click to edit Master title style</a:t>
            </a:r>
          </a:p>
        </p:txBody>
      </p:sp>
      <p:sp>
        <p:nvSpPr>
          <p:cNvPr id="5" name="Text Placeholder 4"/>
          <p:cNvSpPr>
            <a:spLocks noGrp="1"/>
          </p:cNvSpPr>
          <p:nvPr>
            <p:ph type="body" sz="quarter" idx="11"/>
          </p:nvPr>
        </p:nvSpPr>
        <p:spPr>
          <a:xfrm>
            <a:off x="366942" y="2520726"/>
            <a:ext cx="3963817" cy="639366"/>
          </a:xfrm>
        </p:spPr>
        <p:txBody>
          <a:bodyPr/>
          <a:lstStyle>
            <a:lvl1pPr marL="0" indent="0">
              <a:lnSpc>
                <a:spcPct val="90000"/>
              </a:lnSpc>
              <a:buNone/>
              <a:defRPr sz="900"/>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p:txBody>
      </p:sp>
      <p:sp>
        <p:nvSpPr>
          <p:cNvPr id="14" name="Picture Placeholder 13"/>
          <p:cNvSpPr>
            <a:spLocks noGrp="1"/>
          </p:cNvSpPr>
          <p:nvPr>
            <p:ph type="pic" sz="quarter" idx="12"/>
          </p:nvPr>
        </p:nvSpPr>
        <p:spPr>
          <a:xfrm>
            <a:off x="4587876" y="0"/>
            <a:ext cx="4556125" cy="5143500"/>
          </a:xfrm>
          <a:solidFill>
            <a:schemeClr val="accent4"/>
          </a:solidFill>
        </p:spPr>
        <p:txBody>
          <a:bodyPr anchor="ctr" anchorCtr="0"/>
          <a:lstStyle>
            <a:lvl1pPr marL="0" indent="0" algn="ctr">
              <a:buNone/>
              <a:defRPr/>
            </a:lvl1pPr>
          </a:lstStyle>
          <a:p>
            <a:pPr lvl="0"/>
            <a:r>
              <a:rPr lang="en-US" noProof="0"/>
              <a:t>Click icon to add picture</a:t>
            </a:r>
          </a:p>
        </p:txBody>
      </p:sp>
      <p:sp>
        <p:nvSpPr>
          <p:cNvPr id="16" name="Text Placeholder 4"/>
          <p:cNvSpPr>
            <a:spLocks noGrp="1"/>
          </p:cNvSpPr>
          <p:nvPr>
            <p:ph type="body" sz="quarter" idx="13"/>
          </p:nvPr>
        </p:nvSpPr>
        <p:spPr>
          <a:xfrm>
            <a:off x="382767" y="1686487"/>
            <a:ext cx="3947992" cy="639366"/>
          </a:xfrm>
        </p:spPr>
        <p:txBody>
          <a:bodyPr/>
          <a:lstStyle>
            <a:lvl1pPr marL="0" indent="0">
              <a:lnSpc>
                <a:spcPct val="90000"/>
              </a:lnSpc>
              <a:buNone/>
              <a:defRPr sz="1650">
                <a:solidFill>
                  <a:srgbClr val="000000"/>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54026" y="4333621"/>
            <a:ext cx="1536700" cy="493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04772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slide – Red option 2">
    <p:spTree>
      <p:nvGrpSpPr>
        <p:cNvPr id="1" name=""/>
        <p:cNvGrpSpPr/>
        <p:nvPr/>
      </p:nvGrpSpPr>
      <p:grpSpPr>
        <a:xfrm>
          <a:off x="0" y="0"/>
          <a:ext cx="0" cy="0"/>
          <a:chOff x="0" y="0"/>
          <a:chExt cx="0" cy="0"/>
        </a:xfrm>
      </p:grpSpPr>
      <p:pic>
        <p:nvPicPr>
          <p:cNvPr id="5"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t="4981" b="4"/>
          <a:stretch/>
        </p:blipFill>
        <p:spPr bwMode="auto">
          <a:xfrm>
            <a:off x="4330759" y="0"/>
            <a:ext cx="4820795" cy="5154300"/>
          </a:xfrm>
          <a:prstGeom prst="rect">
            <a:avLst/>
          </a:prstGeom>
          <a:blipFill rotWithShape="1">
            <a:blip r:embed="rId3"/>
            <a:stretch>
              <a:fillRect/>
            </a:stretch>
          </a:blipFill>
          <a:ln>
            <a:noFill/>
          </a:ln>
        </p:spPr>
      </p:pic>
      <p:sp>
        <p:nvSpPr>
          <p:cNvPr id="8" name="Rectangle 7"/>
          <p:cNvSpPr/>
          <p:nvPr userDrawn="1"/>
        </p:nvSpPr>
        <p:spPr>
          <a:xfrm>
            <a:off x="1" y="0"/>
            <a:ext cx="4587875" cy="51435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p>
        </p:txBody>
      </p:sp>
      <p:sp>
        <p:nvSpPr>
          <p:cNvPr id="12" name="Title 8"/>
          <p:cNvSpPr>
            <a:spLocks noGrp="1"/>
          </p:cNvSpPr>
          <p:nvPr>
            <p:ph type="title"/>
          </p:nvPr>
        </p:nvSpPr>
        <p:spPr>
          <a:xfrm>
            <a:off x="381885" y="1348200"/>
            <a:ext cx="3948874" cy="332683"/>
          </a:xfrm>
        </p:spPr>
        <p:txBody>
          <a:bodyPr anchor="t"/>
          <a:lstStyle>
            <a:lvl1pPr>
              <a:defRPr sz="1650">
                <a:solidFill>
                  <a:schemeClr val="bg1"/>
                </a:solidFill>
              </a:defRPr>
            </a:lvl1pPr>
          </a:lstStyle>
          <a:p>
            <a:r>
              <a:rPr lang="en-US"/>
              <a:t>Click to edit Master title style</a:t>
            </a:r>
          </a:p>
        </p:txBody>
      </p:sp>
      <p:sp>
        <p:nvSpPr>
          <p:cNvPr id="13" name="Text Placeholder 4"/>
          <p:cNvSpPr>
            <a:spLocks noGrp="1"/>
          </p:cNvSpPr>
          <p:nvPr>
            <p:ph type="body" sz="quarter" idx="11"/>
          </p:nvPr>
        </p:nvSpPr>
        <p:spPr>
          <a:xfrm>
            <a:off x="366942" y="2520726"/>
            <a:ext cx="3963817" cy="639366"/>
          </a:xfrm>
        </p:spPr>
        <p:txBody>
          <a:bodyPr/>
          <a:lstStyle>
            <a:lvl1pPr marL="0" indent="0">
              <a:lnSpc>
                <a:spcPct val="90000"/>
              </a:lnSpc>
              <a:buNone/>
              <a:defRPr sz="900"/>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p:txBody>
      </p:sp>
      <p:sp>
        <p:nvSpPr>
          <p:cNvPr id="15" name="Text Placeholder 4"/>
          <p:cNvSpPr>
            <a:spLocks noGrp="1"/>
          </p:cNvSpPr>
          <p:nvPr>
            <p:ph type="body" sz="quarter" idx="13"/>
          </p:nvPr>
        </p:nvSpPr>
        <p:spPr>
          <a:xfrm>
            <a:off x="382767" y="1686487"/>
            <a:ext cx="3947992" cy="639366"/>
          </a:xfrm>
        </p:spPr>
        <p:txBody>
          <a:bodyPr/>
          <a:lstStyle>
            <a:lvl1pPr marL="0" indent="0">
              <a:lnSpc>
                <a:spcPct val="90000"/>
              </a:lnSpc>
              <a:buNone/>
              <a:defRPr sz="1650">
                <a:solidFill>
                  <a:srgbClr val="000000"/>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10" name="Picture 9"/>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bwMode="auto">
          <a:xfrm>
            <a:off x="461965" y="4332033"/>
            <a:ext cx="1290636" cy="51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168084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slide – Red option 4">
    <p:spTree>
      <p:nvGrpSpPr>
        <p:cNvPr id="1" name=""/>
        <p:cNvGrpSpPr/>
        <p:nvPr/>
      </p:nvGrpSpPr>
      <p:grpSpPr>
        <a:xfrm>
          <a:off x="0" y="0"/>
          <a:ext cx="0" cy="0"/>
          <a:chOff x="0" y="0"/>
          <a:chExt cx="0" cy="0"/>
        </a:xfrm>
      </p:grpSpPr>
      <p:pic>
        <p:nvPicPr>
          <p:cNvPr id="5"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45014" y="0"/>
            <a:ext cx="4598987"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userDrawn="1"/>
        </p:nvSpPr>
        <p:spPr>
          <a:xfrm>
            <a:off x="1" y="0"/>
            <a:ext cx="4587875" cy="51435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p>
        </p:txBody>
      </p:sp>
      <p:sp>
        <p:nvSpPr>
          <p:cNvPr id="7" name="Title 8"/>
          <p:cNvSpPr>
            <a:spLocks noGrp="1"/>
          </p:cNvSpPr>
          <p:nvPr>
            <p:ph type="title"/>
          </p:nvPr>
        </p:nvSpPr>
        <p:spPr>
          <a:xfrm>
            <a:off x="381885" y="1348200"/>
            <a:ext cx="3948874" cy="332683"/>
          </a:xfrm>
        </p:spPr>
        <p:txBody>
          <a:bodyPr anchor="t"/>
          <a:lstStyle>
            <a:lvl1pPr>
              <a:defRPr sz="1650">
                <a:solidFill>
                  <a:schemeClr val="bg1"/>
                </a:solidFill>
              </a:defRPr>
            </a:lvl1pPr>
          </a:lstStyle>
          <a:p>
            <a:r>
              <a:rPr lang="en-US"/>
              <a:t>Click to edit Master title style</a:t>
            </a:r>
          </a:p>
        </p:txBody>
      </p:sp>
      <p:sp>
        <p:nvSpPr>
          <p:cNvPr id="8" name="Text Placeholder 4"/>
          <p:cNvSpPr>
            <a:spLocks noGrp="1"/>
          </p:cNvSpPr>
          <p:nvPr>
            <p:ph type="body" sz="quarter" idx="11"/>
          </p:nvPr>
        </p:nvSpPr>
        <p:spPr>
          <a:xfrm>
            <a:off x="366942" y="2520726"/>
            <a:ext cx="3963817" cy="639366"/>
          </a:xfrm>
        </p:spPr>
        <p:txBody>
          <a:bodyPr/>
          <a:lstStyle>
            <a:lvl1pPr marL="0" indent="0">
              <a:lnSpc>
                <a:spcPct val="90000"/>
              </a:lnSpc>
              <a:buNone/>
              <a:defRPr sz="900"/>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p:txBody>
      </p:sp>
      <p:sp>
        <p:nvSpPr>
          <p:cNvPr id="11" name="Text Placeholder 4"/>
          <p:cNvSpPr>
            <a:spLocks noGrp="1"/>
          </p:cNvSpPr>
          <p:nvPr>
            <p:ph type="body" sz="quarter" idx="13"/>
          </p:nvPr>
        </p:nvSpPr>
        <p:spPr>
          <a:xfrm>
            <a:off x="382767" y="1686487"/>
            <a:ext cx="3947992" cy="639366"/>
          </a:xfrm>
        </p:spPr>
        <p:txBody>
          <a:bodyPr/>
          <a:lstStyle>
            <a:lvl1pPr marL="0" indent="0">
              <a:lnSpc>
                <a:spcPct val="90000"/>
              </a:lnSpc>
              <a:buNone/>
              <a:defRPr sz="1650">
                <a:solidFill>
                  <a:srgbClr val="000000"/>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856C82CC-9EF2-B117-2DA6-6C2C7FF8418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461965" y="4332033"/>
            <a:ext cx="1290636" cy="51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161429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slide – Red option 5 (no image)">
    <p:spTree>
      <p:nvGrpSpPr>
        <p:cNvPr id="1" name=""/>
        <p:cNvGrpSpPr/>
        <p:nvPr/>
      </p:nvGrpSpPr>
      <p:grpSpPr>
        <a:xfrm>
          <a:off x="0" y="0"/>
          <a:ext cx="0" cy="0"/>
          <a:chOff x="0" y="0"/>
          <a:chExt cx="0" cy="0"/>
        </a:xfrm>
      </p:grpSpPr>
      <p:sp>
        <p:nvSpPr>
          <p:cNvPr id="9" name="Rectangle 8"/>
          <p:cNvSpPr/>
          <p:nvPr userDrawn="1"/>
        </p:nvSpPr>
        <p:spPr>
          <a:xfrm>
            <a:off x="0" y="0"/>
            <a:ext cx="9144000" cy="51435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p>
        </p:txBody>
      </p:sp>
      <p:sp>
        <p:nvSpPr>
          <p:cNvPr id="7" name="Title 8"/>
          <p:cNvSpPr>
            <a:spLocks noGrp="1"/>
          </p:cNvSpPr>
          <p:nvPr>
            <p:ph type="title"/>
          </p:nvPr>
        </p:nvSpPr>
        <p:spPr>
          <a:xfrm>
            <a:off x="381885" y="1348200"/>
            <a:ext cx="3948874" cy="332683"/>
          </a:xfrm>
        </p:spPr>
        <p:txBody>
          <a:bodyPr anchor="t"/>
          <a:lstStyle>
            <a:lvl1pPr>
              <a:defRPr sz="1650">
                <a:solidFill>
                  <a:schemeClr val="bg1"/>
                </a:solidFill>
              </a:defRPr>
            </a:lvl1pPr>
          </a:lstStyle>
          <a:p>
            <a:r>
              <a:rPr lang="en-US"/>
              <a:t>Click to edit Master title style</a:t>
            </a:r>
          </a:p>
        </p:txBody>
      </p:sp>
      <p:sp>
        <p:nvSpPr>
          <p:cNvPr id="8" name="Text Placeholder 4"/>
          <p:cNvSpPr>
            <a:spLocks noGrp="1"/>
          </p:cNvSpPr>
          <p:nvPr>
            <p:ph type="body" sz="quarter" idx="11"/>
          </p:nvPr>
        </p:nvSpPr>
        <p:spPr>
          <a:xfrm>
            <a:off x="366942" y="2520726"/>
            <a:ext cx="3963817" cy="639366"/>
          </a:xfrm>
        </p:spPr>
        <p:txBody>
          <a:bodyPr/>
          <a:lstStyle>
            <a:lvl1pPr marL="0" indent="0">
              <a:lnSpc>
                <a:spcPct val="90000"/>
              </a:lnSpc>
              <a:buNone/>
              <a:defRPr sz="900"/>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p:txBody>
      </p:sp>
      <p:sp>
        <p:nvSpPr>
          <p:cNvPr id="11" name="Text Placeholder 4"/>
          <p:cNvSpPr>
            <a:spLocks noGrp="1"/>
          </p:cNvSpPr>
          <p:nvPr>
            <p:ph type="body" sz="quarter" idx="13"/>
          </p:nvPr>
        </p:nvSpPr>
        <p:spPr>
          <a:xfrm>
            <a:off x="382767" y="1686487"/>
            <a:ext cx="3947992" cy="639366"/>
          </a:xfrm>
        </p:spPr>
        <p:txBody>
          <a:bodyPr/>
          <a:lstStyle>
            <a:lvl1pPr marL="0" indent="0">
              <a:lnSpc>
                <a:spcPct val="90000"/>
              </a:lnSpc>
              <a:buNone/>
              <a:defRPr sz="1650">
                <a:solidFill>
                  <a:srgbClr val="000000"/>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3AC1E576-286A-ED69-C305-598AE76460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61965" y="4332033"/>
            <a:ext cx="1290636" cy="51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305435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slide – White option 1 (add own image)">
    <p:spTree>
      <p:nvGrpSpPr>
        <p:cNvPr id="1" name=""/>
        <p:cNvGrpSpPr/>
        <p:nvPr/>
      </p:nvGrpSpPr>
      <p:grpSpPr>
        <a:xfrm>
          <a:off x="0" y="0"/>
          <a:ext cx="0" cy="0"/>
          <a:chOff x="0" y="0"/>
          <a:chExt cx="0" cy="0"/>
        </a:xfrm>
      </p:grpSpPr>
      <p:sp>
        <p:nvSpPr>
          <p:cNvPr id="6" name="Rectangle 5"/>
          <p:cNvSpPr/>
          <p:nvPr/>
        </p:nvSpPr>
        <p:spPr>
          <a:xfrm>
            <a:off x="0" y="0"/>
            <a:ext cx="9144000" cy="51435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p>
        </p:txBody>
      </p:sp>
      <p:sp>
        <p:nvSpPr>
          <p:cNvPr id="14" name="Picture Placeholder 13"/>
          <p:cNvSpPr>
            <a:spLocks noGrp="1"/>
          </p:cNvSpPr>
          <p:nvPr>
            <p:ph type="pic" sz="quarter" idx="12"/>
          </p:nvPr>
        </p:nvSpPr>
        <p:spPr>
          <a:xfrm>
            <a:off x="4587877" y="313767"/>
            <a:ext cx="4150358" cy="4513166"/>
          </a:xfrm>
          <a:solidFill>
            <a:schemeClr val="accent4"/>
          </a:solidFill>
          <a:ln>
            <a:noFill/>
          </a:ln>
        </p:spPr>
        <p:txBody>
          <a:bodyPr anchor="ctr" anchorCtr="0"/>
          <a:lstStyle>
            <a:lvl1pPr marL="0" indent="0" algn="ctr">
              <a:buNone/>
              <a:defRPr/>
            </a:lvl1pPr>
          </a:lstStyle>
          <a:p>
            <a:pPr lvl="0"/>
            <a:r>
              <a:rPr lang="en-US" noProof="0"/>
              <a:t>Click icon to add picture</a:t>
            </a:r>
          </a:p>
        </p:txBody>
      </p:sp>
      <p:sp>
        <p:nvSpPr>
          <p:cNvPr id="11" name="Title 8"/>
          <p:cNvSpPr>
            <a:spLocks noGrp="1"/>
          </p:cNvSpPr>
          <p:nvPr>
            <p:ph type="title"/>
          </p:nvPr>
        </p:nvSpPr>
        <p:spPr>
          <a:xfrm>
            <a:off x="381885" y="1348200"/>
            <a:ext cx="3948874" cy="332683"/>
          </a:xfrm>
        </p:spPr>
        <p:txBody>
          <a:bodyPr anchor="t"/>
          <a:lstStyle>
            <a:lvl1pPr>
              <a:defRPr sz="1650">
                <a:solidFill>
                  <a:srgbClr val="E64626"/>
                </a:solidFill>
              </a:defRPr>
            </a:lvl1pPr>
          </a:lstStyle>
          <a:p>
            <a:r>
              <a:rPr lang="en-US"/>
              <a:t>Click to edit Master title style</a:t>
            </a:r>
          </a:p>
        </p:txBody>
      </p:sp>
      <p:sp>
        <p:nvSpPr>
          <p:cNvPr id="12" name="Text Placeholder 4"/>
          <p:cNvSpPr>
            <a:spLocks noGrp="1"/>
          </p:cNvSpPr>
          <p:nvPr>
            <p:ph type="body" sz="quarter" idx="11"/>
          </p:nvPr>
        </p:nvSpPr>
        <p:spPr>
          <a:xfrm>
            <a:off x="366942" y="2520726"/>
            <a:ext cx="3963817" cy="639366"/>
          </a:xfrm>
        </p:spPr>
        <p:txBody>
          <a:bodyPr/>
          <a:lstStyle>
            <a:lvl1pPr marL="0" indent="0">
              <a:lnSpc>
                <a:spcPct val="90000"/>
              </a:lnSpc>
              <a:buNone/>
              <a:defRPr sz="900"/>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4"/>
          <p:cNvSpPr>
            <a:spLocks noGrp="1"/>
          </p:cNvSpPr>
          <p:nvPr>
            <p:ph type="body" sz="quarter" idx="13"/>
          </p:nvPr>
        </p:nvSpPr>
        <p:spPr>
          <a:xfrm>
            <a:off x="382767" y="1686487"/>
            <a:ext cx="3947992" cy="639366"/>
          </a:xfrm>
        </p:spPr>
        <p:txBody>
          <a:bodyPr/>
          <a:lstStyle>
            <a:lvl1pPr marL="0" indent="0">
              <a:lnSpc>
                <a:spcPct val="90000"/>
              </a:lnSpc>
              <a:buNone/>
              <a:defRPr sz="1650">
                <a:solidFill>
                  <a:srgbClr val="000000"/>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50F13042-ABE4-0BCC-3357-19E8FE2B700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61965" y="4332033"/>
            <a:ext cx="1290636" cy="51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52991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lide – White option 2">
    <p:spTree>
      <p:nvGrpSpPr>
        <p:cNvPr id="1" name=""/>
        <p:cNvGrpSpPr/>
        <p:nvPr/>
      </p:nvGrpSpPr>
      <p:grpSpPr>
        <a:xfrm>
          <a:off x="0" y="0"/>
          <a:ext cx="0" cy="0"/>
          <a:chOff x="0" y="0"/>
          <a:chExt cx="0" cy="0"/>
        </a:xfrm>
      </p:grpSpPr>
      <p:sp>
        <p:nvSpPr>
          <p:cNvPr id="5" name="Rectangle 4"/>
          <p:cNvSpPr/>
          <p:nvPr/>
        </p:nvSpPr>
        <p:spPr>
          <a:xfrm>
            <a:off x="0" y="0"/>
            <a:ext cx="9144000" cy="51435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p>
        </p:txBody>
      </p:sp>
      <p:pic>
        <p:nvPicPr>
          <p:cNvPr id="6" name="Picture Placeholder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45026" y="314326"/>
            <a:ext cx="4035425" cy="4512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8"/>
          <p:cNvSpPr>
            <a:spLocks noGrp="1"/>
          </p:cNvSpPr>
          <p:nvPr>
            <p:ph type="title"/>
          </p:nvPr>
        </p:nvSpPr>
        <p:spPr>
          <a:xfrm>
            <a:off x="381885" y="1348200"/>
            <a:ext cx="3948874" cy="332683"/>
          </a:xfrm>
        </p:spPr>
        <p:txBody>
          <a:bodyPr anchor="t"/>
          <a:lstStyle>
            <a:lvl1pPr>
              <a:defRPr sz="1650">
                <a:solidFill>
                  <a:srgbClr val="E64626"/>
                </a:solidFill>
              </a:defRPr>
            </a:lvl1pPr>
          </a:lstStyle>
          <a:p>
            <a:r>
              <a:rPr lang="en-US"/>
              <a:t>Click to edit Master title style</a:t>
            </a:r>
          </a:p>
        </p:txBody>
      </p:sp>
      <p:sp>
        <p:nvSpPr>
          <p:cNvPr id="11" name="Text Placeholder 4"/>
          <p:cNvSpPr>
            <a:spLocks noGrp="1"/>
          </p:cNvSpPr>
          <p:nvPr>
            <p:ph type="body" sz="quarter" idx="11"/>
          </p:nvPr>
        </p:nvSpPr>
        <p:spPr>
          <a:xfrm>
            <a:off x="366942" y="2520726"/>
            <a:ext cx="3963817" cy="639366"/>
          </a:xfrm>
        </p:spPr>
        <p:txBody>
          <a:bodyPr/>
          <a:lstStyle>
            <a:lvl1pPr marL="0" indent="0">
              <a:lnSpc>
                <a:spcPct val="90000"/>
              </a:lnSpc>
              <a:buNone/>
              <a:defRPr sz="900"/>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p:txBody>
      </p:sp>
      <p:sp>
        <p:nvSpPr>
          <p:cNvPr id="12" name="Text Placeholder 4"/>
          <p:cNvSpPr>
            <a:spLocks noGrp="1"/>
          </p:cNvSpPr>
          <p:nvPr>
            <p:ph type="body" sz="quarter" idx="13"/>
          </p:nvPr>
        </p:nvSpPr>
        <p:spPr>
          <a:xfrm>
            <a:off x="382767" y="1686487"/>
            <a:ext cx="3947992" cy="639366"/>
          </a:xfrm>
        </p:spPr>
        <p:txBody>
          <a:bodyPr/>
          <a:lstStyle>
            <a:lvl1pPr marL="0" indent="0">
              <a:lnSpc>
                <a:spcPct val="90000"/>
              </a:lnSpc>
              <a:buNone/>
              <a:defRPr sz="1650">
                <a:solidFill>
                  <a:srgbClr val="000000"/>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F32520DF-35D2-1C27-3F75-55FF633620C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461965" y="4332033"/>
            <a:ext cx="1290636" cy="51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215071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lide – White option 3">
    <p:spTree>
      <p:nvGrpSpPr>
        <p:cNvPr id="1" name=""/>
        <p:cNvGrpSpPr/>
        <p:nvPr/>
      </p:nvGrpSpPr>
      <p:grpSpPr>
        <a:xfrm>
          <a:off x="0" y="0"/>
          <a:ext cx="0" cy="0"/>
          <a:chOff x="0" y="0"/>
          <a:chExt cx="0" cy="0"/>
        </a:xfrm>
      </p:grpSpPr>
      <p:sp>
        <p:nvSpPr>
          <p:cNvPr id="5" name="Rectangle 4"/>
          <p:cNvSpPr/>
          <p:nvPr/>
        </p:nvSpPr>
        <p:spPr>
          <a:xfrm>
            <a:off x="0" y="0"/>
            <a:ext cx="9144000" cy="51435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p>
        </p:txBody>
      </p:sp>
      <p:sp>
        <p:nvSpPr>
          <p:cNvPr id="10" name="Title 8"/>
          <p:cNvSpPr>
            <a:spLocks noGrp="1"/>
          </p:cNvSpPr>
          <p:nvPr>
            <p:ph type="title"/>
          </p:nvPr>
        </p:nvSpPr>
        <p:spPr>
          <a:xfrm>
            <a:off x="381885" y="314326"/>
            <a:ext cx="3948874" cy="332683"/>
          </a:xfrm>
        </p:spPr>
        <p:txBody>
          <a:bodyPr anchor="t"/>
          <a:lstStyle>
            <a:lvl1pPr>
              <a:defRPr sz="1650">
                <a:solidFill>
                  <a:srgbClr val="E64626"/>
                </a:solidFill>
              </a:defRPr>
            </a:lvl1pPr>
          </a:lstStyle>
          <a:p>
            <a:r>
              <a:rPr lang="en-US"/>
              <a:t>Click to edit Master title style</a:t>
            </a:r>
          </a:p>
        </p:txBody>
      </p:sp>
      <p:sp>
        <p:nvSpPr>
          <p:cNvPr id="11" name="Text Placeholder 4"/>
          <p:cNvSpPr>
            <a:spLocks noGrp="1"/>
          </p:cNvSpPr>
          <p:nvPr>
            <p:ph type="body" sz="quarter" idx="11"/>
          </p:nvPr>
        </p:nvSpPr>
        <p:spPr>
          <a:xfrm>
            <a:off x="366942" y="3052456"/>
            <a:ext cx="3963817" cy="639366"/>
          </a:xfrm>
        </p:spPr>
        <p:txBody>
          <a:bodyPr/>
          <a:lstStyle>
            <a:lvl1pPr marL="0" indent="0">
              <a:lnSpc>
                <a:spcPct val="90000"/>
              </a:lnSpc>
              <a:buNone/>
              <a:defRPr sz="900"/>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p:txBody>
      </p:sp>
      <p:sp>
        <p:nvSpPr>
          <p:cNvPr id="12" name="Text Placeholder 4"/>
          <p:cNvSpPr>
            <a:spLocks noGrp="1"/>
          </p:cNvSpPr>
          <p:nvPr>
            <p:ph type="body" sz="quarter" idx="13"/>
          </p:nvPr>
        </p:nvSpPr>
        <p:spPr>
          <a:xfrm>
            <a:off x="382767" y="1442926"/>
            <a:ext cx="3947992" cy="624689"/>
          </a:xfrm>
        </p:spPr>
        <p:txBody>
          <a:bodyPr/>
          <a:lstStyle>
            <a:lvl1pPr marL="0" indent="0">
              <a:lnSpc>
                <a:spcPct val="90000"/>
              </a:lnSpc>
              <a:buNone/>
              <a:defRPr sz="1650">
                <a:solidFill>
                  <a:srgbClr val="000000"/>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1FBC76E0-F4F8-33E0-D6D0-D05EF8B072E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61965" y="4313836"/>
            <a:ext cx="1290636" cy="51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97877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slide – White option 4">
    <p:spTree>
      <p:nvGrpSpPr>
        <p:cNvPr id="1" name=""/>
        <p:cNvGrpSpPr/>
        <p:nvPr/>
      </p:nvGrpSpPr>
      <p:grpSpPr>
        <a:xfrm>
          <a:off x="0" y="0"/>
          <a:ext cx="0" cy="0"/>
          <a:chOff x="0" y="0"/>
          <a:chExt cx="0" cy="0"/>
        </a:xfrm>
      </p:grpSpPr>
      <p:sp>
        <p:nvSpPr>
          <p:cNvPr id="5" name="Rectangle 4"/>
          <p:cNvSpPr/>
          <p:nvPr/>
        </p:nvSpPr>
        <p:spPr>
          <a:xfrm>
            <a:off x="0" y="0"/>
            <a:ext cx="9144000" cy="51435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p>
        </p:txBody>
      </p:sp>
      <p:pic>
        <p:nvPicPr>
          <p:cNvPr id="6" name="Picture Placeholder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45026" y="314326"/>
            <a:ext cx="4035425" cy="4512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8"/>
          <p:cNvSpPr>
            <a:spLocks noGrp="1"/>
          </p:cNvSpPr>
          <p:nvPr>
            <p:ph type="title"/>
          </p:nvPr>
        </p:nvSpPr>
        <p:spPr>
          <a:xfrm>
            <a:off x="381885" y="1348200"/>
            <a:ext cx="3948874" cy="332683"/>
          </a:xfrm>
        </p:spPr>
        <p:txBody>
          <a:bodyPr anchor="t"/>
          <a:lstStyle>
            <a:lvl1pPr>
              <a:defRPr sz="1650">
                <a:solidFill>
                  <a:srgbClr val="E64626"/>
                </a:solidFill>
              </a:defRPr>
            </a:lvl1pPr>
          </a:lstStyle>
          <a:p>
            <a:r>
              <a:rPr lang="en-US"/>
              <a:t>Click to edit Master title style</a:t>
            </a:r>
          </a:p>
        </p:txBody>
      </p:sp>
      <p:sp>
        <p:nvSpPr>
          <p:cNvPr id="11" name="Text Placeholder 4"/>
          <p:cNvSpPr>
            <a:spLocks noGrp="1"/>
          </p:cNvSpPr>
          <p:nvPr>
            <p:ph type="body" sz="quarter" idx="11"/>
          </p:nvPr>
        </p:nvSpPr>
        <p:spPr>
          <a:xfrm>
            <a:off x="366942" y="2520726"/>
            <a:ext cx="3963817" cy="639366"/>
          </a:xfrm>
        </p:spPr>
        <p:txBody>
          <a:bodyPr/>
          <a:lstStyle>
            <a:lvl1pPr marL="0" indent="0">
              <a:lnSpc>
                <a:spcPct val="90000"/>
              </a:lnSpc>
              <a:buNone/>
              <a:defRPr sz="900"/>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p:txBody>
      </p:sp>
      <p:sp>
        <p:nvSpPr>
          <p:cNvPr id="12" name="Text Placeholder 4"/>
          <p:cNvSpPr>
            <a:spLocks noGrp="1"/>
          </p:cNvSpPr>
          <p:nvPr>
            <p:ph type="body" sz="quarter" idx="13"/>
          </p:nvPr>
        </p:nvSpPr>
        <p:spPr>
          <a:xfrm>
            <a:off x="382767" y="1686487"/>
            <a:ext cx="3947992" cy="639366"/>
          </a:xfrm>
        </p:spPr>
        <p:txBody>
          <a:bodyPr/>
          <a:lstStyle>
            <a:lvl1pPr marL="0" indent="0">
              <a:lnSpc>
                <a:spcPct val="90000"/>
              </a:lnSpc>
              <a:buNone/>
              <a:defRPr sz="1650">
                <a:solidFill>
                  <a:srgbClr val="000000"/>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746EF06C-3FCE-1A23-D0CE-95485DBC95A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461965" y="4332033"/>
            <a:ext cx="1290636" cy="51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5938631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slide – White option 5 (no image)">
    <p:spTree>
      <p:nvGrpSpPr>
        <p:cNvPr id="1" name=""/>
        <p:cNvGrpSpPr/>
        <p:nvPr/>
      </p:nvGrpSpPr>
      <p:grpSpPr>
        <a:xfrm>
          <a:off x="0" y="0"/>
          <a:ext cx="0" cy="0"/>
          <a:chOff x="0" y="0"/>
          <a:chExt cx="0" cy="0"/>
        </a:xfrm>
      </p:grpSpPr>
      <p:sp>
        <p:nvSpPr>
          <p:cNvPr id="5" name="Rectangle 4"/>
          <p:cNvSpPr/>
          <p:nvPr/>
        </p:nvSpPr>
        <p:spPr>
          <a:xfrm>
            <a:off x="0" y="0"/>
            <a:ext cx="9144000" cy="51435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p>
        </p:txBody>
      </p:sp>
      <p:sp>
        <p:nvSpPr>
          <p:cNvPr id="10" name="Title 8"/>
          <p:cNvSpPr>
            <a:spLocks noGrp="1"/>
          </p:cNvSpPr>
          <p:nvPr>
            <p:ph type="title"/>
          </p:nvPr>
        </p:nvSpPr>
        <p:spPr>
          <a:xfrm>
            <a:off x="381885" y="1348200"/>
            <a:ext cx="3948874" cy="332683"/>
          </a:xfrm>
        </p:spPr>
        <p:txBody>
          <a:bodyPr anchor="t"/>
          <a:lstStyle>
            <a:lvl1pPr>
              <a:defRPr sz="1650">
                <a:solidFill>
                  <a:srgbClr val="E64626"/>
                </a:solidFill>
              </a:defRPr>
            </a:lvl1pPr>
          </a:lstStyle>
          <a:p>
            <a:r>
              <a:rPr lang="en-US"/>
              <a:t>Click to edit Master title style</a:t>
            </a:r>
          </a:p>
        </p:txBody>
      </p:sp>
      <p:sp>
        <p:nvSpPr>
          <p:cNvPr id="11" name="Text Placeholder 4"/>
          <p:cNvSpPr>
            <a:spLocks noGrp="1"/>
          </p:cNvSpPr>
          <p:nvPr>
            <p:ph type="body" sz="quarter" idx="11"/>
          </p:nvPr>
        </p:nvSpPr>
        <p:spPr>
          <a:xfrm>
            <a:off x="366942" y="2520726"/>
            <a:ext cx="3963817" cy="639366"/>
          </a:xfrm>
        </p:spPr>
        <p:txBody>
          <a:bodyPr/>
          <a:lstStyle>
            <a:lvl1pPr marL="0" indent="0">
              <a:lnSpc>
                <a:spcPct val="90000"/>
              </a:lnSpc>
              <a:buNone/>
              <a:defRPr sz="900"/>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p:txBody>
      </p:sp>
      <p:sp>
        <p:nvSpPr>
          <p:cNvPr id="12" name="Text Placeholder 4"/>
          <p:cNvSpPr>
            <a:spLocks noGrp="1"/>
          </p:cNvSpPr>
          <p:nvPr>
            <p:ph type="body" sz="quarter" idx="13"/>
          </p:nvPr>
        </p:nvSpPr>
        <p:spPr>
          <a:xfrm>
            <a:off x="382767" y="1686487"/>
            <a:ext cx="3947992" cy="639366"/>
          </a:xfrm>
        </p:spPr>
        <p:txBody>
          <a:bodyPr/>
          <a:lstStyle>
            <a:lvl1pPr marL="0" indent="0">
              <a:lnSpc>
                <a:spcPct val="90000"/>
              </a:lnSpc>
              <a:buNone/>
              <a:defRPr sz="1650">
                <a:solidFill>
                  <a:srgbClr val="000000"/>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31A09EB5-C95D-7B01-BB0F-D489C2D7B50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61965" y="4332033"/>
            <a:ext cx="1290636" cy="51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823081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
        <p:nvSpPr>
          <p:cNvPr id="3" name="Content Placeholder 2"/>
          <p:cNvSpPr>
            <a:spLocks noGrp="1"/>
          </p:cNvSpPr>
          <p:nvPr>
            <p:ph idx="1"/>
          </p:nvPr>
        </p:nvSpPr>
        <p:spPr/>
        <p:txBody>
          <a:bodyPr/>
          <a:lstStyle>
            <a:lvl1pPr>
              <a:lnSpc>
                <a:spcPct val="90000"/>
              </a:lnSpc>
              <a:defRPr/>
            </a:lvl1pPr>
            <a:lvl2pPr marL="557213" indent="-214313">
              <a:lnSpc>
                <a:spcPct val="90000"/>
              </a:lnSpc>
              <a:buFont typeface="Lucida Grande"/>
              <a:buChar char="–"/>
              <a:defRPr sz="1350"/>
            </a:lvl2pPr>
            <a:lvl3pPr>
              <a:lnSpc>
                <a:spcPct val="90000"/>
              </a:lnSpc>
              <a:defRPr sz="12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82945986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itle and Two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
        <p:nvSpPr>
          <p:cNvPr id="3" name="Content Placeholder 2"/>
          <p:cNvSpPr>
            <a:spLocks noGrp="1"/>
          </p:cNvSpPr>
          <p:nvPr>
            <p:ph sz="half" idx="1"/>
          </p:nvPr>
        </p:nvSpPr>
        <p:spPr>
          <a:xfrm>
            <a:off x="457200" y="1019945"/>
            <a:ext cx="4038600" cy="3394472"/>
          </a:xfrm>
        </p:spPr>
        <p:txBody>
          <a:bodyPr/>
          <a:lstStyle>
            <a:lvl1pPr>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4648200" y="1019945"/>
            <a:ext cx="4038600" cy="3394472"/>
          </a:xfrm>
        </p:spPr>
        <p:txBody>
          <a:bodyPr/>
          <a:lstStyle>
            <a:lvl1pPr>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7750151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sp>
        <p:nvSpPr>
          <p:cNvPr id="9" name="Text Placeholder 7"/>
          <p:cNvSpPr>
            <a:spLocks noGrp="1"/>
          </p:cNvSpPr>
          <p:nvPr>
            <p:ph type="body" sz="quarter" idx="12"/>
          </p:nvPr>
        </p:nvSpPr>
        <p:spPr>
          <a:xfrm>
            <a:off x="457200" y="4118372"/>
            <a:ext cx="4038600" cy="403202"/>
          </a:xfrm>
        </p:spPr>
        <p:txBody>
          <a:bodyPr lIns="0" tIns="72000" rIns="72000">
            <a:noAutofit/>
          </a:bodyPr>
          <a:lstStyle>
            <a:lvl1pPr marL="0" marR="0" indent="0" algn="l" defTabSz="342900" rtl="0" eaLnBrk="1" fontAlgn="auto" latinLnBrk="0" hangingPunct="1">
              <a:lnSpc>
                <a:spcPct val="100000"/>
              </a:lnSpc>
              <a:spcBef>
                <a:spcPct val="20000"/>
              </a:spcBef>
              <a:spcAft>
                <a:spcPts val="0"/>
              </a:spcAft>
              <a:buClrTx/>
              <a:buSzTx/>
              <a:buFont typeface="Lucida Grande"/>
              <a:buNone/>
              <a:tabLst/>
              <a:defRPr sz="825"/>
            </a:lvl1pPr>
            <a:lvl2pPr>
              <a:defRPr sz="825"/>
            </a:lvl2pPr>
            <a:lvl3pPr>
              <a:defRPr sz="825"/>
            </a:lvl3pPr>
            <a:lvl4pPr>
              <a:defRPr sz="825"/>
            </a:lvl4pPr>
            <a:lvl5pPr>
              <a:defRPr sz="825"/>
            </a:lvl5pPr>
          </a:lstStyle>
          <a:p>
            <a:pPr lvl="0"/>
            <a:r>
              <a:rPr lang="en-US"/>
              <a:t>Click to edit Master text styles</a:t>
            </a:r>
          </a:p>
          <a:p>
            <a:pPr lvl="1"/>
            <a:r>
              <a:rPr lang="en-US"/>
              <a:t>Second level</a:t>
            </a:r>
          </a:p>
          <a:p>
            <a:pPr lvl="2"/>
            <a:r>
              <a:rPr lang="en-US"/>
              <a:t>Third level</a:t>
            </a:r>
          </a:p>
        </p:txBody>
      </p:sp>
      <p:sp>
        <p:nvSpPr>
          <p:cNvPr id="6" name="Picture Placeholder 5"/>
          <p:cNvSpPr>
            <a:spLocks noGrp="1"/>
          </p:cNvSpPr>
          <p:nvPr>
            <p:ph type="pic" sz="quarter" idx="10"/>
          </p:nvPr>
        </p:nvSpPr>
        <p:spPr>
          <a:xfrm>
            <a:off x="457200" y="1020366"/>
            <a:ext cx="4038600" cy="3097796"/>
          </a:xfrm>
        </p:spPr>
        <p:txBody>
          <a:bodyPr/>
          <a:lstStyle>
            <a:lvl1pPr marL="0" indent="0">
              <a:buNone/>
              <a:defRPr/>
            </a:lvl1pPr>
          </a:lstStyle>
          <a:p>
            <a:pPr lvl="0"/>
            <a:r>
              <a:rPr lang="en-US" noProof="0"/>
              <a:t>Click icon to add picture</a:t>
            </a:r>
          </a:p>
        </p:txBody>
      </p:sp>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
        <p:nvSpPr>
          <p:cNvPr id="4" name="Content Placeholder 3"/>
          <p:cNvSpPr>
            <a:spLocks noGrp="1"/>
          </p:cNvSpPr>
          <p:nvPr>
            <p:ph sz="half" idx="2"/>
          </p:nvPr>
        </p:nvSpPr>
        <p:spPr>
          <a:xfrm>
            <a:off x="4648200" y="1019945"/>
            <a:ext cx="4038600" cy="3394472"/>
          </a:xfrm>
        </p:spPr>
        <p:txBody>
          <a:bodyPr/>
          <a:lstStyle>
            <a:lvl1pPr>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9315570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5" name="Table Placeholder 4"/>
          <p:cNvSpPr>
            <a:spLocks noGrp="1"/>
          </p:cNvSpPr>
          <p:nvPr>
            <p:ph type="tbl" sz="quarter" idx="12"/>
          </p:nvPr>
        </p:nvSpPr>
        <p:spPr>
          <a:xfrm>
            <a:off x="457200" y="1020367"/>
            <a:ext cx="4038600" cy="3098006"/>
          </a:xfrm>
        </p:spPr>
        <p:txBody>
          <a:bodyPr/>
          <a:lstStyle>
            <a:lvl1pPr marL="0" indent="0">
              <a:buNone/>
              <a:defRPr/>
            </a:lvl1pPr>
          </a:lstStyle>
          <a:p>
            <a:pPr lvl="0"/>
            <a:r>
              <a:rPr lang="en-US" noProof="0"/>
              <a:t>Click icon to add table</a:t>
            </a:r>
          </a:p>
        </p:txBody>
      </p:sp>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
        <p:nvSpPr>
          <p:cNvPr id="4" name="Content Placeholder 3"/>
          <p:cNvSpPr>
            <a:spLocks noGrp="1"/>
          </p:cNvSpPr>
          <p:nvPr>
            <p:ph sz="half" idx="2"/>
          </p:nvPr>
        </p:nvSpPr>
        <p:spPr>
          <a:xfrm>
            <a:off x="4648200" y="1019945"/>
            <a:ext cx="4038600" cy="3394472"/>
          </a:xfrm>
        </p:spPr>
        <p:txBody>
          <a:bodyPr/>
          <a:lstStyle>
            <a:lvl1pPr>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p:txBody>
      </p:sp>
      <p:sp>
        <p:nvSpPr>
          <p:cNvPr id="8" name="Text Placeholder 7"/>
          <p:cNvSpPr>
            <a:spLocks noGrp="1"/>
          </p:cNvSpPr>
          <p:nvPr>
            <p:ph type="body" sz="quarter" idx="11"/>
          </p:nvPr>
        </p:nvSpPr>
        <p:spPr>
          <a:xfrm>
            <a:off x="457200" y="4118372"/>
            <a:ext cx="4038600" cy="403202"/>
          </a:xfrm>
        </p:spPr>
        <p:txBody>
          <a:bodyPr lIns="0" tIns="72000" rIns="72000">
            <a:noAutofit/>
          </a:bodyPr>
          <a:lstStyle>
            <a:lvl1pPr marL="0" marR="0" indent="0" algn="l" defTabSz="342900" rtl="0" eaLnBrk="1" fontAlgn="auto" latinLnBrk="0" hangingPunct="1">
              <a:lnSpc>
                <a:spcPct val="100000"/>
              </a:lnSpc>
              <a:spcBef>
                <a:spcPct val="20000"/>
              </a:spcBef>
              <a:spcAft>
                <a:spcPts val="0"/>
              </a:spcAft>
              <a:buClrTx/>
              <a:buSzTx/>
              <a:buFont typeface="Lucida Grande"/>
              <a:buNone/>
              <a:tabLst/>
              <a:defRPr sz="825"/>
            </a:lvl1pPr>
            <a:lvl2pPr>
              <a:defRPr sz="825"/>
            </a:lvl2pPr>
            <a:lvl3pPr>
              <a:defRPr sz="825"/>
            </a:lvl3pPr>
            <a:lvl4pPr>
              <a:defRPr sz="825"/>
            </a:lvl4pPr>
            <a:lvl5pPr>
              <a:defRPr sz="825"/>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6267815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Content and Chart">
    <p:spTree>
      <p:nvGrpSpPr>
        <p:cNvPr id="1" name=""/>
        <p:cNvGrpSpPr/>
        <p:nvPr/>
      </p:nvGrpSpPr>
      <p:grpSpPr>
        <a:xfrm>
          <a:off x="0" y="0"/>
          <a:ext cx="0" cy="0"/>
          <a:chOff x="0" y="0"/>
          <a:chExt cx="0" cy="0"/>
        </a:xfrm>
      </p:grpSpPr>
      <p:sp>
        <p:nvSpPr>
          <p:cNvPr id="6" name="Chart Placeholder 5"/>
          <p:cNvSpPr>
            <a:spLocks noGrp="1"/>
          </p:cNvSpPr>
          <p:nvPr>
            <p:ph type="chart" sz="quarter" idx="13"/>
          </p:nvPr>
        </p:nvSpPr>
        <p:spPr>
          <a:xfrm>
            <a:off x="457200" y="1020367"/>
            <a:ext cx="4038600" cy="3098006"/>
          </a:xfrm>
        </p:spPr>
        <p:txBody>
          <a:bodyPr/>
          <a:lstStyle>
            <a:lvl1pPr marL="0" marR="0" indent="0" algn="l" defTabSz="342900" rtl="0" eaLnBrk="1" fontAlgn="auto" latinLnBrk="0" hangingPunct="1">
              <a:lnSpc>
                <a:spcPct val="100000"/>
              </a:lnSpc>
              <a:spcBef>
                <a:spcPct val="20000"/>
              </a:spcBef>
              <a:spcAft>
                <a:spcPts val="0"/>
              </a:spcAft>
              <a:buClrTx/>
              <a:buSzTx/>
              <a:buFont typeface="Lucida Grande"/>
              <a:buNone/>
              <a:tabLst/>
              <a:defRPr/>
            </a:lvl1pPr>
          </a:lstStyle>
          <a:p>
            <a:pPr lvl="0"/>
            <a:r>
              <a:rPr lang="en-US" noProof="0"/>
              <a:t>Click icon to add chart</a:t>
            </a:r>
          </a:p>
        </p:txBody>
      </p:sp>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
        <p:nvSpPr>
          <p:cNvPr id="4" name="Content Placeholder 3"/>
          <p:cNvSpPr>
            <a:spLocks noGrp="1"/>
          </p:cNvSpPr>
          <p:nvPr>
            <p:ph sz="half" idx="2"/>
          </p:nvPr>
        </p:nvSpPr>
        <p:spPr>
          <a:xfrm>
            <a:off x="4648200" y="1019945"/>
            <a:ext cx="4038600" cy="3394472"/>
          </a:xfrm>
        </p:spPr>
        <p:txBody>
          <a:bodyPr/>
          <a:lstStyle>
            <a:lvl1pPr>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p:txBody>
      </p:sp>
      <p:sp>
        <p:nvSpPr>
          <p:cNvPr id="8" name="Text Placeholder 7"/>
          <p:cNvSpPr>
            <a:spLocks noGrp="1"/>
          </p:cNvSpPr>
          <p:nvPr>
            <p:ph type="body" sz="quarter" idx="11"/>
          </p:nvPr>
        </p:nvSpPr>
        <p:spPr>
          <a:xfrm>
            <a:off x="457200" y="4118372"/>
            <a:ext cx="4038600" cy="403202"/>
          </a:xfrm>
        </p:spPr>
        <p:txBody>
          <a:bodyPr lIns="0" tIns="72000" rIns="72000">
            <a:noAutofit/>
          </a:bodyPr>
          <a:lstStyle>
            <a:lvl1pPr marL="0" marR="0" indent="0" algn="l" defTabSz="342900" rtl="0" eaLnBrk="1" fontAlgn="auto" latinLnBrk="0" hangingPunct="1">
              <a:lnSpc>
                <a:spcPct val="100000"/>
              </a:lnSpc>
              <a:spcBef>
                <a:spcPct val="20000"/>
              </a:spcBef>
              <a:spcAft>
                <a:spcPts val="0"/>
              </a:spcAft>
              <a:buClrTx/>
              <a:buSzTx/>
              <a:buFont typeface="Lucida Grande"/>
              <a:buNone/>
              <a:tabLst/>
              <a:defRPr sz="825"/>
            </a:lvl1pPr>
            <a:lvl2pPr>
              <a:defRPr sz="825"/>
            </a:lvl2pPr>
            <a:lvl3pPr>
              <a:defRPr sz="825"/>
            </a:lvl3pPr>
            <a:lvl4pPr>
              <a:defRPr sz="825"/>
            </a:lvl4pPr>
            <a:lvl5pPr>
              <a:defRPr sz="825"/>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5179167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p:txBody>
          <a:bodyPr anchor="ctr" anchorCtr="1"/>
          <a:lstStyle>
            <a:lvl1pPr marL="0" indent="0" algn="ctr">
              <a:buNone/>
              <a:defRPr baseline="0"/>
            </a:lvl1pPr>
          </a:lstStyle>
          <a:p>
            <a:pPr lvl="0"/>
            <a:r>
              <a:rPr lang="en-US" noProof="0"/>
              <a:t>Click icon to add picture</a:t>
            </a:r>
          </a:p>
        </p:txBody>
      </p:sp>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Tree>
    <p:extLst>
      <p:ext uri="{BB962C8B-B14F-4D97-AF65-F5344CB8AC3E}">
        <p14:creationId xmlns:p14="http://schemas.microsoft.com/office/powerpoint/2010/main" val="6061062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Tree>
    <p:extLst>
      <p:ext uri="{BB962C8B-B14F-4D97-AF65-F5344CB8AC3E}">
        <p14:creationId xmlns:p14="http://schemas.microsoft.com/office/powerpoint/2010/main" val="144380902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756014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F65C48A-7357-4A4E-7E63-8D8E4B750FDE}"/>
              </a:ext>
            </a:extLst>
          </p:cNvPr>
          <p:cNvPicPr>
            <a:picLocks noChangeAspect="1"/>
          </p:cNvPicPr>
          <p:nvPr userDrawn="1"/>
        </p:nvPicPr>
        <p:blipFill>
          <a:blip r:embed="rId2">
            <a:duotone>
              <a:srgbClr val="4C4C4C">
                <a:shade val="45000"/>
                <a:satMod val="135000"/>
              </a:srgbClr>
              <a:prstClr val="white"/>
            </a:duotone>
            <a:alphaModFix amt="20000"/>
          </a:blip>
          <a:stretch>
            <a:fillRect/>
          </a:stretch>
        </p:blipFill>
        <p:spPr>
          <a:xfrm>
            <a:off x="0" y="3502629"/>
            <a:ext cx="9144000" cy="1640871"/>
          </a:xfrm>
          <a:prstGeom prst="rect">
            <a:avLst/>
          </a:prstGeom>
        </p:spPr>
      </p:pic>
    </p:spTree>
    <p:extLst>
      <p:ext uri="{BB962C8B-B14F-4D97-AF65-F5344CB8AC3E}">
        <p14:creationId xmlns:p14="http://schemas.microsoft.com/office/powerpoint/2010/main" val="382719527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ection Divider - Option 1">
    <p:spTree>
      <p:nvGrpSpPr>
        <p:cNvPr id="1" name=""/>
        <p:cNvGrpSpPr/>
        <p:nvPr/>
      </p:nvGrpSpPr>
      <p:grpSpPr>
        <a:xfrm>
          <a:off x="0" y="0"/>
          <a:ext cx="0" cy="0"/>
          <a:chOff x="0" y="0"/>
          <a:chExt cx="0" cy="0"/>
        </a:xfrm>
      </p:grpSpPr>
      <p:sp>
        <p:nvSpPr>
          <p:cNvPr id="6" name="Rectangle 5"/>
          <p:cNvSpPr/>
          <p:nvPr/>
        </p:nvSpPr>
        <p:spPr>
          <a:xfrm>
            <a:off x="0" y="0"/>
            <a:ext cx="9144000" cy="51435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solidFill>
                <a:schemeClr val="bg1"/>
              </a:solidFill>
            </a:endParaRPr>
          </a:p>
        </p:txBody>
      </p:sp>
      <p:pic>
        <p:nvPicPr>
          <p:cNvPr id="8" name="Picture 7" descr="USY_MB1_PMS_1_Colour_Reversed_Logo.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4026" y="4429126"/>
            <a:ext cx="1536700" cy="397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8"/>
          <p:cNvSpPr>
            <a:spLocks noGrp="1"/>
          </p:cNvSpPr>
          <p:nvPr>
            <p:ph type="title"/>
          </p:nvPr>
        </p:nvSpPr>
        <p:spPr>
          <a:xfrm>
            <a:off x="381885" y="261228"/>
            <a:ext cx="8388586" cy="332683"/>
          </a:xfrm>
        </p:spPr>
        <p:txBody>
          <a:bodyPr anchor="t"/>
          <a:lstStyle>
            <a:lvl1pPr>
              <a:defRPr baseline="0">
                <a:solidFill>
                  <a:srgbClr val="E64626"/>
                </a:solidFill>
              </a:defRPr>
            </a:lvl1pPr>
          </a:lstStyle>
          <a:p>
            <a:r>
              <a:rPr lang="en-US"/>
              <a:t>Click to edit Master title style</a:t>
            </a:r>
          </a:p>
        </p:txBody>
      </p:sp>
      <p:sp>
        <p:nvSpPr>
          <p:cNvPr id="5" name="Text Placeholder 4"/>
          <p:cNvSpPr>
            <a:spLocks noGrp="1"/>
          </p:cNvSpPr>
          <p:nvPr>
            <p:ph type="body" sz="quarter" idx="11"/>
          </p:nvPr>
        </p:nvSpPr>
        <p:spPr>
          <a:xfrm>
            <a:off x="382766" y="599515"/>
            <a:ext cx="8387705" cy="639366"/>
          </a:xfrm>
        </p:spPr>
        <p:txBody>
          <a:bodyPr/>
          <a:lstStyle>
            <a:lvl1pPr marL="0" indent="0">
              <a:lnSpc>
                <a:spcPct val="90000"/>
              </a:lnSpc>
              <a:buNone/>
              <a:defRPr sz="1800">
                <a:solidFill>
                  <a:schemeClr val="tx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sp>
        <p:nvSpPr>
          <p:cNvPr id="7" name="Picture Placeholder 13"/>
          <p:cNvSpPr>
            <a:spLocks noGrp="1"/>
          </p:cNvSpPr>
          <p:nvPr>
            <p:ph type="pic" sz="quarter" idx="12"/>
          </p:nvPr>
        </p:nvSpPr>
        <p:spPr>
          <a:xfrm>
            <a:off x="454455" y="1350309"/>
            <a:ext cx="8226486" cy="3476622"/>
          </a:xfrm>
          <a:solidFill>
            <a:schemeClr val="accent4"/>
          </a:solidFill>
        </p:spPr>
        <p:txBody>
          <a:bodyPr anchor="ctr" anchorCtr="0"/>
          <a:lstStyle>
            <a:lvl1pPr marL="0" indent="0" algn="ctr">
              <a:buNone/>
              <a:defRPr/>
            </a:lvl1pPr>
          </a:lstStyle>
          <a:p>
            <a:pPr lvl="0"/>
            <a:r>
              <a:rPr lang="en-US" noProof="0"/>
              <a:t>Click icon to add picture</a:t>
            </a:r>
          </a:p>
        </p:txBody>
      </p:sp>
    </p:spTree>
    <p:extLst>
      <p:ext uri="{BB962C8B-B14F-4D97-AF65-F5344CB8AC3E}">
        <p14:creationId xmlns:p14="http://schemas.microsoft.com/office/powerpoint/2010/main" val="197684690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Section Divider - Option 2">
    <p:spTree>
      <p:nvGrpSpPr>
        <p:cNvPr id="1" name=""/>
        <p:cNvGrpSpPr/>
        <p:nvPr/>
      </p:nvGrpSpPr>
      <p:grpSpPr>
        <a:xfrm>
          <a:off x="0" y="0"/>
          <a:ext cx="0" cy="0"/>
          <a:chOff x="0" y="0"/>
          <a:chExt cx="0" cy="0"/>
        </a:xfrm>
      </p:grpSpPr>
      <p:sp>
        <p:nvSpPr>
          <p:cNvPr id="4" name="Rectangle 3"/>
          <p:cNvSpPr/>
          <p:nvPr/>
        </p:nvSpPr>
        <p:spPr>
          <a:xfrm>
            <a:off x="0" y="0"/>
            <a:ext cx="9144000" cy="51435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p>
        </p:txBody>
      </p:sp>
      <p:sp>
        <p:nvSpPr>
          <p:cNvPr id="9" name="Title 8"/>
          <p:cNvSpPr>
            <a:spLocks noGrp="1"/>
          </p:cNvSpPr>
          <p:nvPr>
            <p:ph type="title"/>
          </p:nvPr>
        </p:nvSpPr>
        <p:spPr>
          <a:xfrm>
            <a:off x="381885" y="1348200"/>
            <a:ext cx="3948874" cy="332683"/>
          </a:xfrm>
        </p:spPr>
        <p:txBody>
          <a:bodyPr anchor="t"/>
          <a:lstStyle>
            <a:lvl1pPr>
              <a:defRPr baseline="0">
                <a:solidFill>
                  <a:schemeClr val="bg1"/>
                </a:solidFill>
              </a:defRPr>
            </a:lvl1pPr>
          </a:lstStyle>
          <a:p>
            <a:r>
              <a:rPr lang="en-US"/>
              <a:t>Click to edit Master title style</a:t>
            </a:r>
          </a:p>
        </p:txBody>
      </p:sp>
      <p:sp>
        <p:nvSpPr>
          <p:cNvPr id="5" name="Text Placeholder 4"/>
          <p:cNvSpPr>
            <a:spLocks noGrp="1"/>
          </p:cNvSpPr>
          <p:nvPr>
            <p:ph type="body" sz="quarter" idx="11"/>
          </p:nvPr>
        </p:nvSpPr>
        <p:spPr>
          <a:xfrm>
            <a:off x="382767" y="1686487"/>
            <a:ext cx="3947992" cy="639366"/>
          </a:xfrm>
        </p:spPr>
        <p:txBody>
          <a:bodyPr/>
          <a:lstStyle>
            <a:lvl1pPr marL="0" indent="0">
              <a:lnSpc>
                <a:spcPct val="90000"/>
              </a:lnSpc>
              <a:buNone/>
              <a:defRPr sz="18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DC6FDC5E-239A-7DA8-C450-BA7A3F0580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61965" y="4332033"/>
            <a:ext cx="1290636" cy="51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0562606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ection Divider - Option 3">
    <p:spTree>
      <p:nvGrpSpPr>
        <p:cNvPr id="1" name=""/>
        <p:cNvGrpSpPr/>
        <p:nvPr/>
      </p:nvGrpSpPr>
      <p:grpSpPr>
        <a:xfrm>
          <a:off x="0" y="0"/>
          <a:ext cx="0" cy="0"/>
          <a:chOff x="0" y="0"/>
          <a:chExt cx="0" cy="0"/>
        </a:xfrm>
      </p:grpSpPr>
      <p:sp>
        <p:nvSpPr>
          <p:cNvPr id="4" name="Rectangle 3"/>
          <p:cNvSpPr/>
          <p:nvPr/>
        </p:nvSpPr>
        <p:spPr>
          <a:xfrm>
            <a:off x="0" y="0"/>
            <a:ext cx="9144000" cy="51435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p>
        </p:txBody>
      </p:sp>
      <p:sp>
        <p:nvSpPr>
          <p:cNvPr id="9" name="Title 8"/>
          <p:cNvSpPr>
            <a:spLocks noGrp="1"/>
          </p:cNvSpPr>
          <p:nvPr>
            <p:ph type="title"/>
          </p:nvPr>
        </p:nvSpPr>
        <p:spPr>
          <a:xfrm>
            <a:off x="381885" y="1348200"/>
            <a:ext cx="3948874" cy="332683"/>
          </a:xfrm>
        </p:spPr>
        <p:txBody>
          <a:bodyPr anchor="t"/>
          <a:lstStyle>
            <a:lvl1pPr>
              <a:defRPr baseline="0">
                <a:solidFill>
                  <a:schemeClr val="tx1"/>
                </a:solidFill>
              </a:defRPr>
            </a:lvl1pPr>
          </a:lstStyle>
          <a:p>
            <a:r>
              <a:rPr lang="en-US"/>
              <a:t>Click to edit Master title style</a:t>
            </a:r>
          </a:p>
        </p:txBody>
      </p:sp>
      <p:sp>
        <p:nvSpPr>
          <p:cNvPr id="5" name="Text Placeholder 4"/>
          <p:cNvSpPr>
            <a:spLocks noGrp="1"/>
          </p:cNvSpPr>
          <p:nvPr>
            <p:ph type="body" sz="quarter" idx="11"/>
          </p:nvPr>
        </p:nvSpPr>
        <p:spPr>
          <a:xfrm>
            <a:off x="382767" y="1686487"/>
            <a:ext cx="3947992" cy="639366"/>
          </a:xfrm>
        </p:spPr>
        <p:txBody>
          <a:bodyPr/>
          <a:lstStyle>
            <a:lvl1pPr marL="0" indent="0">
              <a:lnSpc>
                <a:spcPct val="90000"/>
              </a:lnSpc>
              <a:buNone/>
              <a:defRPr sz="1800">
                <a:solidFill>
                  <a:schemeClr val="tx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6965C7FA-AD29-C62E-FF35-E25745E7CF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61965" y="4332033"/>
            <a:ext cx="1290636" cy="51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649048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ection Divider - Option 4">
    <p:spTree>
      <p:nvGrpSpPr>
        <p:cNvPr id="1" name=""/>
        <p:cNvGrpSpPr/>
        <p:nvPr/>
      </p:nvGrpSpPr>
      <p:grpSpPr>
        <a:xfrm>
          <a:off x="0" y="0"/>
          <a:ext cx="0" cy="0"/>
          <a:chOff x="0" y="0"/>
          <a:chExt cx="0" cy="0"/>
        </a:xfrm>
      </p:grpSpPr>
      <p:sp>
        <p:nvSpPr>
          <p:cNvPr id="4" name="Rectangle 3"/>
          <p:cNvSpPr/>
          <p:nvPr/>
        </p:nvSpPr>
        <p:spPr>
          <a:xfrm>
            <a:off x="0" y="0"/>
            <a:ext cx="9144000" cy="51435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350"/>
          </a:p>
        </p:txBody>
      </p:sp>
      <p:sp>
        <p:nvSpPr>
          <p:cNvPr id="9" name="Title 8"/>
          <p:cNvSpPr>
            <a:spLocks noGrp="1"/>
          </p:cNvSpPr>
          <p:nvPr>
            <p:ph type="title"/>
          </p:nvPr>
        </p:nvSpPr>
        <p:spPr>
          <a:xfrm>
            <a:off x="381885" y="1348200"/>
            <a:ext cx="3948874" cy="332683"/>
          </a:xfrm>
        </p:spPr>
        <p:txBody>
          <a:bodyPr anchor="t"/>
          <a:lstStyle>
            <a:lvl1pPr>
              <a:defRPr baseline="0">
                <a:solidFill>
                  <a:schemeClr val="bg1"/>
                </a:solidFill>
              </a:defRPr>
            </a:lvl1pPr>
          </a:lstStyle>
          <a:p>
            <a:r>
              <a:rPr lang="en-US"/>
              <a:t>Click to edit Master title style</a:t>
            </a:r>
          </a:p>
        </p:txBody>
      </p:sp>
      <p:sp>
        <p:nvSpPr>
          <p:cNvPr id="5" name="Text Placeholder 4"/>
          <p:cNvSpPr>
            <a:spLocks noGrp="1"/>
          </p:cNvSpPr>
          <p:nvPr>
            <p:ph type="body" sz="quarter" idx="11"/>
          </p:nvPr>
        </p:nvSpPr>
        <p:spPr>
          <a:xfrm>
            <a:off x="382767" y="1686487"/>
            <a:ext cx="3947992" cy="639366"/>
          </a:xfrm>
        </p:spPr>
        <p:txBody>
          <a:bodyPr/>
          <a:lstStyle>
            <a:lvl1pPr marL="0" indent="0">
              <a:lnSpc>
                <a:spcPct val="90000"/>
              </a:lnSpc>
              <a:buNone/>
              <a:defRPr sz="18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5A6DF647-DF09-C0D6-4B30-AD0EEC01EF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61965" y="4332033"/>
            <a:ext cx="1290636" cy="51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917186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2AA86-9120-EFD3-4283-B8AEC355F78D}"/>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58954801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4.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theme" Target="../theme/theme5.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18" Type="http://schemas.openxmlformats.org/officeDocument/2006/relationships/slideLayout" Target="../slideLayouts/slideLayout67.xml"/><Relationship Id="rId3" Type="http://schemas.openxmlformats.org/officeDocument/2006/relationships/slideLayout" Target="../slideLayouts/slideLayout52.xml"/><Relationship Id="rId21" Type="http://schemas.openxmlformats.org/officeDocument/2006/relationships/slideLayout" Target="../slideLayouts/slideLayout70.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0" Type="http://schemas.openxmlformats.org/officeDocument/2006/relationships/slideLayout" Target="../slideLayouts/slideLayout69.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24" Type="http://schemas.openxmlformats.org/officeDocument/2006/relationships/theme" Target="../theme/theme6.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23" Type="http://schemas.openxmlformats.org/officeDocument/2006/relationships/slideLayout" Target="../slideLayouts/slideLayout72.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 Id="rId22"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3824931"/>
      </p:ext>
    </p:extLst>
  </p:cSld>
  <p:clrMap bg1="lt1" tx1="dk1" bg2="lt2" tx2="dk2" accent1="accent1" accent2="accent2" accent3="accent3" accent4="accent4" accent5="accent5" accent6="accent6" hlink="hlink" folHlink="folHlink"/>
  <p:sldLayoutIdLst>
    <p:sldLayoutId id="2147483703" r:id="rId1"/>
    <p:sldLayoutId id="2147483705" r:id="rId2"/>
    <p:sldLayoutId id="2147483707" r:id="rId3"/>
    <p:sldLayoutId id="2147483745" r:id="rId4"/>
    <p:sldLayoutId id="2147483746" r:id="rId5"/>
    <p:sldLayoutId id="2147483747" r:id="rId6"/>
  </p:sldLayoutIdLst>
  <p:txStyles>
    <p:titleStyle>
      <a:lvl1pPr>
        <a:defRPr>
          <a:solidFill>
            <a:schemeClr val="accent1"/>
          </a:solidFill>
          <a:latin typeface="+mj-lt"/>
          <a:ea typeface="+mj-ea"/>
          <a:cs typeface="+mj-cs"/>
        </a:defRPr>
      </a:lvl1pPr>
    </p:titleStyle>
    <p:bodyStyle>
      <a:lvl1pPr marL="171450" indent="-171450">
        <a:buClr>
          <a:schemeClr val="tx2"/>
        </a:buClr>
        <a:buFont typeface="Arial" panose="020B0604020202020204" pitchFamily="34" charset="0"/>
        <a:buChar char="•"/>
        <a:defRPr>
          <a:solidFill>
            <a:schemeClr val="tx2"/>
          </a:solidFill>
          <a:latin typeface="+mn-lt"/>
          <a:ea typeface="+mn-ea"/>
          <a:cs typeface="+mn-cs"/>
        </a:defRPr>
      </a:lvl1pPr>
      <a:lvl2pPr marL="457200">
        <a:buFont typeface="Arial" panose="020B0604020202020204" pitchFamily="34" charset="0"/>
        <a:buChar char="•"/>
        <a:defRPr>
          <a:solidFill>
            <a:schemeClr val="tx2"/>
          </a:solidFill>
          <a:latin typeface="+mn-lt"/>
          <a:ea typeface="+mn-ea"/>
          <a:cs typeface="+mn-cs"/>
        </a:defRPr>
      </a:lvl2pPr>
      <a:lvl3pPr marL="914400">
        <a:buFont typeface="Arial" panose="020B0604020202020204" pitchFamily="34" charset="0"/>
        <a:buChar char="•"/>
        <a:defRPr>
          <a:solidFill>
            <a:schemeClr val="tx2"/>
          </a:solidFill>
          <a:latin typeface="+mn-lt"/>
          <a:ea typeface="+mn-ea"/>
          <a:cs typeface="+mn-cs"/>
        </a:defRPr>
      </a:lvl3pPr>
      <a:lvl4pPr marL="1371600">
        <a:buFont typeface="Arial" panose="020B0604020202020204" pitchFamily="34" charset="0"/>
        <a:buChar char="•"/>
        <a:defRPr>
          <a:solidFill>
            <a:schemeClr val="tx2"/>
          </a:solidFill>
          <a:latin typeface="+mn-lt"/>
          <a:ea typeface="+mn-ea"/>
          <a:cs typeface="+mn-cs"/>
        </a:defRPr>
      </a:lvl4pPr>
      <a:lvl5pPr marL="1828800">
        <a:buFont typeface="Arial" panose="020B0604020202020204" pitchFamily="34" charset="0"/>
        <a:buChar char="•"/>
        <a:defRPr>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4" orient="horz" pos="362" userDrawn="1">
          <p15:clr>
            <a:srgbClr val="A4A3A4"/>
          </p15:clr>
        </p15:guide>
        <p15:guide id="6" orient="horz" pos="1131" userDrawn="1">
          <p15:clr>
            <a:srgbClr val="A4A3A4"/>
          </p15:clr>
        </p15:guide>
        <p15:guide id="8" orient="horz" pos="2876" userDrawn="1">
          <p15:clr>
            <a:srgbClr val="A4A3A4"/>
          </p15:clr>
        </p15:guide>
        <p15:guide id="9" pos="360" userDrawn="1">
          <p15:clr>
            <a:srgbClr val="A4A3A4"/>
          </p15:clr>
        </p15:guide>
        <p15:guide id="10" pos="5396" userDrawn="1">
          <p15:clr>
            <a:srgbClr val="A4A3A4"/>
          </p15:clr>
        </p15:guide>
        <p15:guide id="11" pos="118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6897651"/>
      </p:ext>
    </p:extLst>
  </p:cSld>
  <p:clrMap bg1="lt1" tx1="dk1" bg2="lt2" tx2="dk2" accent1="accent1" accent2="accent2" accent3="accent3" accent4="accent4" accent5="accent5" accent6="accent6" hlink="hlink" folHlink="folHlink"/>
  <p:sldLayoutIdLst>
    <p:sldLayoutId id="2147483714" r:id="rId1"/>
    <p:sldLayoutId id="2147483717" r:id="rId2"/>
    <p:sldLayoutId id="2147483718" r:id="rId3"/>
  </p:sldLayoutIdLst>
  <p:txStyles>
    <p:titleStyle>
      <a:lvl1pPr>
        <a:defRPr>
          <a:solidFill>
            <a:schemeClr val="accent1"/>
          </a:solidFill>
          <a:latin typeface="+mj-lt"/>
          <a:ea typeface="+mj-ea"/>
          <a:cs typeface="+mj-cs"/>
        </a:defRPr>
      </a:lvl1pPr>
    </p:titleStyle>
    <p:bodyStyle>
      <a:lvl1pPr marL="171450" indent="-171450">
        <a:buClr>
          <a:schemeClr val="tx2"/>
        </a:buClr>
        <a:buFont typeface="Arial" panose="020B0604020202020204" pitchFamily="34" charset="0"/>
        <a:buChar char="•"/>
        <a:defRPr>
          <a:solidFill>
            <a:schemeClr val="tx2"/>
          </a:solidFill>
          <a:latin typeface="+mn-lt"/>
          <a:ea typeface="+mn-ea"/>
          <a:cs typeface="+mn-cs"/>
        </a:defRPr>
      </a:lvl1pPr>
      <a:lvl2pPr marL="457200">
        <a:buFont typeface="Arial" panose="020B0604020202020204" pitchFamily="34" charset="0"/>
        <a:buChar char="•"/>
        <a:defRPr>
          <a:solidFill>
            <a:schemeClr val="tx2"/>
          </a:solidFill>
          <a:latin typeface="+mn-lt"/>
          <a:ea typeface="+mn-ea"/>
          <a:cs typeface="+mn-cs"/>
        </a:defRPr>
      </a:lvl2pPr>
      <a:lvl3pPr marL="914400">
        <a:buFont typeface="Arial" panose="020B0604020202020204" pitchFamily="34" charset="0"/>
        <a:buChar char="•"/>
        <a:defRPr>
          <a:solidFill>
            <a:schemeClr val="tx2"/>
          </a:solidFill>
          <a:latin typeface="+mn-lt"/>
          <a:ea typeface="+mn-ea"/>
          <a:cs typeface="+mn-cs"/>
        </a:defRPr>
      </a:lvl3pPr>
      <a:lvl4pPr marL="1371600">
        <a:buFont typeface="Arial" panose="020B0604020202020204" pitchFamily="34" charset="0"/>
        <a:buChar char="•"/>
        <a:defRPr>
          <a:solidFill>
            <a:schemeClr val="tx2"/>
          </a:solidFill>
          <a:latin typeface="+mn-lt"/>
          <a:ea typeface="+mn-ea"/>
          <a:cs typeface="+mn-cs"/>
        </a:defRPr>
      </a:lvl4pPr>
      <a:lvl5pPr marL="1828800">
        <a:buFont typeface="Arial" panose="020B0604020202020204" pitchFamily="34" charset="0"/>
        <a:buChar char="•"/>
        <a:defRPr>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4" orient="horz" pos="362" userDrawn="1">
          <p15:clr>
            <a:srgbClr val="A4A3A4"/>
          </p15:clr>
        </p15:guide>
        <p15:guide id="6" orient="horz" pos="1131" userDrawn="1">
          <p15:clr>
            <a:srgbClr val="A4A3A4"/>
          </p15:clr>
        </p15:guide>
        <p15:guide id="8" orient="horz" pos="2876" userDrawn="1">
          <p15:clr>
            <a:srgbClr val="A4A3A4"/>
          </p15:clr>
        </p15:guide>
        <p15:guide id="9" pos="360" userDrawn="1">
          <p15:clr>
            <a:srgbClr val="A4A3A4"/>
          </p15:clr>
        </p15:guide>
        <p15:guide id="10" pos="5396" userDrawn="1">
          <p15:clr>
            <a:srgbClr val="A4A3A4"/>
          </p15:clr>
        </p15:guide>
        <p15:guide id="11" pos="1185" userDrawn="1">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4958849"/>
      </p:ext>
    </p:extLst>
  </p:cSld>
  <p:clrMap bg1="lt1" tx1="dk1" bg2="lt2" tx2="dk2" accent1="accent1" accent2="accent2" accent3="accent3" accent4="accent4" accent5="accent5" accent6="accent6" hlink="hlink" folHlink="folHlink"/>
  <p:sldLayoutIdLst>
    <p:sldLayoutId id="2147483721" r:id="rId1"/>
    <p:sldLayoutId id="2147483723" r:id="rId2"/>
    <p:sldLayoutId id="2147483724" r:id="rId3"/>
  </p:sldLayoutIdLst>
  <p:txStyles>
    <p:titleStyle>
      <a:lvl1pPr>
        <a:defRPr>
          <a:solidFill>
            <a:schemeClr val="accent1"/>
          </a:solidFill>
          <a:latin typeface="+mj-lt"/>
          <a:ea typeface="+mj-ea"/>
          <a:cs typeface="+mj-cs"/>
        </a:defRPr>
      </a:lvl1pPr>
    </p:titleStyle>
    <p:bodyStyle>
      <a:lvl1pPr marL="171450" indent="-171450">
        <a:buClr>
          <a:schemeClr val="tx2"/>
        </a:buClr>
        <a:buFont typeface="Arial" panose="020B0604020202020204" pitchFamily="34" charset="0"/>
        <a:buChar char="•"/>
        <a:defRPr>
          <a:solidFill>
            <a:schemeClr val="tx2"/>
          </a:solidFill>
          <a:latin typeface="+mn-lt"/>
          <a:ea typeface="+mn-ea"/>
          <a:cs typeface="+mn-cs"/>
        </a:defRPr>
      </a:lvl1pPr>
      <a:lvl2pPr marL="457200">
        <a:buFont typeface="Arial" panose="020B0604020202020204" pitchFamily="34" charset="0"/>
        <a:buChar char="•"/>
        <a:defRPr>
          <a:solidFill>
            <a:schemeClr val="tx2"/>
          </a:solidFill>
          <a:latin typeface="+mn-lt"/>
          <a:ea typeface="+mn-ea"/>
          <a:cs typeface="+mn-cs"/>
        </a:defRPr>
      </a:lvl2pPr>
      <a:lvl3pPr marL="914400">
        <a:buFont typeface="Arial" panose="020B0604020202020204" pitchFamily="34" charset="0"/>
        <a:buChar char="•"/>
        <a:defRPr>
          <a:solidFill>
            <a:schemeClr val="tx2"/>
          </a:solidFill>
          <a:latin typeface="+mn-lt"/>
          <a:ea typeface="+mn-ea"/>
          <a:cs typeface="+mn-cs"/>
        </a:defRPr>
      </a:lvl3pPr>
      <a:lvl4pPr marL="1371600">
        <a:buFont typeface="Arial" panose="020B0604020202020204" pitchFamily="34" charset="0"/>
        <a:buChar char="•"/>
        <a:defRPr>
          <a:solidFill>
            <a:schemeClr val="tx2"/>
          </a:solidFill>
          <a:latin typeface="+mn-lt"/>
          <a:ea typeface="+mn-ea"/>
          <a:cs typeface="+mn-cs"/>
        </a:defRPr>
      </a:lvl4pPr>
      <a:lvl5pPr marL="1828800">
        <a:buFont typeface="Arial" panose="020B0604020202020204" pitchFamily="34" charset="0"/>
        <a:buChar char="•"/>
        <a:defRPr>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4" orient="horz" pos="362" userDrawn="1">
          <p15:clr>
            <a:srgbClr val="A4A3A4"/>
          </p15:clr>
        </p15:guide>
        <p15:guide id="6" orient="horz" pos="1131" userDrawn="1">
          <p15:clr>
            <a:srgbClr val="A4A3A4"/>
          </p15:clr>
        </p15:guide>
        <p15:guide id="8" orient="horz" pos="2876" userDrawn="1">
          <p15:clr>
            <a:srgbClr val="A4A3A4"/>
          </p15:clr>
        </p15:guide>
        <p15:guide id="9" pos="360" userDrawn="1">
          <p15:clr>
            <a:srgbClr val="A4A3A4"/>
          </p15:clr>
        </p15:guide>
        <p15:guide id="10" pos="5396" userDrawn="1">
          <p15:clr>
            <a:srgbClr val="A4A3A4"/>
          </p15:clr>
        </p15:guide>
        <p15:guide id="11" pos="1185" userDrawn="1">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0692434"/>
      </p:ext>
    </p:extLst>
  </p:cSld>
  <p:clrMap bg1="lt1" tx1="dk1" bg2="lt2" tx2="dk2" accent1="accent1" accent2="accent2" accent3="accent3" accent4="accent4" accent5="accent5" accent6="accent6" hlink="hlink" folHlink="folHlink"/>
  <p:sldLayoutIdLst>
    <p:sldLayoutId id="2147483726" r:id="rId1"/>
    <p:sldLayoutId id="2147483733" r:id="rId2"/>
    <p:sldLayoutId id="2147483734" r:id="rId3"/>
    <p:sldLayoutId id="2147483735" r:id="rId4"/>
    <p:sldLayoutId id="2147483732" r:id="rId5"/>
    <p:sldLayoutId id="2147483727" r:id="rId6"/>
    <p:sldLayoutId id="2147483739" r:id="rId7"/>
    <p:sldLayoutId id="2147483728" r:id="rId8"/>
    <p:sldLayoutId id="2147483729" r:id="rId9"/>
    <p:sldLayoutId id="2147483730" r:id="rId10"/>
    <p:sldLayoutId id="2147483731" r:id="rId11"/>
    <p:sldLayoutId id="2147483736" r:id="rId12"/>
    <p:sldLayoutId id="2147483748" r:id="rId13"/>
    <p:sldLayoutId id="2147483738" r:id="rId14"/>
  </p:sldLayoutIdLst>
  <p:txStyles>
    <p:titleStyle>
      <a:lvl1pPr>
        <a:defRPr>
          <a:solidFill>
            <a:schemeClr val="accent1"/>
          </a:solidFill>
          <a:latin typeface="+mj-lt"/>
          <a:ea typeface="+mj-ea"/>
          <a:cs typeface="+mj-cs"/>
        </a:defRPr>
      </a:lvl1pPr>
    </p:titleStyle>
    <p:bodyStyle>
      <a:lvl1pPr marL="171450" indent="-171450">
        <a:buClr>
          <a:schemeClr val="tx2"/>
        </a:buClr>
        <a:buFont typeface="Arial" panose="020B0604020202020204" pitchFamily="34" charset="0"/>
        <a:buChar char="•"/>
        <a:defRPr>
          <a:solidFill>
            <a:schemeClr val="tx2"/>
          </a:solidFill>
          <a:latin typeface="+mn-lt"/>
          <a:ea typeface="+mn-ea"/>
          <a:cs typeface="+mn-cs"/>
        </a:defRPr>
      </a:lvl1pPr>
      <a:lvl2pPr marL="457200">
        <a:buFont typeface="Arial" panose="020B0604020202020204" pitchFamily="34" charset="0"/>
        <a:buChar char="•"/>
        <a:defRPr>
          <a:solidFill>
            <a:schemeClr val="tx2"/>
          </a:solidFill>
          <a:latin typeface="+mn-lt"/>
          <a:ea typeface="+mn-ea"/>
          <a:cs typeface="+mn-cs"/>
        </a:defRPr>
      </a:lvl2pPr>
      <a:lvl3pPr marL="914400">
        <a:buFont typeface="Arial" panose="020B0604020202020204" pitchFamily="34" charset="0"/>
        <a:buChar char="•"/>
        <a:defRPr>
          <a:solidFill>
            <a:schemeClr val="tx2"/>
          </a:solidFill>
          <a:latin typeface="+mn-lt"/>
          <a:ea typeface="+mn-ea"/>
          <a:cs typeface="+mn-cs"/>
        </a:defRPr>
      </a:lvl3pPr>
      <a:lvl4pPr marL="1371600">
        <a:buFont typeface="Arial" panose="020B0604020202020204" pitchFamily="34" charset="0"/>
        <a:buChar char="•"/>
        <a:defRPr>
          <a:solidFill>
            <a:schemeClr val="tx2"/>
          </a:solidFill>
          <a:latin typeface="+mn-lt"/>
          <a:ea typeface="+mn-ea"/>
          <a:cs typeface="+mn-cs"/>
        </a:defRPr>
      </a:lvl4pPr>
      <a:lvl5pPr marL="1828800">
        <a:buFont typeface="Arial" panose="020B0604020202020204" pitchFamily="34" charset="0"/>
        <a:buChar char="•"/>
        <a:defRPr>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4" orient="horz" pos="362" userDrawn="1">
          <p15:clr>
            <a:srgbClr val="A4A3A4"/>
          </p15:clr>
        </p15:guide>
        <p15:guide id="6" orient="horz" pos="1131" userDrawn="1">
          <p15:clr>
            <a:srgbClr val="A4A3A4"/>
          </p15:clr>
        </p15:guide>
        <p15:guide id="8" orient="horz" pos="2876" userDrawn="1">
          <p15:clr>
            <a:srgbClr val="A4A3A4"/>
          </p15:clr>
        </p15:guide>
        <p15:guide id="9" pos="360" userDrawn="1">
          <p15:clr>
            <a:srgbClr val="A4A3A4"/>
          </p15:clr>
        </p15:guide>
        <p15:guide id="10" pos="5396" userDrawn="1">
          <p15:clr>
            <a:srgbClr val="A4A3A4"/>
          </p15:clr>
        </p15:guide>
        <p15:guide id="11" pos="1185" userDrawn="1">
          <p15:clr>
            <a:srgbClr val="A4A3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88106"/>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t>Insert slide title here… 24pt</a:t>
            </a:r>
          </a:p>
        </p:txBody>
      </p:sp>
      <p:sp>
        <p:nvSpPr>
          <p:cNvPr id="3" name="Text Placeholder 2"/>
          <p:cNvSpPr>
            <a:spLocks noGrp="1"/>
          </p:cNvSpPr>
          <p:nvPr>
            <p:ph type="body" idx="1"/>
          </p:nvPr>
        </p:nvSpPr>
        <p:spPr>
          <a:xfrm>
            <a:off x="457200" y="1019176"/>
            <a:ext cx="8229600" cy="3575447"/>
          </a:xfrm>
          <a:prstGeom prst="rect">
            <a:avLst/>
          </a:prstGeom>
        </p:spPr>
        <p:txBody>
          <a:bodyPr vert="horz" lIns="91440" tIns="45720" rIns="91440" bIns="45720" rtlCol="0">
            <a:normAutofit/>
          </a:bodyPr>
          <a:lstStyle/>
          <a:p>
            <a:r>
              <a:rPr lang="en-US"/>
              <a:t>Sub-heading Bold… 20pt</a:t>
            </a:r>
          </a:p>
          <a:p>
            <a:pPr lvl="0"/>
            <a:r>
              <a:rPr lang="en-US"/>
              <a:t>Add body copy </a:t>
            </a:r>
          </a:p>
          <a:p>
            <a:r>
              <a:rPr lang="en-US"/>
              <a:t>Add bullet point</a:t>
            </a:r>
          </a:p>
          <a:p>
            <a:r>
              <a:rPr lang="en-US"/>
              <a:t>Add bullet point</a:t>
            </a:r>
          </a:p>
        </p:txBody>
      </p:sp>
      <p:sp>
        <p:nvSpPr>
          <p:cNvPr id="11" name="Date Placeholder 3"/>
          <p:cNvSpPr txBox="1">
            <a:spLocks/>
          </p:cNvSpPr>
          <p:nvPr/>
        </p:nvSpPr>
        <p:spPr>
          <a:xfrm>
            <a:off x="381000" y="4767264"/>
            <a:ext cx="2133600" cy="273844"/>
          </a:xfrm>
          <a:prstGeom prst="rect">
            <a:avLst/>
          </a:prstGeom>
        </p:spPr>
        <p:txBody>
          <a:bodyPr anchor="ctr"/>
          <a:lstStyle>
            <a:defPPr>
              <a:defRPr lang="en-US"/>
            </a:defPPr>
            <a:lvl1pPr marL="0" algn="l" defTabSz="457200" rtl="0" eaLnBrk="1" latinLnBrk="0" hangingPunct="1">
              <a:defRPr lang="en-US" sz="900" b="0" i="0" u="none" strike="noStrike" kern="1200" baseline="0" smtClean="0">
                <a:solidFill>
                  <a:schemeClr val="tx1"/>
                </a:solidFill>
                <a:latin typeface="Tw Cen MT"/>
                <a:ea typeface="+mn-ea"/>
                <a:cs typeface="Tw Cen MT"/>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sz="675"/>
              <a:t>The University of Sydney</a:t>
            </a:r>
          </a:p>
        </p:txBody>
      </p:sp>
      <p:sp>
        <p:nvSpPr>
          <p:cNvPr id="12" name="Slide Number Placeholder 5"/>
          <p:cNvSpPr txBox="1">
            <a:spLocks/>
          </p:cNvSpPr>
          <p:nvPr/>
        </p:nvSpPr>
        <p:spPr>
          <a:xfrm>
            <a:off x="6629400" y="4767264"/>
            <a:ext cx="2133600" cy="273844"/>
          </a:xfrm>
          <a:prstGeom prst="rect">
            <a:avLst/>
          </a:prstGeom>
        </p:spPr>
        <p:txBody>
          <a:bodyPr anchor="ctr"/>
          <a:lstStyle>
            <a:defPPr>
              <a:defRPr lang="en-US"/>
            </a:defPPr>
            <a:lvl1pPr marL="0" algn="r" defTabSz="457200" rtl="0" eaLnBrk="1" latinLnBrk="0" hangingPunct="1">
              <a:defRPr sz="900" kern="1200">
                <a:solidFill>
                  <a:schemeClr val="tx1"/>
                </a:solidFill>
                <a:latin typeface="Tw Cen MT"/>
                <a:ea typeface="+mn-ea"/>
                <a:cs typeface="Tw Cen MT"/>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lang="en-US" sz="675"/>
              <a:t>Page </a:t>
            </a:r>
            <a:fld id="{3B11C02F-2186-5E4E-90C0-5210A150EF90}" type="slidenum">
              <a:rPr lang="en-US" sz="675" smtClean="0"/>
              <a:pPr fontAlgn="auto">
                <a:spcBef>
                  <a:spcPts val="0"/>
                </a:spcBef>
                <a:spcAft>
                  <a:spcPts val="0"/>
                </a:spcAft>
                <a:defRPr/>
              </a:pPr>
              <a:t>‹#›</a:t>
            </a:fld>
            <a:endParaRPr lang="en-US" sz="675"/>
          </a:p>
        </p:txBody>
      </p:sp>
    </p:spTree>
    <p:extLst>
      <p:ext uri="{BB962C8B-B14F-4D97-AF65-F5344CB8AC3E}">
        <p14:creationId xmlns:p14="http://schemas.microsoft.com/office/powerpoint/2010/main" val="2661815045"/>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 id="2147483766" r:id="rId17"/>
    <p:sldLayoutId id="2147483767" r:id="rId18"/>
    <p:sldLayoutId id="2147483768" r:id="rId19"/>
    <p:sldLayoutId id="2147483769" r:id="rId20"/>
    <p:sldLayoutId id="2147483770" r:id="rId21"/>
    <p:sldLayoutId id="2147483771" r:id="rId22"/>
    <p:sldLayoutId id="2147483772" r:id="rId23"/>
  </p:sldLayoutIdLst>
  <p:txStyles>
    <p:titleStyle>
      <a:lvl1pPr algn="l" defTabSz="342900" rtl="0" eaLnBrk="1" fontAlgn="base" hangingPunct="1">
        <a:spcBef>
          <a:spcPct val="0"/>
        </a:spcBef>
        <a:spcAft>
          <a:spcPct val="0"/>
        </a:spcAft>
        <a:defRPr sz="1800" b="1" kern="1200">
          <a:solidFill>
            <a:srgbClr val="E64626"/>
          </a:solidFill>
          <a:latin typeface="Tw Cen MT"/>
          <a:ea typeface="ＭＳ Ｐゴシック" charset="0"/>
          <a:cs typeface="Tw Cen MT"/>
        </a:defRPr>
      </a:lvl1pPr>
      <a:lvl2pPr algn="l" defTabSz="342900" rtl="0" eaLnBrk="1" fontAlgn="base" hangingPunct="1">
        <a:spcBef>
          <a:spcPct val="0"/>
        </a:spcBef>
        <a:spcAft>
          <a:spcPct val="0"/>
        </a:spcAft>
        <a:defRPr sz="1800" b="1">
          <a:solidFill>
            <a:schemeClr val="accent1"/>
          </a:solidFill>
          <a:latin typeface="Tw Cen MT" charset="0"/>
          <a:ea typeface="ＭＳ Ｐゴシック" charset="0"/>
        </a:defRPr>
      </a:lvl2pPr>
      <a:lvl3pPr algn="l" defTabSz="342900" rtl="0" eaLnBrk="1" fontAlgn="base" hangingPunct="1">
        <a:spcBef>
          <a:spcPct val="0"/>
        </a:spcBef>
        <a:spcAft>
          <a:spcPct val="0"/>
        </a:spcAft>
        <a:defRPr sz="1800" b="1">
          <a:solidFill>
            <a:schemeClr val="accent1"/>
          </a:solidFill>
          <a:latin typeface="Tw Cen MT" charset="0"/>
          <a:ea typeface="ＭＳ Ｐゴシック" charset="0"/>
        </a:defRPr>
      </a:lvl3pPr>
      <a:lvl4pPr algn="l" defTabSz="342900" rtl="0" eaLnBrk="1" fontAlgn="base" hangingPunct="1">
        <a:spcBef>
          <a:spcPct val="0"/>
        </a:spcBef>
        <a:spcAft>
          <a:spcPct val="0"/>
        </a:spcAft>
        <a:defRPr sz="1800" b="1">
          <a:solidFill>
            <a:schemeClr val="accent1"/>
          </a:solidFill>
          <a:latin typeface="Tw Cen MT" charset="0"/>
          <a:ea typeface="ＭＳ Ｐゴシック" charset="0"/>
        </a:defRPr>
      </a:lvl4pPr>
      <a:lvl5pPr algn="l" defTabSz="342900" rtl="0" eaLnBrk="1" fontAlgn="base" hangingPunct="1">
        <a:spcBef>
          <a:spcPct val="0"/>
        </a:spcBef>
        <a:spcAft>
          <a:spcPct val="0"/>
        </a:spcAft>
        <a:defRPr sz="1800" b="1">
          <a:solidFill>
            <a:schemeClr val="accent1"/>
          </a:solidFill>
          <a:latin typeface="Tw Cen MT" charset="0"/>
          <a:ea typeface="ＭＳ Ｐゴシック" charset="0"/>
        </a:defRPr>
      </a:lvl5pPr>
      <a:lvl6pPr marL="342900" algn="l" defTabSz="342900" rtl="0" eaLnBrk="1" fontAlgn="base" hangingPunct="1">
        <a:spcBef>
          <a:spcPct val="0"/>
        </a:spcBef>
        <a:spcAft>
          <a:spcPct val="0"/>
        </a:spcAft>
        <a:defRPr sz="1800" b="1">
          <a:solidFill>
            <a:schemeClr val="accent1"/>
          </a:solidFill>
          <a:latin typeface="Tw Cen MT" charset="0"/>
          <a:ea typeface="ＭＳ Ｐゴシック" charset="0"/>
        </a:defRPr>
      </a:lvl6pPr>
      <a:lvl7pPr marL="685800" algn="l" defTabSz="342900" rtl="0" eaLnBrk="1" fontAlgn="base" hangingPunct="1">
        <a:spcBef>
          <a:spcPct val="0"/>
        </a:spcBef>
        <a:spcAft>
          <a:spcPct val="0"/>
        </a:spcAft>
        <a:defRPr sz="1800" b="1">
          <a:solidFill>
            <a:schemeClr val="accent1"/>
          </a:solidFill>
          <a:latin typeface="Tw Cen MT" charset="0"/>
          <a:ea typeface="ＭＳ Ｐゴシック" charset="0"/>
        </a:defRPr>
      </a:lvl7pPr>
      <a:lvl8pPr marL="1028700" algn="l" defTabSz="342900" rtl="0" eaLnBrk="1" fontAlgn="base" hangingPunct="1">
        <a:spcBef>
          <a:spcPct val="0"/>
        </a:spcBef>
        <a:spcAft>
          <a:spcPct val="0"/>
        </a:spcAft>
        <a:defRPr sz="1800" b="1">
          <a:solidFill>
            <a:schemeClr val="accent1"/>
          </a:solidFill>
          <a:latin typeface="Tw Cen MT" charset="0"/>
          <a:ea typeface="ＭＳ Ｐゴシック" charset="0"/>
        </a:defRPr>
      </a:lvl8pPr>
      <a:lvl9pPr marL="1371600" algn="l" defTabSz="342900" rtl="0" eaLnBrk="1" fontAlgn="base" hangingPunct="1">
        <a:spcBef>
          <a:spcPct val="0"/>
        </a:spcBef>
        <a:spcAft>
          <a:spcPct val="0"/>
        </a:spcAft>
        <a:defRPr sz="1800" b="1">
          <a:solidFill>
            <a:schemeClr val="accent1"/>
          </a:solidFill>
          <a:latin typeface="Tw Cen MT" charset="0"/>
          <a:ea typeface="ＭＳ Ｐゴシック" charset="0"/>
        </a:defRPr>
      </a:lvl9pPr>
    </p:titleStyle>
    <p:bodyStyle>
      <a:lvl1pPr marL="257175" indent="-257175" algn="l" defTabSz="342900" rtl="0" eaLnBrk="1" fontAlgn="base" hangingPunct="1">
        <a:spcBef>
          <a:spcPct val="20000"/>
        </a:spcBef>
        <a:spcAft>
          <a:spcPct val="0"/>
        </a:spcAft>
        <a:buFont typeface="Lucida Grande" charset="0"/>
        <a:buChar char="–"/>
        <a:defRPr sz="1500" kern="1200">
          <a:solidFill>
            <a:schemeClr val="tx1"/>
          </a:solidFill>
          <a:latin typeface="Tw Cen MT"/>
          <a:ea typeface="ＭＳ Ｐゴシック" charset="0"/>
          <a:cs typeface="Tw Cen MT"/>
        </a:defRPr>
      </a:lvl1pPr>
      <a:lvl2pPr marL="557213" indent="-214313" algn="l" defTabSz="342900" rtl="0" eaLnBrk="1" fontAlgn="base" hangingPunct="1">
        <a:spcBef>
          <a:spcPct val="20000"/>
        </a:spcBef>
        <a:spcAft>
          <a:spcPct val="0"/>
        </a:spcAft>
        <a:buFont typeface="Arial" charset="0"/>
        <a:buChar char="–"/>
        <a:defRPr sz="1500" kern="1200">
          <a:solidFill>
            <a:schemeClr val="tx1"/>
          </a:solidFill>
          <a:latin typeface="Tw Cen MT"/>
          <a:ea typeface="ＭＳ Ｐゴシック" charset="0"/>
          <a:cs typeface="Tw Cen MT"/>
        </a:defRPr>
      </a:lvl2pPr>
      <a:lvl3pPr marL="857250" indent="-171450" algn="l" defTabSz="342900" rtl="0" eaLnBrk="1" fontAlgn="base" hangingPunct="1">
        <a:spcBef>
          <a:spcPct val="20000"/>
        </a:spcBef>
        <a:spcAft>
          <a:spcPct val="0"/>
        </a:spcAft>
        <a:buFont typeface="Arial" charset="0"/>
        <a:buChar char="•"/>
        <a:defRPr sz="1500" kern="1200">
          <a:solidFill>
            <a:schemeClr val="tx1"/>
          </a:solidFill>
          <a:latin typeface="Tw Cen MT"/>
          <a:ea typeface="ＭＳ Ｐゴシック" charset="0"/>
          <a:cs typeface="Tw Cen MT"/>
        </a:defRPr>
      </a:lvl3pPr>
      <a:lvl4pPr marL="1200150" indent="-171450" algn="l" defTabSz="342900" rtl="0" eaLnBrk="1" fontAlgn="base" hangingPunct="1">
        <a:spcBef>
          <a:spcPct val="20000"/>
        </a:spcBef>
        <a:spcAft>
          <a:spcPct val="0"/>
        </a:spcAft>
        <a:buFont typeface="Arial" charset="0"/>
        <a:buChar char="–"/>
        <a:defRPr sz="1500" kern="1200">
          <a:solidFill>
            <a:schemeClr val="tx1"/>
          </a:solidFill>
          <a:latin typeface="Tw Cen MT"/>
          <a:ea typeface="ＭＳ Ｐゴシック" charset="0"/>
          <a:cs typeface="Tw Cen MT"/>
        </a:defRPr>
      </a:lvl4pPr>
      <a:lvl5pPr marL="1543050" indent="-171450" algn="l" defTabSz="342900" rtl="0" eaLnBrk="1" fontAlgn="base" hangingPunct="1">
        <a:spcBef>
          <a:spcPct val="20000"/>
        </a:spcBef>
        <a:spcAft>
          <a:spcPct val="0"/>
        </a:spcAft>
        <a:buFont typeface="Arial" charset="0"/>
        <a:buChar char="»"/>
        <a:defRPr sz="1500" kern="1200">
          <a:solidFill>
            <a:schemeClr val="tx1"/>
          </a:solidFill>
          <a:latin typeface="Tw Cen MT"/>
          <a:ea typeface="ＭＳ Ｐゴシック" charset="0"/>
          <a:cs typeface="Tw Cen MT"/>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88106"/>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t>Insert slide title here… 24pt</a:t>
            </a:r>
          </a:p>
        </p:txBody>
      </p:sp>
      <p:sp>
        <p:nvSpPr>
          <p:cNvPr id="3" name="Text Placeholder 2"/>
          <p:cNvSpPr>
            <a:spLocks noGrp="1"/>
          </p:cNvSpPr>
          <p:nvPr>
            <p:ph type="body" idx="1"/>
          </p:nvPr>
        </p:nvSpPr>
        <p:spPr>
          <a:xfrm>
            <a:off x="457200" y="1019176"/>
            <a:ext cx="8229600" cy="3575447"/>
          </a:xfrm>
          <a:prstGeom prst="rect">
            <a:avLst/>
          </a:prstGeom>
        </p:spPr>
        <p:txBody>
          <a:bodyPr vert="horz" lIns="91440" tIns="45720" rIns="91440" bIns="45720" rtlCol="0">
            <a:normAutofit/>
          </a:bodyPr>
          <a:lstStyle/>
          <a:p>
            <a:r>
              <a:rPr lang="en-US"/>
              <a:t>Sub-heading Bold… 20pt</a:t>
            </a:r>
          </a:p>
          <a:p>
            <a:pPr lvl="0"/>
            <a:r>
              <a:rPr lang="en-US"/>
              <a:t>Add body copy </a:t>
            </a:r>
          </a:p>
          <a:p>
            <a:r>
              <a:rPr lang="en-US"/>
              <a:t>Add bullet point</a:t>
            </a:r>
          </a:p>
          <a:p>
            <a:r>
              <a:rPr lang="en-US"/>
              <a:t>Add bullet point</a:t>
            </a:r>
          </a:p>
        </p:txBody>
      </p:sp>
      <p:sp>
        <p:nvSpPr>
          <p:cNvPr id="11" name="Date Placeholder 3"/>
          <p:cNvSpPr txBox="1">
            <a:spLocks/>
          </p:cNvSpPr>
          <p:nvPr/>
        </p:nvSpPr>
        <p:spPr>
          <a:xfrm>
            <a:off x="381000" y="4767264"/>
            <a:ext cx="2133600" cy="273844"/>
          </a:xfrm>
          <a:prstGeom prst="rect">
            <a:avLst/>
          </a:prstGeom>
        </p:spPr>
        <p:txBody>
          <a:bodyPr anchor="ctr"/>
          <a:lstStyle>
            <a:defPPr>
              <a:defRPr lang="en-US"/>
            </a:defPPr>
            <a:lvl1pPr marL="0" algn="l" defTabSz="457200" rtl="0" eaLnBrk="1" latinLnBrk="0" hangingPunct="1">
              <a:defRPr lang="en-US" sz="900" b="0" i="0" u="none" strike="noStrike" kern="1200" baseline="0" smtClean="0">
                <a:solidFill>
                  <a:schemeClr val="tx1"/>
                </a:solidFill>
                <a:latin typeface="Tw Cen MT"/>
                <a:ea typeface="+mn-ea"/>
                <a:cs typeface="Tw Cen MT"/>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sz="675"/>
              <a:t>The University of Sydney</a:t>
            </a:r>
          </a:p>
        </p:txBody>
      </p:sp>
      <p:sp>
        <p:nvSpPr>
          <p:cNvPr id="12" name="Slide Number Placeholder 5"/>
          <p:cNvSpPr txBox="1">
            <a:spLocks/>
          </p:cNvSpPr>
          <p:nvPr/>
        </p:nvSpPr>
        <p:spPr>
          <a:xfrm>
            <a:off x="6629400" y="4767264"/>
            <a:ext cx="2133600" cy="273844"/>
          </a:xfrm>
          <a:prstGeom prst="rect">
            <a:avLst/>
          </a:prstGeom>
        </p:spPr>
        <p:txBody>
          <a:bodyPr anchor="ctr"/>
          <a:lstStyle>
            <a:defPPr>
              <a:defRPr lang="en-US"/>
            </a:defPPr>
            <a:lvl1pPr marL="0" algn="r" defTabSz="457200" rtl="0" eaLnBrk="1" latinLnBrk="0" hangingPunct="1">
              <a:defRPr sz="900" kern="1200">
                <a:solidFill>
                  <a:schemeClr val="tx1"/>
                </a:solidFill>
                <a:latin typeface="Tw Cen MT"/>
                <a:ea typeface="+mn-ea"/>
                <a:cs typeface="Tw Cen MT"/>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lang="en-US" sz="675"/>
              <a:t>Page </a:t>
            </a:r>
            <a:fld id="{3B11C02F-2186-5E4E-90C0-5210A150EF90}" type="slidenum">
              <a:rPr lang="en-US" sz="675" smtClean="0"/>
              <a:pPr fontAlgn="auto">
                <a:spcBef>
                  <a:spcPts val="0"/>
                </a:spcBef>
                <a:spcAft>
                  <a:spcPts val="0"/>
                </a:spcAft>
                <a:defRPr/>
              </a:pPr>
              <a:t>‹#›</a:t>
            </a:fld>
            <a:endParaRPr lang="en-US" sz="675"/>
          </a:p>
        </p:txBody>
      </p:sp>
    </p:spTree>
    <p:extLst>
      <p:ext uri="{BB962C8B-B14F-4D97-AF65-F5344CB8AC3E}">
        <p14:creationId xmlns:p14="http://schemas.microsoft.com/office/powerpoint/2010/main" val="3745879117"/>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 id="2147483787" r:id="rId14"/>
    <p:sldLayoutId id="2147483788" r:id="rId15"/>
    <p:sldLayoutId id="2147483789" r:id="rId16"/>
    <p:sldLayoutId id="2147483790" r:id="rId17"/>
    <p:sldLayoutId id="2147483791" r:id="rId18"/>
    <p:sldLayoutId id="2147483792" r:id="rId19"/>
    <p:sldLayoutId id="2147483793" r:id="rId20"/>
    <p:sldLayoutId id="2147483794" r:id="rId21"/>
    <p:sldLayoutId id="2147483795" r:id="rId22"/>
    <p:sldLayoutId id="2147483796" r:id="rId23"/>
  </p:sldLayoutIdLst>
  <p:txStyles>
    <p:titleStyle>
      <a:lvl1pPr algn="l" defTabSz="342900" rtl="0" eaLnBrk="1" fontAlgn="base" hangingPunct="1">
        <a:spcBef>
          <a:spcPct val="0"/>
        </a:spcBef>
        <a:spcAft>
          <a:spcPct val="0"/>
        </a:spcAft>
        <a:defRPr sz="1800" b="1" kern="1200">
          <a:solidFill>
            <a:srgbClr val="E64626"/>
          </a:solidFill>
          <a:latin typeface="Tw Cen MT"/>
          <a:ea typeface="ＭＳ Ｐゴシック" charset="0"/>
          <a:cs typeface="Tw Cen MT"/>
        </a:defRPr>
      </a:lvl1pPr>
      <a:lvl2pPr algn="l" defTabSz="342900" rtl="0" eaLnBrk="1" fontAlgn="base" hangingPunct="1">
        <a:spcBef>
          <a:spcPct val="0"/>
        </a:spcBef>
        <a:spcAft>
          <a:spcPct val="0"/>
        </a:spcAft>
        <a:defRPr sz="1800" b="1">
          <a:solidFill>
            <a:schemeClr val="accent1"/>
          </a:solidFill>
          <a:latin typeface="Tw Cen MT" charset="0"/>
          <a:ea typeface="ＭＳ Ｐゴシック" charset="0"/>
        </a:defRPr>
      </a:lvl2pPr>
      <a:lvl3pPr algn="l" defTabSz="342900" rtl="0" eaLnBrk="1" fontAlgn="base" hangingPunct="1">
        <a:spcBef>
          <a:spcPct val="0"/>
        </a:spcBef>
        <a:spcAft>
          <a:spcPct val="0"/>
        </a:spcAft>
        <a:defRPr sz="1800" b="1">
          <a:solidFill>
            <a:schemeClr val="accent1"/>
          </a:solidFill>
          <a:latin typeface="Tw Cen MT" charset="0"/>
          <a:ea typeface="ＭＳ Ｐゴシック" charset="0"/>
        </a:defRPr>
      </a:lvl3pPr>
      <a:lvl4pPr algn="l" defTabSz="342900" rtl="0" eaLnBrk="1" fontAlgn="base" hangingPunct="1">
        <a:spcBef>
          <a:spcPct val="0"/>
        </a:spcBef>
        <a:spcAft>
          <a:spcPct val="0"/>
        </a:spcAft>
        <a:defRPr sz="1800" b="1">
          <a:solidFill>
            <a:schemeClr val="accent1"/>
          </a:solidFill>
          <a:latin typeface="Tw Cen MT" charset="0"/>
          <a:ea typeface="ＭＳ Ｐゴシック" charset="0"/>
        </a:defRPr>
      </a:lvl4pPr>
      <a:lvl5pPr algn="l" defTabSz="342900" rtl="0" eaLnBrk="1" fontAlgn="base" hangingPunct="1">
        <a:spcBef>
          <a:spcPct val="0"/>
        </a:spcBef>
        <a:spcAft>
          <a:spcPct val="0"/>
        </a:spcAft>
        <a:defRPr sz="1800" b="1">
          <a:solidFill>
            <a:schemeClr val="accent1"/>
          </a:solidFill>
          <a:latin typeface="Tw Cen MT" charset="0"/>
          <a:ea typeface="ＭＳ Ｐゴシック" charset="0"/>
        </a:defRPr>
      </a:lvl5pPr>
      <a:lvl6pPr marL="342900" algn="l" defTabSz="342900" rtl="0" eaLnBrk="1" fontAlgn="base" hangingPunct="1">
        <a:spcBef>
          <a:spcPct val="0"/>
        </a:spcBef>
        <a:spcAft>
          <a:spcPct val="0"/>
        </a:spcAft>
        <a:defRPr sz="1800" b="1">
          <a:solidFill>
            <a:schemeClr val="accent1"/>
          </a:solidFill>
          <a:latin typeface="Tw Cen MT" charset="0"/>
          <a:ea typeface="ＭＳ Ｐゴシック" charset="0"/>
        </a:defRPr>
      </a:lvl6pPr>
      <a:lvl7pPr marL="685800" algn="l" defTabSz="342900" rtl="0" eaLnBrk="1" fontAlgn="base" hangingPunct="1">
        <a:spcBef>
          <a:spcPct val="0"/>
        </a:spcBef>
        <a:spcAft>
          <a:spcPct val="0"/>
        </a:spcAft>
        <a:defRPr sz="1800" b="1">
          <a:solidFill>
            <a:schemeClr val="accent1"/>
          </a:solidFill>
          <a:latin typeface="Tw Cen MT" charset="0"/>
          <a:ea typeface="ＭＳ Ｐゴシック" charset="0"/>
        </a:defRPr>
      </a:lvl7pPr>
      <a:lvl8pPr marL="1028700" algn="l" defTabSz="342900" rtl="0" eaLnBrk="1" fontAlgn="base" hangingPunct="1">
        <a:spcBef>
          <a:spcPct val="0"/>
        </a:spcBef>
        <a:spcAft>
          <a:spcPct val="0"/>
        </a:spcAft>
        <a:defRPr sz="1800" b="1">
          <a:solidFill>
            <a:schemeClr val="accent1"/>
          </a:solidFill>
          <a:latin typeface="Tw Cen MT" charset="0"/>
          <a:ea typeface="ＭＳ Ｐゴシック" charset="0"/>
        </a:defRPr>
      </a:lvl8pPr>
      <a:lvl9pPr marL="1371600" algn="l" defTabSz="342900" rtl="0" eaLnBrk="1" fontAlgn="base" hangingPunct="1">
        <a:spcBef>
          <a:spcPct val="0"/>
        </a:spcBef>
        <a:spcAft>
          <a:spcPct val="0"/>
        </a:spcAft>
        <a:defRPr sz="1800" b="1">
          <a:solidFill>
            <a:schemeClr val="accent1"/>
          </a:solidFill>
          <a:latin typeface="Tw Cen MT" charset="0"/>
          <a:ea typeface="ＭＳ Ｐゴシック" charset="0"/>
        </a:defRPr>
      </a:lvl9pPr>
    </p:titleStyle>
    <p:bodyStyle>
      <a:lvl1pPr marL="257175" indent="-257175" algn="l" defTabSz="342900" rtl="0" eaLnBrk="1" fontAlgn="base" hangingPunct="1">
        <a:spcBef>
          <a:spcPct val="20000"/>
        </a:spcBef>
        <a:spcAft>
          <a:spcPct val="0"/>
        </a:spcAft>
        <a:buFont typeface="Lucida Grande" charset="0"/>
        <a:buChar char="–"/>
        <a:defRPr sz="1500" kern="1200">
          <a:solidFill>
            <a:schemeClr val="tx1"/>
          </a:solidFill>
          <a:latin typeface="Tw Cen MT"/>
          <a:ea typeface="ＭＳ Ｐゴシック" charset="0"/>
          <a:cs typeface="Tw Cen MT"/>
        </a:defRPr>
      </a:lvl1pPr>
      <a:lvl2pPr marL="557213" indent="-214313" algn="l" defTabSz="342900" rtl="0" eaLnBrk="1" fontAlgn="base" hangingPunct="1">
        <a:spcBef>
          <a:spcPct val="20000"/>
        </a:spcBef>
        <a:spcAft>
          <a:spcPct val="0"/>
        </a:spcAft>
        <a:buFont typeface="Arial" charset="0"/>
        <a:buChar char="–"/>
        <a:defRPr sz="1500" kern="1200">
          <a:solidFill>
            <a:schemeClr val="tx1"/>
          </a:solidFill>
          <a:latin typeface="Tw Cen MT"/>
          <a:ea typeface="ＭＳ Ｐゴシック" charset="0"/>
          <a:cs typeface="Tw Cen MT"/>
        </a:defRPr>
      </a:lvl2pPr>
      <a:lvl3pPr marL="857250" indent="-171450" algn="l" defTabSz="342900" rtl="0" eaLnBrk="1" fontAlgn="base" hangingPunct="1">
        <a:spcBef>
          <a:spcPct val="20000"/>
        </a:spcBef>
        <a:spcAft>
          <a:spcPct val="0"/>
        </a:spcAft>
        <a:buFont typeface="Arial" charset="0"/>
        <a:buChar char="•"/>
        <a:defRPr sz="1500" kern="1200">
          <a:solidFill>
            <a:schemeClr val="tx1"/>
          </a:solidFill>
          <a:latin typeface="Tw Cen MT"/>
          <a:ea typeface="ＭＳ Ｐゴシック" charset="0"/>
          <a:cs typeface="Tw Cen MT"/>
        </a:defRPr>
      </a:lvl3pPr>
      <a:lvl4pPr marL="1200150" indent="-171450" algn="l" defTabSz="342900" rtl="0" eaLnBrk="1" fontAlgn="base" hangingPunct="1">
        <a:spcBef>
          <a:spcPct val="20000"/>
        </a:spcBef>
        <a:spcAft>
          <a:spcPct val="0"/>
        </a:spcAft>
        <a:buFont typeface="Arial" charset="0"/>
        <a:buChar char="–"/>
        <a:defRPr sz="1500" kern="1200">
          <a:solidFill>
            <a:schemeClr val="tx1"/>
          </a:solidFill>
          <a:latin typeface="Tw Cen MT"/>
          <a:ea typeface="ＭＳ Ｐゴシック" charset="0"/>
          <a:cs typeface="Tw Cen MT"/>
        </a:defRPr>
      </a:lvl4pPr>
      <a:lvl5pPr marL="1543050" indent="-171450" algn="l" defTabSz="342900" rtl="0" eaLnBrk="1" fontAlgn="base" hangingPunct="1">
        <a:spcBef>
          <a:spcPct val="20000"/>
        </a:spcBef>
        <a:spcAft>
          <a:spcPct val="0"/>
        </a:spcAft>
        <a:buFont typeface="Arial" charset="0"/>
        <a:buChar char="»"/>
        <a:defRPr sz="1500" kern="1200">
          <a:solidFill>
            <a:schemeClr val="tx1"/>
          </a:solidFill>
          <a:latin typeface="Tw Cen MT"/>
          <a:ea typeface="ＭＳ Ｐゴシック" charset="0"/>
          <a:cs typeface="Tw Cen MT"/>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3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36.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36.xml"/><Relationship Id="rId4" Type="http://schemas.openxmlformats.org/officeDocument/2006/relationships/image" Target="../media/image32.png"/></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36.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36.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36.xml"/><Relationship Id="rId5" Type="http://schemas.openxmlformats.org/officeDocument/2006/relationships/image" Target="../media/image37.png"/><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36.xml"/><Relationship Id="rId5" Type="http://schemas.openxmlformats.org/officeDocument/2006/relationships/image" Target="../media/image32.png"/><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36.xml"/><Relationship Id="rId6" Type="http://schemas.openxmlformats.org/officeDocument/2006/relationships/image" Target="../media/image36.png"/><Relationship Id="rId5" Type="http://schemas.openxmlformats.org/officeDocument/2006/relationships/image" Target="../media/image41.png"/><Relationship Id="rId4" Type="http://schemas.openxmlformats.org/officeDocument/2006/relationships/image" Target="../media/image40.png"/></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36.xml"/><Relationship Id="rId6" Type="http://schemas.openxmlformats.org/officeDocument/2006/relationships/image" Target="../media/image36.png"/><Relationship Id="rId5" Type="http://schemas.openxmlformats.org/officeDocument/2006/relationships/image" Target="../media/image41.png"/><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36.xml"/><Relationship Id="rId5" Type="http://schemas.openxmlformats.org/officeDocument/2006/relationships/image" Target="../media/image45.png"/><Relationship Id="rId4" Type="http://schemas.openxmlformats.org/officeDocument/2006/relationships/image" Target="../media/image44.png"/></Relationships>
</file>

<file path=ppt/slides/_rels/slide14.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3.png"/><Relationship Id="rId7" Type="http://schemas.openxmlformats.org/officeDocument/2006/relationships/image" Target="../media/image49.png"/><Relationship Id="rId2" Type="http://schemas.openxmlformats.org/officeDocument/2006/relationships/notesSlide" Target="../notesSlides/notesSlide14.xml"/><Relationship Id="rId1" Type="http://schemas.openxmlformats.org/officeDocument/2006/relationships/slideLayout" Target="../slideLayouts/slideLayout36.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5.xml.rels><?xml version="1.0" encoding="UTF-8" standalone="yes"?>
<Relationships xmlns="http://schemas.openxmlformats.org/package/2006/relationships"><Relationship Id="rId8" Type="http://schemas.openxmlformats.org/officeDocument/2006/relationships/image" Target="../media/image55.svg"/><Relationship Id="rId13" Type="http://schemas.openxmlformats.org/officeDocument/2006/relationships/image" Target="../media/image60.png"/><Relationship Id="rId3" Type="http://schemas.openxmlformats.org/officeDocument/2006/relationships/image" Target="../media/image50.svg"/><Relationship Id="rId7" Type="http://schemas.openxmlformats.org/officeDocument/2006/relationships/image" Target="../media/image54.svg"/><Relationship Id="rId12" Type="http://schemas.openxmlformats.org/officeDocument/2006/relationships/image" Target="../media/image59.png"/><Relationship Id="rId2" Type="http://schemas.openxmlformats.org/officeDocument/2006/relationships/notesSlide" Target="../notesSlides/notesSlide15.xml"/><Relationship Id="rId16" Type="http://schemas.openxmlformats.org/officeDocument/2006/relationships/image" Target="../media/image63.png"/><Relationship Id="rId1" Type="http://schemas.openxmlformats.org/officeDocument/2006/relationships/slideLayout" Target="../slideLayouts/slideLayout36.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5" Type="http://schemas.openxmlformats.org/officeDocument/2006/relationships/image" Target="../media/image6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svg"/><Relationship Id="rId14" Type="http://schemas.openxmlformats.org/officeDocument/2006/relationships/image" Target="../media/image61.png"/></Relationships>
</file>

<file path=ppt/slides/_rels/slide1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6.xml"/><Relationship Id="rId1" Type="http://schemas.openxmlformats.org/officeDocument/2006/relationships/slideLayout" Target="../slideLayouts/slideLayout36.xml"/><Relationship Id="rId5" Type="http://schemas.openxmlformats.org/officeDocument/2006/relationships/image" Target="../media/image66.png"/><Relationship Id="rId4" Type="http://schemas.openxmlformats.org/officeDocument/2006/relationships/image" Target="../media/image65.png"/></Relationships>
</file>

<file path=ppt/slides/_rels/slide17.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notesSlide" Target="../notesSlides/notesSlide17.xml"/><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8.svg"/><Relationship Id="rId7" Type="http://schemas.openxmlformats.org/officeDocument/2006/relationships/image" Target="../media/image72.png"/><Relationship Id="rId2" Type="http://schemas.openxmlformats.org/officeDocument/2006/relationships/notesSlide" Target="../notesSlides/notesSlide18.xml"/><Relationship Id="rId1" Type="http://schemas.openxmlformats.org/officeDocument/2006/relationships/slideLayout" Target="../slideLayouts/slideLayout59.xml"/><Relationship Id="rId6" Type="http://schemas.openxmlformats.org/officeDocument/2006/relationships/image" Target="../media/image71.svg"/><Relationship Id="rId5" Type="http://schemas.openxmlformats.org/officeDocument/2006/relationships/image" Target="../media/image70.png"/><Relationship Id="rId4" Type="http://schemas.openxmlformats.org/officeDocument/2006/relationships/image" Target="../media/image69.svg"/><Relationship Id="rId9" Type="http://schemas.openxmlformats.org/officeDocument/2006/relationships/image" Target="../media/image74.png"/></Relationships>
</file>

<file path=ppt/slides/_rels/slide19.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notesSlide" Target="../notesSlides/notesSlide19.xml"/><Relationship Id="rId1" Type="http://schemas.openxmlformats.org/officeDocument/2006/relationships/slideLayout" Target="../slideLayouts/slideLayout59.xml"/><Relationship Id="rId5" Type="http://schemas.openxmlformats.org/officeDocument/2006/relationships/image" Target="../media/image71.svg"/><Relationship Id="rId4" Type="http://schemas.openxmlformats.org/officeDocument/2006/relationships/image" Target="../media/image70.png"/></Relationships>
</file>

<file path=ppt/slides/_rels/slide20.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75.svg"/><Relationship Id="rId7" Type="http://schemas.openxmlformats.org/officeDocument/2006/relationships/image" Target="../media/image71.svg"/><Relationship Id="rId2" Type="http://schemas.openxmlformats.org/officeDocument/2006/relationships/notesSlide" Target="../notesSlides/notesSlide20.xml"/><Relationship Id="rId1" Type="http://schemas.openxmlformats.org/officeDocument/2006/relationships/slideLayout" Target="../slideLayouts/slideLayout59.xml"/><Relationship Id="rId6" Type="http://schemas.openxmlformats.org/officeDocument/2006/relationships/image" Target="../media/image70.png"/><Relationship Id="rId5" Type="http://schemas.openxmlformats.org/officeDocument/2006/relationships/image" Target="../media/image69.svg"/><Relationship Id="rId4" Type="http://schemas.openxmlformats.org/officeDocument/2006/relationships/image" Target="../media/image68.svg"/></Relationships>
</file>

<file path=ppt/slides/_rels/slide21.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notesSlide" Target="../notesSlides/notesSlide21.xml"/><Relationship Id="rId1" Type="http://schemas.openxmlformats.org/officeDocument/2006/relationships/slideLayout" Target="../slideLayouts/slideLayout59.xml"/><Relationship Id="rId6" Type="http://schemas.openxmlformats.org/officeDocument/2006/relationships/image" Target="../media/image73.png"/><Relationship Id="rId5" Type="http://schemas.openxmlformats.org/officeDocument/2006/relationships/image" Target="../media/image70.png"/><Relationship Id="rId4" Type="http://schemas.openxmlformats.org/officeDocument/2006/relationships/image" Target="../media/image71.svg"/></Relationships>
</file>

<file path=ppt/slides/_rels/slide2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2.xml"/><Relationship Id="rId1" Type="http://schemas.openxmlformats.org/officeDocument/2006/relationships/slideLayout" Target="../slideLayouts/slideLayout59.xml"/></Relationships>
</file>

<file path=ppt/slides/_rels/slide23.xml.rels><?xml version="1.0" encoding="UTF-8" standalone="yes"?>
<Relationships xmlns="http://schemas.openxmlformats.org/package/2006/relationships"><Relationship Id="rId3" Type="http://schemas.openxmlformats.org/officeDocument/2006/relationships/image" Target="../media/image75.svg"/><Relationship Id="rId7" Type="http://schemas.openxmlformats.org/officeDocument/2006/relationships/image" Target="../media/image78.png"/><Relationship Id="rId2" Type="http://schemas.openxmlformats.org/officeDocument/2006/relationships/notesSlide" Target="../notesSlides/notesSlide23.xml"/><Relationship Id="rId1" Type="http://schemas.openxmlformats.org/officeDocument/2006/relationships/slideLayout" Target="../slideLayouts/slideLayout59.xml"/><Relationship Id="rId6" Type="http://schemas.openxmlformats.org/officeDocument/2006/relationships/image" Target="../media/image77.png"/><Relationship Id="rId5" Type="http://schemas.openxmlformats.org/officeDocument/2006/relationships/image" Target="../media/image69.svg"/><Relationship Id="rId4" Type="http://schemas.openxmlformats.org/officeDocument/2006/relationships/image" Target="../media/image6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B2AC975A-5BFB-DC60-6AED-0006DC3FB0F6}"/>
              </a:ext>
            </a:extLst>
          </p:cNvPr>
          <p:cNvSpPr>
            <a:spLocks noGrp="1" noRot="1" noMove="1" noResize="1" noEditPoints="1" noAdjustHandles="1" noChangeArrowheads="1" noChangeShapeType="1"/>
          </p:cNvSpPr>
          <p:nvPr/>
        </p:nvSpPr>
        <p:spPr>
          <a:xfrm>
            <a:off x="4727972" y="0"/>
            <a:ext cx="4438800" cy="5143500"/>
          </a:xfrm>
          <a:prstGeom prst="rect">
            <a:avLst/>
          </a:prstGeom>
          <a:solidFill>
            <a:srgbClr val="224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AU" sz="1350" kern="1200" dirty="0">
              <a:solidFill>
                <a:prstClr val="white"/>
              </a:solidFill>
              <a:latin typeface="Arial"/>
            </a:endParaRPr>
          </a:p>
        </p:txBody>
      </p:sp>
      <p:sp>
        <p:nvSpPr>
          <p:cNvPr id="3" name="Text Placeholder 2">
            <a:extLst>
              <a:ext uri="{FF2B5EF4-FFF2-40B4-BE49-F238E27FC236}">
                <a16:creationId xmlns:a16="http://schemas.microsoft.com/office/drawing/2014/main" id="{29AE6B4F-F5BF-0EDA-D80A-0F6A0290BAF5}"/>
              </a:ext>
            </a:extLst>
          </p:cNvPr>
          <p:cNvSpPr>
            <a:spLocks noGrp="1"/>
          </p:cNvSpPr>
          <p:nvPr>
            <p:ph type="body" sz="quarter" idx="11"/>
          </p:nvPr>
        </p:nvSpPr>
        <p:spPr>
          <a:xfrm>
            <a:off x="366942" y="2993979"/>
            <a:ext cx="3963817" cy="674031"/>
          </a:xfrm>
        </p:spPr>
        <p:txBody>
          <a:bodyPr anchor="b" anchorCtr="0">
            <a:spAutoFit/>
          </a:bodyPr>
          <a:lstStyle/>
          <a:p>
            <a:r>
              <a:rPr lang="en-AU" dirty="0"/>
              <a:t>Candidate: Arkar Than Win						</a:t>
            </a:r>
          </a:p>
          <a:p>
            <a:r>
              <a:rPr lang="en-AU" dirty="0"/>
              <a:t>Supervisors: Professor John Nelson and Associate Professor Chinh Ho</a:t>
            </a:r>
          </a:p>
          <a:p>
            <a:r>
              <a:rPr lang="en-AU" dirty="0"/>
              <a:t>Discipline: Institute of Transport and Logistics Studies			</a:t>
            </a:r>
          </a:p>
          <a:p>
            <a:r>
              <a:rPr lang="en-AU" dirty="0"/>
              <a:t>Date: 24</a:t>
            </a:r>
            <a:r>
              <a:rPr lang="en-AU" baseline="30000" dirty="0"/>
              <a:t>th</a:t>
            </a:r>
            <a:r>
              <a:rPr lang="en-AU" dirty="0"/>
              <a:t> of November 2025						 </a:t>
            </a:r>
          </a:p>
        </p:txBody>
      </p:sp>
      <p:sp>
        <p:nvSpPr>
          <p:cNvPr id="4" name="Text Placeholder 3">
            <a:extLst>
              <a:ext uri="{FF2B5EF4-FFF2-40B4-BE49-F238E27FC236}">
                <a16:creationId xmlns:a16="http://schemas.microsoft.com/office/drawing/2014/main" id="{15132EF0-A032-879C-FCBC-DFDA78FB8457}"/>
              </a:ext>
            </a:extLst>
          </p:cNvPr>
          <p:cNvSpPr>
            <a:spLocks noGrp="1"/>
          </p:cNvSpPr>
          <p:nvPr>
            <p:ph type="body" sz="quarter" idx="13"/>
          </p:nvPr>
        </p:nvSpPr>
        <p:spPr>
          <a:xfrm>
            <a:off x="382767" y="1981906"/>
            <a:ext cx="3947992" cy="320857"/>
          </a:xfrm>
        </p:spPr>
        <p:txBody>
          <a:bodyPr>
            <a:spAutoFit/>
          </a:bodyPr>
          <a:lstStyle/>
          <a:p>
            <a:r>
              <a:rPr lang="en-AU" b="1" dirty="0"/>
              <a:t>2025 TRANSW Symposium</a:t>
            </a:r>
          </a:p>
        </p:txBody>
      </p:sp>
      <p:pic>
        <p:nvPicPr>
          <p:cNvPr id="7" name="Picture 6">
            <a:extLst>
              <a:ext uri="{FF2B5EF4-FFF2-40B4-BE49-F238E27FC236}">
                <a16:creationId xmlns:a16="http://schemas.microsoft.com/office/drawing/2014/main" id="{1B4488C3-7972-9693-180F-48206BE32B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62946" y="4332033"/>
            <a:ext cx="640663" cy="568516"/>
          </a:xfrm>
          <a:prstGeom prst="rect">
            <a:avLst/>
          </a:prstGeom>
        </p:spPr>
      </p:pic>
      <p:sp>
        <p:nvSpPr>
          <p:cNvPr id="5" name="Title 1">
            <a:extLst>
              <a:ext uri="{FF2B5EF4-FFF2-40B4-BE49-F238E27FC236}">
                <a16:creationId xmlns:a16="http://schemas.microsoft.com/office/drawing/2014/main" id="{B49EFBAD-A447-5113-D534-C4274248667A}"/>
              </a:ext>
            </a:extLst>
          </p:cNvPr>
          <p:cNvSpPr txBox="1">
            <a:spLocks/>
          </p:cNvSpPr>
          <p:nvPr/>
        </p:nvSpPr>
        <p:spPr bwMode="auto">
          <a:xfrm>
            <a:off x="381885" y="943160"/>
            <a:ext cx="3948874" cy="1038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68580" tIns="34290" rIns="68580" bIns="34290" numCol="1" anchor="b" anchorCtr="0" compatLnSpc="1">
            <a:prstTxWarp prst="textNoShape">
              <a:avLst/>
            </a:prstTxWarp>
            <a:spAutoFit/>
          </a:bodyPr>
          <a:lstStyle>
            <a:lvl1pPr algn="l" defTabSz="457200" rtl="0" eaLnBrk="1" fontAlgn="base" hangingPunct="1">
              <a:spcBef>
                <a:spcPct val="0"/>
              </a:spcBef>
              <a:spcAft>
                <a:spcPct val="0"/>
              </a:spcAft>
              <a:defRPr sz="22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pPr defTabSz="342900"/>
            <a:r>
              <a:rPr lang="en-US" sz="2100" dirty="0">
                <a:solidFill>
                  <a:srgbClr val="1F487C"/>
                </a:solidFill>
              </a:rPr>
              <a:t>Perceptions of autonomous vehicle among older adults and people with physical disability</a:t>
            </a:r>
            <a:endParaRPr lang="en-AU" sz="2100" dirty="0">
              <a:solidFill>
                <a:srgbClr val="1F487C"/>
              </a:solidFill>
            </a:endParaRPr>
          </a:p>
        </p:txBody>
      </p:sp>
      <p:pic>
        <p:nvPicPr>
          <p:cNvPr id="11" name="Picture 10" descr="A black and red logo&#10;&#10;Description automatically generated">
            <a:extLst>
              <a:ext uri="{FF2B5EF4-FFF2-40B4-BE49-F238E27FC236}">
                <a16:creationId xmlns:a16="http://schemas.microsoft.com/office/drawing/2014/main" id="{ACFE110D-32C5-2355-D9E0-0F089D5192A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66700" y="4330849"/>
            <a:ext cx="1864058" cy="569700"/>
          </a:xfrm>
          <a:prstGeom prst="rect">
            <a:avLst/>
          </a:prstGeom>
        </p:spPr>
      </p:pic>
      <p:pic>
        <p:nvPicPr>
          <p:cNvPr id="28" name="Picture 27" descr="A person and person standing in an office&#10;&#10;Description automatically generated">
            <a:extLst>
              <a:ext uri="{FF2B5EF4-FFF2-40B4-BE49-F238E27FC236}">
                <a16:creationId xmlns:a16="http://schemas.microsoft.com/office/drawing/2014/main" id="{C9A32283-03F8-2FD4-5258-23ECD6AC2716}"/>
              </a:ext>
            </a:extLst>
          </p:cNvPr>
          <p:cNvPicPr>
            <a:picLocks noGrp="1" noRot="1" noChangeAspect="1" noMove="1" noResize="1" noEditPoints="1" noAdjustHandles="1" noChangeArrowheads="1" noChangeShapeType="1" noCrop="1"/>
          </p:cNvPicPr>
          <p:nvPr/>
        </p:nvPicPr>
        <p:blipFill>
          <a:blip r:embed="rId5" cstate="print">
            <a:extLst>
              <a:ext uri="{28A0092B-C50C-407E-A947-70E740481C1C}">
                <a14:useLocalDpi xmlns:a14="http://schemas.microsoft.com/office/drawing/2010/main" val="0"/>
              </a:ext>
            </a:extLst>
          </a:blip>
          <a:stretch>
            <a:fillRect/>
          </a:stretch>
        </p:blipFill>
        <p:spPr>
          <a:xfrm>
            <a:off x="4889543" y="296829"/>
            <a:ext cx="4114800" cy="1038073"/>
          </a:xfrm>
          <a:prstGeom prst="rect">
            <a:avLst/>
          </a:prstGeom>
        </p:spPr>
      </p:pic>
      <p:pic>
        <p:nvPicPr>
          <p:cNvPr id="31" name="Picture 30" descr="A group of people standing in front of a black background&#10;&#10;Description automatically generated">
            <a:extLst>
              <a:ext uri="{FF2B5EF4-FFF2-40B4-BE49-F238E27FC236}">
                <a16:creationId xmlns:a16="http://schemas.microsoft.com/office/drawing/2014/main" id="{75737658-0F64-E5F0-A453-CBC304CC534A}"/>
              </a:ext>
            </a:extLst>
          </p:cNvPr>
          <p:cNvPicPr>
            <a:picLocks noGrp="1" noRot="1" noChangeAspect="1" noMove="1" noResize="1" noEditPoints="1" noAdjustHandles="1" noChangeArrowheads="1" noChangeShapeType="1" noCrop="1"/>
          </p:cNvPicPr>
          <p:nvPr/>
        </p:nvPicPr>
        <p:blipFill>
          <a:blip r:embed="rId6" cstate="print">
            <a:extLst>
              <a:ext uri="{28A0092B-C50C-407E-A947-70E740481C1C}">
                <a14:useLocalDpi xmlns:a14="http://schemas.microsoft.com/office/drawing/2010/main" val="0"/>
              </a:ext>
            </a:extLst>
          </a:blip>
          <a:stretch>
            <a:fillRect/>
          </a:stretch>
        </p:blipFill>
        <p:spPr>
          <a:xfrm>
            <a:off x="4889543" y="3903231"/>
            <a:ext cx="4114800" cy="993052"/>
          </a:xfrm>
          <a:prstGeom prst="rect">
            <a:avLst/>
          </a:prstGeom>
        </p:spPr>
      </p:pic>
      <p:pic>
        <p:nvPicPr>
          <p:cNvPr id="37" name="Picture 36" descr="A circular diagram of a car with people and hands&#10;&#10;Description automatically generated with medium confidence">
            <a:extLst>
              <a:ext uri="{FF2B5EF4-FFF2-40B4-BE49-F238E27FC236}">
                <a16:creationId xmlns:a16="http://schemas.microsoft.com/office/drawing/2014/main" id="{FA0AF76C-BDE9-8D71-05B9-A87C446DB959}"/>
              </a:ext>
            </a:extLst>
          </p:cNvPr>
          <p:cNvPicPr>
            <a:picLocks noGrp="1" noRot="1" noChangeAspect="1" noMove="1" noResize="1" noEditPoints="1" noAdjustHandles="1" noChangeArrowheads="1" noChangeShapeType="1" noCrop="1"/>
          </p:cNvPicPr>
          <p:nvPr/>
        </p:nvPicPr>
        <p:blipFill>
          <a:blip r:embed="rId7" cstate="print">
            <a:extLst>
              <a:ext uri="{28A0092B-C50C-407E-A947-70E740481C1C}">
                <a14:useLocalDpi xmlns:a14="http://schemas.microsoft.com/office/drawing/2010/main" val="0"/>
              </a:ext>
            </a:extLst>
          </a:blip>
          <a:stretch>
            <a:fillRect/>
          </a:stretch>
        </p:blipFill>
        <p:spPr>
          <a:xfrm>
            <a:off x="5722465" y="1351493"/>
            <a:ext cx="2449814" cy="2440514"/>
          </a:xfrm>
          <a:prstGeom prst="rect">
            <a:avLst/>
          </a:prstGeom>
        </p:spPr>
      </p:pic>
    </p:spTree>
    <p:extLst>
      <p:ext uri="{BB962C8B-B14F-4D97-AF65-F5344CB8AC3E}">
        <p14:creationId xmlns:p14="http://schemas.microsoft.com/office/powerpoint/2010/main" val="3744008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00000">
              <a:schemeClr val="accent4">
                <a:lumMod val="75000"/>
              </a:schemeClr>
            </a:gs>
          </a:gsLst>
          <a:lin ang="5400000" scaled="1"/>
        </a:gra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A027AC1-01ED-A3D2-D4A3-D8D37641001E}"/>
              </a:ext>
            </a:extLst>
          </p:cNvPr>
          <p:cNvSpPr>
            <a:spLocks noGrp="1"/>
          </p:cNvSpPr>
          <p:nvPr>
            <p:ph type="title"/>
          </p:nvPr>
        </p:nvSpPr>
        <p:spPr>
          <a:xfrm>
            <a:off x="3048000" y="1729212"/>
            <a:ext cx="3048000" cy="1685077"/>
          </a:xfrm>
        </p:spPr>
        <p:txBody>
          <a:bodyPr wrap="square">
            <a:spAutoFit/>
          </a:bodyPr>
          <a:lstStyle/>
          <a:p>
            <a:pPr algn="ctr"/>
            <a:r>
              <a:rPr lang="en-AU" sz="4050" dirty="0">
                <a:solidFill>
                  <a:srgbClr val="1F487C"/>
                </a:solidFill>
                <a:effectLst>
                  <a:outerShdw blurRad="50800" dist="38100" dir="2700000" algn="tl" rotWithShape="0">
                    <a:prstClr val="black">
                      <a:alpha val="35000"/>
                    </a:prstClr>
                  </a:outerShdw>
                </a:effectLst>
              </a:rPr>
              <a:t>Meet James</a:t>
            </a:r>
            <a:br>
              <a:rPr lang="en-AU" sz="4050" dirty="0">
                <a:solidFill>
                  <a:srgbClr val="1F487C"/>
                </a:solidFill>
              </a:rPr>
            </a:br>
            <a:r>
              <a:rPr lang="en-AU" sz="2100" dirty="0">
                <a:solidFill>
                  <a:srgbClr val="1F487C"/>
                </a:solidFill>
              </a:rPr>
              <a:t>A young man who battles physical challenges daily</a:t>
            </a:r>
            <a:endParaRPr lang="en-AU" sz="4050" dirty="0">
              <a:solidFill>
                <a:srgbClr val="1F487C"/>
              </a:solidFill>
            </a:endParaRPr>
          </a:p>
        </p:txBody>
      </p:sp>
      <p:pic>
        <p:nvPicPr>
          <p:cNvPr id="7" name="Picture 6" descr="A person sitting in a wheelchair writing on a paper&#10;&#10;Description automatically generated">
            <a:extLst>
              <a:ext uri="{FF2B5EF4-FFF2-40B4-BE49-F238E27FC236}">
                <a16:creationId xmlns:a16="http://schemas.microsoft.com/office/drawing/2014/main" id="{B9C31FB8-ED28-F665-30FF-321EBCD75C7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 y="1440488"/>
            <a:ext cx="1656268" cy="2262525"/>
          </a:xfrm>
          <a:prstGeom prst="rect">
            <a:avLst/>
          </a:prstGeom>
        </p:spPr>
      </p:pic>
    </p:spTree>
    <p:extLst>
      <p:ext uri="{BB962C8B-B14F-4D97-AF65-F5344CB8AC3E}">
        <p14:creationId xmlns:p14="http://schemas.microsoft.com/office/powerpoint/2010/main" val="3107782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00000">
              <a:schemeClr val="accent4">
                <a:lumMod val="75000"/>
              </a:schemeClr>
            </a:gs>
          </a:gsLst>
          <a:lin ang="5400000" scaled="1"/>
        </a:gradFill>
        <a:effectLst/>
      </p:bgPr>
    </p:bg>
    <p:spTree>
      <p:nvGrpSpPr>
        <p:cNvPr id="1" name=""/>
        <p:cNvGrpSpPr/>
        <p:nvPr/>
      </p:nvGrpSpPr>
      <p:grpSpPr>
        <a:xfrm>
          <a:off x="0" y="0"/>
          <a:ext cx="0" cy="0"/>
          <a:chOff x="0" y="0"/>
          <a:chExt cx="0" cy="0"/>
        </a:xfrm>
      </p:grpSpPr>
      <p:pic>
        <p:nvPicPr>
          <p:cNvPr id="7" name="Picture 6" descr="A person sitting in a wheelchair writing on a paper&#10;&#10;Description automatically generated">
            <a:extLst>
              <a:ext uri="{FF2B5EF4-FFF2-40B4-BE49-F238E27FC236}">
                <a16:creationId xmlns:a16="http://schemas.microsoft.com/office/drawing/2014/main" id="{B9C31FB8-ED28-F665-30FF-321EBCD75C7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 y="1440488"/>
            <a:ext cx="1656268" cy="2262525"/>
          </a:xfrm>
          <a:prstGeom prst="rect">
            <a:avLst/>
          </a:prstGeom>
        </p:spPr>
      </p:pic>
      <p:grpSp>
        <p:nvGrpSpPr>
          <p:cNvPr id="15" name="Group 14">
            <a:extLst>
              <a:ext uri="{FF2B5EF4-FFF2-40B4-BE49-F238E27FC236}">
                <a16:creationId xmlns:a16="http://schemas.microsoft.com/office/drawing/2014/main" id="{3BFCA8A2-33C9-8691-04D5-7FBBA18BD92F}"/>
              </a:ext>
            </a:extLst>
          </p:cNvPr>
          <p:cNvGrpSpPr/>
          <p:nvPr/>
        </p:nvGrpSpPr>
        <p:grpSpPr>
          <a:xfrm>
            <a:off x="1018742" y="67738"/>
            <a:ext cx="1862667" cy="1354667"/>
            <a:chOff x="2179953" y="90317"/>
            <a:chExt cx="2483556" cy="1806223"/>
          </a:xfrm>
        </p:grpSpPr>
        <p:sp>
          <p:nvSpPr>
            <p:cNvPr id="11" name="Thought Bubble: Cloud 10">
              <a:extLst>
                <a:ext uri="{FF2B5EF4-FFF2-40B4-BE49-F238E27FC236}">
                  <a16:creationId xmlns:a16="http://schemas.microsoft.com/office/drawing/2014/main" id="{72E60E0C-1561-AC69-7EA7-13E1B26FFFA2}"/>
                </a:ext>
              </a:extLst>
            </p:cNvPr>
            <p:cNvSpPr/>
            <p:nvPr/>
          </p:nvSpPr>
          <p:spPr>
            <a:xfrm flipH="1">
              <a:off x="2179953" y="90317"/>
              <a:ext cx="2483556" cy="1806223"/>
            </a:xfrm>
            <a:prstGeom prst="cloudCallout">
              <a:avLst>
                <a:gd name="adj1" fmla="val 22803"/>
                <a:gd name="adj2" fmla="val 63750"/>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endParaRPr lang="en-AU" sz="1350" kern="1200" dirty="0">
                <a:solidFill>
                  <a:prstClr val="white"/>
                </a:solidFill>
                <a:latin typeface="Arial"/>
              </a:endParaRPr>
            </a:p>
          </p:txBody>
        </p:sp>
        <p:pic>
          <p:nvPicPr>
            <p:cNvPr id="12" name="Picture 11" descr="A person in a wheelchair at a desk&#10;&#10;Description automatically generated">
              <a:extLst>
                <a:ext uri="{FF2B5EF4-FFF2-40B4-BE49-F238E27FC236}">
                  <a16:creationId xmlns:a16="http://schemas.microsoft.com/office/drawing/2014/main" id="{86A702B5-3CCF-10FF-C3F3-37AB405BF25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21081" y="397425"/>
              <a:ext cx="1601300" cy="921541"/>
            </a:xfrm>
            <a:prstGeom prst="rect">
              <a:avLst/>
            </a:prstGeom>
          </p:spPr>
        </p:pic>
      </p:grpSp>
      <p:grpSp>
        <p:nvGrpSpPr>
          <p:cNvPr id="16" name="Group 15">
            <a:extLst>
              <a:ext uri="{FF2B5EF4-FFF2-40B4-BE49-F238E27FC236}">
                <a16:creationId xmlns:a16="http://schemas.microsoft.com/office/drawing/2014/main" id="{83A806F9-EF77-7933-40B0-BA3FBEA81D7B}"/>
              </a:ext>
            </a:extLst>
          </p:cNvPr>
          <p:cNvGrpSpPr/>
          <p:nvPr/>
        </p:nvGrpSpPr>
        <p:grpSpPr>
          <a:xfrm>
            <a:off x="2440950" y="1320682"/>
            <a:ext cx="1862667" cy="1354667"/>
            <a:chOff x="1333034" y="1309553"/>
            <a:chExt cx="2483556" cy="1806223"/>
          </a:xfrm>
        </p:grpSpPr>
        <p:sp>
          <p:nvSpPr>
            <p:cNvPr id="14" name="Thought Bubble: Cloud 13">
              <a:extLst>
                <a:ext uri="{FF2B5EF4-FFF2-40B4-BE49-F238E27FC236}">
                  <a16:creationId xmlns:a16="http://schemas.microsoft.com/office/drawing/2014/main" id="{698FD43D-83AD-BB57-D3FB-72F852B35B57}"/>
                </a:ext>
              </a:extLst>
            </p:cNvPr>
            <p:cNvSpPr/>
            <p:nvPr/>
          </p:nvSpPr>
          <p:spPr>
            <a:xfrm flipH="1">
              <a:off x="1333034" y="1309553"/>
              <a:ext cx="2483556" cy="1806223"/>
            </a:xfrm>
            <a:prstGeom prst="cloudCallout">
              <a:avLst>
                <a:gd name="adj1" fmla="val 99907"/>
                <a:gd name="adj2" fmla="val -26862"/>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endParaRPr lang="en-AU" sz="1350" kern="1200" dirty="0">
                <a:solidFill>
                  <a:prstClr val="white"/>
                </a:solidFill>
                <a:latin typeface="Arial"/>
              </a:endParaRPr>
            </a:p>
          </p:txBody>
        </p:sp>
        <p:pic>
          <p:nvPicPr>
            <p:cNvPr id="4" name="Picture 3" descr="A group of people sitting at a table&#10;&#10;Description automatically generated">
              <a:extLst>
                <a:ext uri="{FF2B5EF4-FFF2-40B4-BE49-F238E27FC236}">
                  <a16:creationId xmlns:a16="http://schemas.microsoft.com/office/drawing/2014/main" id="{8C84325C-7FC1-04A3-8D5B-D65C88E9A29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74162" y="1761308"/>
              <a:ext cx="1601300" cy="902713"/>
            </a:xfrm>
            <a:prstGeom prst="rect">
              <a:avLst/>
            </a:prstGeom>
          </p:spPr>
        </p:pic>
      </p:grpSp>
      <p:grpSp>
        <p:nvGrpSpPr>
          <p:cNvPr id="18" name="Group 17">
            <a:extLst>
              <a:ext uri="{FF2B5EF4-FFF2-40B4-BE49-F238E27FC236}">
                <a16:creationId xmlns:a16="http://schemas.microsoft.com/office/drawing/2014/main" id="{38EDFF3E-49B9-F4C5-639B-83005910EE17}"/>
              </a:ext>
            </a:extLst>
          </p:cNvPr>
          <p:cNvGrpSpPr/>
          <p:nvPr/>
        </p:nvGrpSpPr>
        <p:grpSpPr>
          <a:xfrm>
            <a:off x="2354352" y="2756887"/>
            <a:ext cx="1862667" cy="1354667"/>
            <a:chOff x="3695728" y="3682475"/>
            <a:chExt cx="2483556" cy="1806223"/>
          </a:xfrm>
        </p:grpSpPr>
        <p:sp>
          <p:nvSpPr>
            <p:cNvPr id="17" name="Thought Bubble: Cloud 16">
              <a:extLst>
                <a:ext uri="{FF2B5EF4-FFF2-40B4-BE49-F238E27FC236}">
                  <a16:creationId xmlns:a16="http://schemas.microsoft.com/office/drawing/2014/main" id="{03BB1F54-02D0-2434-D6DB-1A6F5B47F1B0}"/>
                </a:ext>
              </a:extLst>
            </p:cNvPr>
            <p:cNvSpPr/>
            <p:nvPr/>
          </p:nvSpPr>
          <p:spPr>
            <a:xfrm flipH="1">
              <a:off x="3695728" y="3682475"/>
              <a:ext cx="2483556" cy="1806223"/>
            </a:xfrm>
            <a:prstGeom prst="cloudCallout">
              <a:avLst>
                <a:gd name="adj1" fmla="val 95371"/>
                <a:gd name="adj2" fmla="val -133615"/>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endParaRPr lang="en-AU" sz="1350" kern="1200" dirty="0">
                <a:solidFill>
                  <a:prstClr val="white"/>
                </a:solidFill>
                <a:latin typeface="Arial"/>
              </a:endParaRPr>
            </a:p>
          </p:txBody>
        </p:sp>
        <p:pic>
          <p:nvPicPr>
            <p:cNvPr id="3" name="Picture 2" descr="A cartoon of a family with a dog and a tennis racket&#10;&#10;Description automatically generated">
              <a:extLst>
                <a:ext uri="{FF2B5EF4-FFF2-40B4-BE49-F238E27FC236}">
                  <a16:creationId xmlns:a16="http://schemas.microsoft.com/office/drawing/2014/main" id="{CA99F4FC-C509-6CF0-8E41-336CF08935A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36856" y="3983613"/>
              <a:ext cx="1601300" cy="1203947"/>
            </a:xfrm>
            <a:prstGeom prst="rect">
              <a:avLst/>
            </a:prstGeom>
          </p:spPr>
        </p:pic>
      </p:grpSp>
    </p:spTree>
    <p:extLst>
      <p:ext uri="{BB962C8B-B14F-4D97-AF65-F5344CB8AC3E}">
        <p14:creationId xmlns:p14="http://schemas.microsoft.com/office/powerpoint/2010/main" val="4194839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accent4">
                <a:lumMod val="75000"/>
              </a:schemeClr>
            </a:gs>
          </a:gsLst>
          <a:lin ang="5400000" scaled="1"/>
          <a:tileRect/>
        </a:gradFill>
        <a:effectLst/>
      </p:bgPr>
    </p:bg>
    <p:spTree>
      <p:nvGrpSpPr>
        <p:cNvPr id="1" name=""/>
        <p:cNvGrpSpPr/>
        <p:nvPr/>
      </p:nvGrpSpPr>
      <p:grpSpPr>
        <a:xfrm>
          <a:off x="0" y="0"/>
          <a:ext cx="0" cy="0"/>
          <a:chOff x="0" y="0"/>
          <a:chExt cx="0" cy="0"/>
        </a:xfrm>
      </p:grpSpPr>
      <p:pic>
        <p:nvPicPr>
          <p:cNvPr id="52" name="Picture 51" descr="A white car with windows&#10;&#10;Description automatically generated">
            <a:extLst>
              <a:ext uri="{FF2B5EF4-FFF2-40B4-BE49-F238E27FC236}">
                <a16:creationId xmlns:a16="http://schemas.microsoft.com/office/drawing/2014/main" id="{07AEC747-6911-ADDA-72BC-504D0A00C0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81966" y="856100"/>
            <a:ext cx="7738416" cy="2878985"/>
          </a:xfrm>
          <a:prstGeom prst="rect">
            <a:avLst/>
          </a:prstGeom>
        </p:spPr>
      </p:pic>
      <p:pic>
        <p:nvPicPr>
          <p:cNvPr id="58" name="Picture 57" descr="A person in a wheelchair with a backpack&#10;&#10;Description automatically generated">
            <a:extLst>
              <a:ext uri="{FF2B5EF4-FFF2-40B4-BE49-F238E27FC236}">
                <a16:creationId xmlns:a16="http://schemas.microsoft.com/office/drawing/2014/main" id="{6748FC6A-FF05-8EE6-6148-620D54C0F0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7200" y="1463184"/>
            <a:ext cx="1487517" cy="2271901"/>
          </a:xfrm>
          <a:prstGeom prst="rect">
            <a:avLst/>
          </a:prstGeom>
        </p:spPr>
      </p:pic>
    </p:spTree>
    <p:extLst>
      <p:ext uri="{BB962C8B-B14F-4D97-AF65-F5344CB8AC3E}">
        <p14:creationId xmlns:p14="http://schemas.microsoft.com/office/powerpoint/2010/main" val="3987860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accent4">
                <a:lumMod val="75000"/>
              </a:schemeClr>
            </a:gs>
          </a:gsLst>
          <a:lin ang="5400000" scaled="1"/>
          <a:tileRect/>
        </a:gradFill>
        <a:effectLst/>
      </p:bgPr>
    </p:bg>
    <p:spTree>
      <p:nvGrpSpPr>
        <p:cNvPr id="1" name=""/>
        <p:cNvGrpSpPr/>
        <p:nvPr/>
      </p:nvGrpSpPr>
      <p:grpSpPr>
        <a:xfrm>
          <a:off x="0" y="0"/>
          <a:ext cx="0" cy="0"/>
          <a:chOff x="0" y="0"/>
          <a:chExt cx="0" cy="0"/>
        </a:xfrm>
      </p:grpSpPr>
      <p:pic>
        <p:nvPicPr>
          <p:cNvPr id="52" name="Picture 51" descr="A white car with windows&#10;&#10;Description automatically generated">
            <a:extLst>
              <a:ext uri="{FF2B5EF4-FFF2-40B4-BE49-F238E27FC236}">
                <a16:creationId xmlns:a16="http://schemas.microsoft.com/office/drawing/2014/main" id="{07AEC747-6911-ADDA-72BC-504D0A00C0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1815" y="856100"/>
            <a:ext cx="7738416" cy="2878985"/>
          </a:xfrm>
          <a:prstGeom prst="rect">
            <a:avLst/>
          </a:prstGeom>
        </p:spPr>
      </p:pic>
      <p:pic>
        <p:nvPicPr>
          <p:cNvPr id="58" name="Picture 57" descr="A person in a wheelchair with a backpack&#10;&#10;Description automatically generated">
            <a:extLst>
              <a:ext uri="{FF2B5EF4-FFF2-40B4-BE49-F238E27FC236}">
                <a16:creationId xmlns:a16="http://schemas.microsoft.com/office/drawing/2014/main" id="{6748FC6A-FF05-8EE6-6148-620D54C0F0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7200" y="1463184"/>
            <a:ext cx="1487517" cy="2271901"/>
          </a:xfrm>
          <a:prstGeom prst="rect">
            <a:avLst/>
          </a:prstGeom>
        </p:spPr>
      </p:pic>
      <p:pic>
        <p:nvPicPr>
          <p:cNvPr id="2" name="Picture 1" descr="A person wearing a green vest and white pants&#10;&#10;Description automatically generated">
            <a:extLst>
              <a:ext uri="{FF2B5EF4-FFF2-40B4-BE49-F238E27FC236}">
                <a16:creationId xmlns:a16="http://schemas.microsoft.com/office/drawing/2014/main" id="{4A100D78-B9A9-7C70-973C-A65ECED9515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05502" y="544424"/>
            <a:ext cx="1578143" cy="3190661"/>
          </a:xfrm>
          <a:prstGeom prst="rect">
            <a:avLst/>
          </a:prstGeom>
        </p:spPr>
      </p:pic>
      <p:grpSp>
        <p:nvGrpSpPr>
          <p:cNvPr id="3" name="Group 2">
            <a:extLst>
              <a:ext uri="{FF2B5EF4-FFF2-40B4-BE49-F238E27FC236}">
                <a16:creationId xmlns:a16="http://schemas.microsoft.com/office/drawing/2014/main" id="{E6B55161-6E1E-7229-B649-8C411D92B157}"/>
              </a:ext>
            </a:extLst>
          </p:cNvPr>
          <p:cNvGrpSpPr/>
          <p:nvPr/>
        </p:nvGrpSpPr>
        <p:grpSpPr>
          <a:xfrm>
            <a:off x="9238396" y="88107"/>
            <a:ext cx="2581241" cy="1859325"/>
            <a:chOff x="8573171" y="117475"/>
            <a:chExt cx="3441655" cy="2479100"/>
          </a:xfrm>
        </p:grpSpPr>
        <p:pic>
          <p:nvPicPr>
            <p:cNvPr id="4" name="Picture 3" descr="A calendar and clock with ticks&#10;&#10;Description automatically generated">
              <a:extLst>
                <a:ext uri="{FF2B5EF4-FFF2-40B4-BE49-F238E27FC236}">
                  <a16:creationId xmlns:a16="http://schemas.microsoft.com/office/drawing/2014/main" id="{73003F0C-1FE3-663F-28AF-7291540E470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005599" y="117475"/>
              <a:ext cx="2576801" cy="1527077"/>
            </a:xfrm>
            <a:prstGeom prst="rect">
              <a:avLst/>
            </a:prstGeom>
          </p:spPr>
        </p:pic>
        <p:sp>
          <p:nvSpPr>
            <p:cNvPr id="5" name="Title 1">
              <a:extLst>
                <a:ext uri="{FF2B5EF4-FFF2-40B4-BE49-F238E27FC236}">
                  <a16:creationId xmlns:a16="http://schemas.microsoft.com/office/drawing/2014/main" id="{5EF9907D-1C9D-2922-B925-68F02550E498}"/>
                </a:ext>
              </a:extLst>
            </p:cNvPr>
            <p:cNvSpPr txBox="1">
              <a:spLocks/>
            </p:cNvSpPr>
            <p:nvPr/>
          </p:nvSpPr>
          <p:spPr bwMode="auto">
            <a:xfrm>
              <a:off x="8573171" y="1642467"/>
              <a:ext cx="3441655" cy="954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68580" tIns="34290" rIns="68580" bIns="34290" numCol="1" anchor="ctr" anchorCtr="0" compatLnSpc="1">
              <a:prstTxWarp prst="textNoShape">
                <a:avLst/>
              </a:prstTxWarp>
              <a:spAutoFit/>
            </a:bodyPr>
            <a:lst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pPr algn="ctr" defTabSz="342900"/>
              <a:r>
                <a:rPr lang="en-US" sz="2100" dirty="0">
                  <a:solidFill>
                    <a:srgbClr val="1F487C"/>
                  </a:solidFill>
                </a:rPr>
                <a:t>Dependence on Others’ Availability</a:t>
              </a:r>
              <a:endParaRPr lang="en-AU" sz="2100" dirty="0">
                <a:solidFill>
                  <a:srgbClr val="1F487C"/>
                </a:solidFill>
              </a:endParaRPr>
            </a:p>
          </p:txBody>
        </p:sp>
      </p:grpSp>
    </p:spTree>
    <p:extLst>
      <p:ext uri="{BB962C8B-B14F-4D97-AF65-F5344CB8AC3E}">
        <p14:creationId xmlns:p14="http://schemas.microsoft.com/office/powerpoint/2010/main" val="22119496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accent4">
                <a:lumMod val="75000"/>
              </a:schemeClr>
            </a:gs>
          </a:gsLst>
          <a:lin ang="5400000" scaled="1"/>
          <a:tileRect/>
        </a:gradFill>
        <a:effectLst/>
      </p:bgPr>
    </p:bg>
    <p:spTree>
      <p:nvGrpSpPr>
        <p:cNvPr id="1" name=""/>
        <p:cNvGrpSpPr/>
        <p:nvPr/>
      </p:nvGrpSpPr>
      <p:grpSpPr>
        <a:xfrm>
          <a:off x="0" y="0"/>
          <a:ext cx="0" cy="0"/>
          <a:chOff x="0" y="0"/>
          <a:chExt cx="0" cy="0"/>
        </a:xfrm>
      </p:grpSpPr>
      <p:pic>
        <p:nvPicPr>
          <p:cNvPr id="52" name="Picture 51" descr="A white car with windows&#10;&#10;Description automatically generated">
            <a:extLst>
              <a:ext uri="{FF2B5EF4-FFF2-40B4-BE49-F238E27FC236}">
                <a16:creationId xmlns:a16="http://schemas.microsoft.com/office/drawing/2014/main" id="{07AEC747-6911-ADDA-72BC-504D0A00C052}"/>
              </a:ext>
            </a:extLst>
          </p:cNvPr>
          <p:cNvPicPr>
            <a:picLocks noGrp="1" noRot="1" noChangeAspect="1" noMove="1" noResize="1" noEditPoints="1" noAdjustHandles="1" noChangeArrowheads="1" noChangeShapeType="1" noCrop="1"/>
          </p:cNvPicPr>
          <p:nvPr/>
        </p:nvPicPr>
        <p:blipFill>
          <a:blip r:embed="rId3" cstate="print">
            <a:extLst>
              <a:ext uri="{28A0092B-C50C-407E-A947-70E740481C1C}">
                <a14:useLocalDpi xmlns:a14="http://schemas.microsoft.com/office/drawing/2010/main" val="0"/>
              </a:ext>
            </a:extLst>
          </a:blip>
          <a:stretch>
            <a:fillRect/>
          </a:stretch>
        </p:blipFill>
        <p:spPr>
          <a:xfrm>
            <a:off x="-651815" y="856100"/>
            <a:ext cx="7738416" cy="2878985"/>
          </a:xfrm>
          <a:prstGeom prst="rect">
            <a:avLst/>
          </a:prstGeom>
        </p:spPr>
      </p:pic>
      <p:pic>
        <p:nvPicPr>
          <p:cNvPr id="58" name="Picture 57" descr="A person in a wheelchair with a backpack&#10;&#10;Description automatically generated">
            <a:extLst>
              <a:ext uri="{FF2B5EF4-FFF2-40B4-BE49-F238E27FC236}">
                <a16:creationId xmlns:a16="http://schemas.microsoft.com/office/drawing/2014/main" id="{6748FC6A-FF05-8EE6-6148-620D54C0F0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7200" y="1463184"/>
            <a:ext cx="1487517" cy="2271901"/>
          </a:xfrm>
          <a:prstGeom prst="rect">
            <a:avLst/>
          </a:prstGeom>
        </p:spPr>
      </p:pic>
      <p:pic>
        <p:nvPicPr>
          <p:cNvPr id="12" name="Picture 11" descr="A person wearing a green vest and white pants&#10;&#10;Description automatically generated">
            <a:extLst>
              <a:ext uri="{FF2B5EF4-FFF2-40B4-BE49-F238E27FC236}">
                <a16:creationId xmlns:a16="http://schemas.microsoft.com/office/drawing/2014/main" id="{59FC1AFD-2FCB-96FD-88AE-7C8167613DE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05502" y="544424"/>
            <a:ext cx="1578143" cy="3190661"/>
          </a:xfrm>
          <a:prstGeom prst="rect">
            <a:avLst/>
          </a:prstGeom>
        </p:spPr>
      </p:pic>
      <p:grpSp>
        <p:nvGrpSpPr>
          <p:cNvPr id="15" name="Group 14">
            <a:extLst>
              <a:ext uri="{FF2B5EF4-FFF2-40B4-BE49-F238E27FC236}">
                <a16:creationId xmlns:a16="http://schemas.microsoft.com/office/drawing/2014/main" id="{173A1734-B1C2-C997-8997-0EEFE8A04483}"/>
              </a:ext>
            </a:extLst>
          </p:cNvPr>
          <p:cNvGrpSpPr/>
          <p:nvPr/>
        </p:nvGrpSpPr>
        <p:grpSpPr>
          <a:xfrm>
            <a:off x="6462535" y="88107"/>
            <a:ext cx="2581241" cy="1859325"/>
            <a:chOff x="8573171" y="117475"/>
            <a:chExt cx="3441655" cy="2479100"/>
          </a:xfrm>
        </p:grpSpPr>
        <p:pic>
          <p:nvPicPr>
            <p:cNvPr id="13" name="Picture 12" descr="A calendar and clock with ticks&#10;&#10;Description automatically generated">
              <a:extLst>
                <a:ext uri="{FF2B5EF4-FFF2-40B4-BE49-F238E27FC236}">
                  <a16:creationId xmlns:a16="http://schemas.microsoft.com/office/drawing/2014/main" id="{00391F0D-2B92-BE57-134A-0550EDDCA8B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005599" y="117475"/>
              <a:ext cx="2576801" cy="1527077"/>
            </a:xfrm>
            <a:prstGeom prst="rect">
              <a:avLst/>
            </a:prstGeom>
          </p:spPr>
        </p:pic>
        <p:sp>
          <p:nvSpPr>
            <p:cNvPr id="14" name="Title 1">
              <a:extLst>
                <a:ext uri="{FF2B5EF4-FFF2-40B4-BE49-F238E27FC236}">
                  <a16:creationId xmlns:a16="http://schemas.microsoft.com/office/drawing/2014/main" id="{919041A6-20C2-47CF-9733-87DCF29036EB}"/>
                </a:ext>
              </a:extLst>
            </p:cNvPr>
            <p:cNvSpPr txBox="1">
              <a:spLocks/>
            </p:cNvSpPr>
            <p:nvPr/>
          </p:nvSpPr>
          <p:spPr bwMode="auto">
            <a:xfrm>
              <a:off x="8573171" y="1642467"/>
              <a:ext cx="3441655" cy="954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68580" tIns="34290" rIns="68580" bIns="34290" numCol="1" anchor="ctr" anchorCtr="0" compatLnSpc="1">
              <a:prstTxWarp prst="textNoShape">
                <a:avLst/>
              </a:prstTxWarp>
              <a:spAutoFit/>
            </a:bodyPr>
            <a:lst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pPr algn="ctr" defTabSz="342900"/>
              <a:r>
                <a:rPr lang="en-US" sz="2100" dirty="0">
                  <a:solidFill>
                    <a:srgbClr val="1F487C"/>
                  </a:solidFill>
                </a:rPr>
                <a:t>Dependence on Others’ Availability</a:t>
              </a:r>
              <a:endParaRPr lang="en-AU" sz="2100" dirty="0">
                <a:solidFill>
                  <a:srgbClr val="1F487C"/>
                </a:solidFill>
              </a:endParaRPr>
            </a:p>
          </p:txBody>
        </p:sp>
      </p:grpSp>
    </p:spTree>
    <p:extLst>
      <p:ext uri="{BB962C8B-B14F-4D97-AF65-F5344CB8AC3E}">
        <p14:creationId xmlns:p14="http://schemas.microsoft.com/office/powerpoint/2010/main" val="41000127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accent4">
                <a:lumMod val="75000"/>
              </a:schemeClr>
            </a:gs>
          </a:gsLst>
          <a:lin ang="5400000" scaled="1"/>
          <a:tileRect/>
        </a:gra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A51C7B4-BA11-6E94-C106-B54C1ED037F5}"/>
              </a:ext>
            </a:extLst>
          </p:cNvPr>
          <p:cNvSpPr txBox="1">
            <a:spLocks/>
          </p:cNvSpPr>
          <p:nvPr/>
        </p:nvSpPr>
        <p:spPr bwMode="auto">
          <a:xfrm>
            <a:off x="-2629843" y="2375543"/>
            <a:ext cx="2581241"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68580" tIns="34290" rIns="68580" bIns="34290" numCol="1" anchor="ctr" anchorCtr="0" compatLnSpc="1">
            <a:prstTxWarp prst="textNoShape">
              <a:avLst/>
            </a:prstTxWarp>
            <a:spAutoFit/>
          </a:bodyPr>
          <a:lst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pPr algn="ctr" defTabSz="342900"/>
            <a:r>
              <a:rPr lang="en-US" sz="2100" dirty="0">
                <a:solidFill>
                  <a:srgbClr val="1F487C"/>
                </a:solidFill>
              </a:rPr>
              <a:t>Missed Opportunities</a:t>
            </a:r>
            <a:endParaRPr lang="en-AU" sz="2100" dirty="0">
              <a:solidFill>
                <a:srgbClr val="1F487C"/>
              </a:solidFill>
            </a:endParaRPr>
          </a:p>
        </p:txBody>
      </p:sp>
      <p:pic>
        <p:nvPicPr>
          <p:cNvPr id="6" name="Picture 5" descr="A cartoon of men in a car&#10;&#10;Description automatically generated" hidden="1">
            <a:extLst>
              <a:ext uri="{FF2B5EF4-FFF2-40B4-BE49-F238E27FC236}">
                <a16:creationId xmlns:a16="http://schemas.microsoft.com/office/drawing/2014/main" id="{F0705F1D-C827-2E4C-04FA-7A55E63C31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7928" y="856101"/>
            <a:ext cx="7744529" cy="2891209"/>
          </a:xfrm>
          <a:prstGeom prst="rect">
            <a:avLst/>
          </a:prstGeom>
        </p:spPr>
      </p:pic>
      <p:pic>
        <p:nvPicPr>
          <p:cNvPr id="11" name="Picture 10" descr="A cartoon of men in a car&#10;&#10;Description automatically generated">
            <a:extLst>
              <a:ext uri="{FF2B5EF4-FFF2-40B4-BE49-F238E27FC236}">
                <a16:creationId xmlns:a16="http://schemas.microsoft.com/office/drawing/2014/main" id="{47FD3EE1-46A4-7626-581A-48FEDCF277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1816" y="856101"/>
            <a:ext cx="7744529" cy="2891209"/>
          </a:xfrm>
          <a:prstGeom prst="rect">
            <a:avLst/>
          </a:prstGeom>
        </p:spPr>
      </p:pic>
    </p:spTree>
    <p:extLst>
      <p:ext uri="{BB962C8B-B14F-4D97-AF65-F5344CB8AC3E}">
        <p14:creationId xmlns:p14="http://schemas.microsoft.com/office/powerpoint/2010/main" val="1791885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accent4">
                <a:lumMod val="75000"/>
              </a:schemeClr>
            </a:gs>
          </a:gsLst>
          <a:lin ang="5400000" scaled="1"/>
          <a:tileRect/>
        </a:gradFill>
        <a:effectLst/>
      </p:bgPr>
    </p:bg>
    <p:spTree>
      <p:nvGrpSpPr>
        <p:cNvPr id="1" name=""/>
        <p:cNvGrpSpPr/>
        <p:nvPr/>
      </p:nvGrpSpPr>
      <p:grpSpPr>
        <a:xfrm>
          <a:off x="0" y="0"/>
          <a:ext cx="0" cy="0"/>
          <a:chOff x="0" y="0"/>
          <a:chExt cx="0" cy="0"/>
        </a:xfrm>
      </p:grpSpPr>
      <p:sp>
        <p:nvSpPr>
          <p:cNvPr id="5" name="Title 1" hidden="1">
            <a:extLst>
              <a:ext uri="{FF2B5EF4-FFF2-40B4-BE49-F238E27FC236}">
                <a16:creationId xmlns:a16="http://schemas.microsoft.com/office/drawing/2014/main" id="{BA027AC1-01ED-A3D2-D4A3-D8D37641001E}"/>
              </a:ext>
            </a:extLst>
          </p:cNvPr>
          <p:cNvSpPr>
            <a:spLocks noGrp="1"/>
          </p:cNvSpPr>
          <p:nvPr>
            <p:ph type="title"/>
          </p:nvPr>
        </p:nvSpPr>
        <p:spPr>
          <a:xfrm>
            <a:off x="3048000" y="1729212"/>
            <a:ext cx="3048000" cy="1685077"/>
          </a:xfrm>
        </p:spPr>
        <p:txBody>
          <a:bodyPr wrap="square">
            <a:spAutoFit/>
          </a:bodyPr>
          <a:lstStyle/>
          <a:p>
            <a:r>
              <a:rPr lang="en-AU" sz="4050" dirty="0">
                <a:solidFill>
                  <a:srgbClr val="1F487C"/>
                </a:solidFill>
                <a:effectLst>
                  <a:outerShdw blurRad="50800" dist="38100" dir="2700000" algn="tl" rotWithShape="0">
                    <a:prstClr val="black">
                      <a:alpha val="35000"/>
                    </a:prstClr>
                  </a:outerShdw>
                </a:effectLst>
              </a:rPr>
              <a:t>Meet James</a:t>
            </a:r>
            <a:br>
              <a:rPr lang="en-AU" sz="4050" dirty="0">
                <a:solidFill>
                  <a:srgbClr val="1F487C"/>
                </a:solidFill>
              </a:rPr>
            </a:br>
            <a:r>
              <a:rPr lang="en-AU" sz="2100" dirty="0">
                <a:solidFill>
                  <a:srgbClr val="1F487C"/>
                </a:solidFill>
              </a:rPr>
              <a:t>A young man who battles physical challenges daily</a:t>
            </a:r>
            <a:endParaRPr lang="en-AU" sz="4050" dirty="0">
              <a:solidFill>
                <a:srgbClr val="1F487C"/>
              </a:solidFill>
            </a:endParaRPr>
          </a:p>
        </p:txBody>
      </p:sp>
      <p:pic>
        <p:nvPicPr>
          <p:cNvPr id="6" name="Picture 5" descr="A cartoon of men in a car&#10;&#10;Description automatically generated">
            <a:extLst>
              <a:ext uri="{FF2B5EF4-FFF2-40B4-BE49-F238E27FC236}">
                <a16:creationId xmlns:a16="http://schemas.microsoft.com/office/drawing/2014/main" id="{F0705F1D-C827-2E4C-04FA-7A55E63C31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60994" y="856101"/>
            <a:ext cx="7744529" cy="2891209"/>
          </a:xfrm>
          <a:prstGeom prst="rect">
            <a:avLst/>
          </a:prstGeom>
        </p:spPr>
      </p:pic>
      <p:sp>
        <p:nvSpPr>
          <p:cNvPr id="2" name="Title 1">
            <a:extLst>
              <a:ext uri="{FF2B5EF4-FFF2-40B4-BE49-F238E27FC236}">
                <a16:creationId xmlns:a16="http://schemas.microsoft.com/office/drawing/2014/main" id="{26057399-29A6-E6E5-91DD-68EEC6A21FB6}"/>
              </a:ext>
            </a:extLst>
          </p:cNvPr>
          <p:cNvSpPr txBox="1">
            <a:spLocks/>
          </p:cNvSpPr>
          <p:nvPr/>
        </p:nvSpPr>
        <p:spPr bwMode="auto">
          <a:xfrm>
            <a:off x="3281380" y="2375543"/>
            <a:ext cx="2581241"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68580" tIns="34290" rIns="68580" bIns="34290" numCol="1" anchor="ctr" anchorCtr="0" compatLnSpc="1">
            <a:prstTxWarp prst="textNoShape">
              <a:avLst/>
            </a:prstTxWarp>
            <a:spAutoFit/>
          </a:bodyPr>
          <a:lst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pPr algn="ctr" defTabSz="342900"/>
            <a:r>
              <a:rPr lang="en-US" sz="2100" dirty="0">
                <a:solidFill>
                  <a:srgbClr val="1F487C"/>
                </a:solidFill>
              </a:rPr>
              <a:t>Missed Opportunities</a:t>
            </a:r>
            <a:endParaRPr lang="en-AU" sz="2100" dirty="0">
              <a:solidFill>
                <a:srgbClr val="1F487C"/>
              </a:solidFill>
            </a:endParaRPr>
          </a:p>
        </p:txBody>
      </p:sp>
    </p:spTree>
    <p:extLst>
      <p:ext uri="{BB962C8B-B14F-4D97-AF65-F5344CB8AC3E}">
        <p14:creationId xmlns:p14="http://schemas.microsoft.com/office/powerpoint/2010/main" val="15679488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accent4">
                <a:lumMod val="75000"/>
              </a:schemeClr>
            </a:gs>
          </a:gsLst>
          <a:lin ang="5400000" scaled="1"/>
          <a:tileRect/>
        </a:gradFill>
        <a:effectLst/>
      </p:bgPr>
    </p:bg>
    <p:spTree>
      <p:nvGrpSpPr>
        <p:cNvPr id="1" name=""/>
        <p:cNvGrpSpPr/>
        <p:nvPr/>
      </p:nvGrpSpPr>
      <p:grpSpPr>
        <a:xfrm>
          <a:off x="0" y="0"/>
          <a:ext cx="0" cy="0"/>
          <a:chOff x="0" y="0"/>
          <a:chExt cx="0" cy="0"/>
        </a:xfrm>
      </p:grpSpPr>
      <p:sp>
        <p:nvSpPr>
          <p:cNvPr id="5" name="Title 1" hidden="1">
            <a:extLst>
              <a:ext uri="{FF2B5EF4-FFF2-40B4-BE49-F238E27FC236}">
                <a16:creationId xmlns:a16="http://schemas.microsoft.com/office/drawing/2014/main" id="{BA027AC1-01ED-A3D2-D4A3-D8D37641001E}"/>
              </a:ext>
            </a:extLst>
          </p:cNvPr>
          <p:cNvSpPr>
            <a:spLocks noGrp="1"/>
          </p:cNvSpPr>
          <p:nvPr>
            <p:ph type="title"/>
          </p:nvPr>
        </p:nvSpPr>
        <p:spPr>
          <a:xfrm>
            <a:off x="3048000" y="1729212"/>
            <a:ext cx="3048000" cy="1685077"/>
          </a:xfrm>
        </p:spPr>
        <p:txBody>
          <a:bodyPr wrap="square">
            <a:spAutoFit/>
          </a:bodyPr>
          <a:lstStyle/>
          <a:p>
            <a:r>
              <a:rPr lang="en-AU" sz="4050" dirty="0">
                <a:solidFill>
                  <a:srgbClr val="1F487C"/>
                </a:solidFill>
                <a:effectLst>
                  <a:outerShdw blurRad="50800" dist="38100" dir="2700000" algn="tl" rotWithShape="0">
                    <a:prstClr val="black">
                      <a:alpha val="35000"/>
                    </a:prstClr>
                  </a:outerShdw>
                </a:effectLst>
              </a:rPr>
              <a:t>Meet James</a:t>
            </a:r>
            <a:br>
              <a:rPr lang="en-AU" sz="4050" dirty="0">
                <a:solidFill>
                  <a:srgbClr val="1F487C"/>
                </a:solidFill>
              </a:rPr>
            </a:br>
            <a:r>
              <a:rPr lang="en-AU" sz="2100" dirty="0">
                <a:solidFill>
                  <a:srgbClr val="1F487C"/>
                </a:solidFill>
              </a:rPr>
              <a:t>A young man who battles physical challenges daily</a:t>
            </a:r>
            <a:endParaRPr lang="en-AU" sz="4050" dirty="0">
              <a:solidFill>
                <a:srgbClr val="1F487C"/>
              </a:solidFill>
            </a:endParaRPr>
          </a:p>
        </p:txBody>
      </p:sp>
      <p:pic>
        <p:nvPicPr>
          <p:cNvPr id="6" name="Picture 5" descr="A white bus with black wheels&#10;&#10;Description automatically generated">
            <a:extLst>
              <a:ext uri="{FF2B5EF4-FFF2-40B4-BE49-F238E27FC236}">
                <a16:creationId xmlns:a16="http://schemas.microsoft.com/office/drawing/2014/main" id="{CCE0EC94-478F-A961-3D34-CC907F336C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46817" y="48628"/>
            <a:ext cx="5334435" cy="3131285"/>
          </a:xfrm>
          <a:prstGeom prst="rect">
            <a:avLst/>
          </a:prstGeom>
        </p:spPr>
      </p:pic>
      <p:pic>
        <p:nvPicPr>
          <p:cNvPr id="4" name="Picture 3" descr="A person in a wheelchair with a backpack&#10;&#10;Description automatically generated">
            <a:extLst>
              <a:ext uri="{FF2B5EF4-FFF2-40B4-BE49-F238E27FC236}">
                <a16:creationId xmlns:a16="http://schemas.microsoft.com/office/drawing/2014/main" id="{FD574873-71B3-6D70-834E-3EE70C6319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7200" y="1463184"/>
            <a:ext cx="1487517" cy="2271901"/>
          </a:xfrm>
          <a:prstGeom prst="rect">
            <a:avLst/>
          </a:prstGeom>
        </p:spPr>
      </p:pic>
      <p:grpSp>
        <p:nvGrpSpPr>
          <p:cNvPr id="8" name="Group 7">
            <a:extLst>
              <a:ext uri="{FF2B5EF4-FFF2-40B4-BE49-F238E27FC236}">
                <a16:creationId xmlns:a16="http://schemas.microsoft.com/office/drawing/2014/main" id="{1F57FA97-5235-59AE-4FAC-57EC8A738271}"/>
              </a:ext>
            </a:extLst>
          </p:cNvPr>
          <p:cNvGrpSpPr/>
          <p:nvPr/>
        </p:nvGrpSpPr>
        <p:grpSpPr>
          <a:xfrm>
            <a:off x="3281380" y="1782679"/>
            <a:ext cx="2581241" cy="1970558"/>
            <a:chOff x="4375172" y="2376905"/>
            <a:chExt cx="3441655" cy="2627410"/>
          </a:xfrm>
        </p:grpSpPr>
        <p:pic>
          <p:nvPicPr>
            <p:cNvPr id="2" name="Picture 1" descr="A hand holding a phone with a map and a bus&#10;&#10;Description automatically generated">
              <a:extLst>
                <a:ext uri="{FF2B5EF4-FFF2-40B4-BE49-F238E27FC236}">
                  <a16:creationId xmlns:a16="http://schemas.microsoft.com/office/drawing/2014/main" id="{BA7FF11D-5F56-2A8C-5412-D4EE52124C5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18899" y="2376905"/>
              <a:ext cx="2954201" cy="2104190"/>
            </a:xfrm>
            <a:prstGeom prst="rect">
              <a:avLst/>
            </a:prstGeom>
          </p:spPr>
        </p:pic>
        <p:sp>
          <p:nvSpPr>
            <p:cNvPr id="7" name="Title 1">
              <a:extLst>
                <a:ext uri="{FF2B5EF4-FFF2-40B4-BE49-F238E27FC236}">
                  <a16:creationId xmlns:a16="http://schemas.microsoft.com/office/drawing/2014/main" id="{268BECCD-EBE9-0B6A-F86E-39CCC42B1D74}"/>
                </a:ext>
              </a:extLst>
            </p:cNvPr>
            <p:cNvSpPr txBox="1">
              <a:spLocks/>
            </p:cNvSpPr>
            <p:nvPr/>
          </p:nvSpPr>
          <p:spPr bwMode="auto">
            <a:xfrm>
              <a:off x="4375172" y="4481095"/>
              <a:ext cx="34416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68580" tIns="34290" rIns="68580" bIns="34290" numCol="1" anchor="ctr" anchorCtr="0" compatLnSpc="1">
              <a:prstTxWarp prst="textNoShape">
                <a:avLst/>
              </a:prstTxWarp>
              <a:spAutoFit/>
            </a:bodyPr>
            <a:lst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pPr algn="ctr" defTabSz="342900"/>
              <a:r>
                <a:rPr lang="en-US" sz="2100" dirty="0">
                  <a:solidFill>
                    <a:srgbClr val="1F487C"/>
                  </a:solidFill>
                </a:rPr>
                <a:t>Independence</a:t>
              </a:r>
              <a:endParaRPr lang="en-AU" sz="2100" dirty="0">
                <a:solidFill>
                  <a:srgbClr val="1F487C"/>
                </a:solidFill>
              </a:endParaRPr>
            </a:p>
          </p:txBody>
        </p:sp>
      </p:grpSp>
    </p:spTree>
    <p:extLst>
      <p:ext uri="{BB962C8B-B14F-4D97-AF65-F5344CB8AC3E}">
        <p14:creationId xmlns:p14="http://schemas.microsoft.com/office/powerpoint/2010/main" val="3400523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accent4">
                <a:lumMod val="75000"/>
              </a:schemeClr>
            </a:gs>
          </a:gsLst>
          <a:lin ang="5400000" scaled="1"/>
          <a:tileRect/>
        </a:gradFill>
        <a:effectLst/>
      </p:bgPr>
    </p:bg>
    <p:spTree>
      <p:nvGrpSpPr>
        <p:cNvPr id="1" name=""/>
        <p:cNvGrpSpPr/>
        <p:nvPr/>
      </p:nvGrpSpPr>
      <p:grpSpPr>
        <a:xfrm>
          <a:off x="0" y="0"/>
          <a:ext cx="0" cy="0"/>
          <a:chOff x="0" y="0"/>
          <a:chExt cx="0" cy="0"/>
        </a:xfrm>
      </p:grpSpPr>
      <p:sp>
        <p:nvSpPr>
          <p:cNvPr id="5" name="Title 1" hidden="1">
            <a:extLst>
              <a:ext uri="{FF2B5EF4-FFF2-40B4-BE49-F238E27FC236}">
                <a16:creationId xmlns:a16="http://schemas.microsoft.com/office/drawing/2014/main" id="{BA027AC1-01ED-A3D2-D4A3-D8D37641001E}"/>
              </a:ext>
            </a:extLst>
          </p:cNvPr>
          <p:cNvSpPr>
            <a:spLocks noGrp="1"/>
          </p:cNvSpPr>
          <p:nvPr>
            <p:ph type="title"/>
          </p:nvPr>
        </p:nvSpPr>
        <p:spPr>
          <a:xfrm>
            <a:off x="3048000" y="1729212"/>
            <a:ext cx="3048000" cy="1685077"/>
          </a:xfrm>
        </p:spPr>
        <p:txBody>
          <a:bodyPr wrap="square">
            <a:spAutoFit/>
          </a:bodyPr>
          <a:lstStyle/>
          <a:p>
            <a:r>
              <a:rPr lang="en-AU" sz="4050" dirty="0">
                <a:solidFill>
                  <a:srgbClr val="1F487C"/>
                </a:solidFill>
                <a:effectLst>
                  <a:outerShdw blurRad="50800" dist="38100" dir="2700000" algn="tl" rotWithShape="0">
                    <a:prstClr val="black">
                      <a:alpha val="35000"/>
                    </a:prstClr>
                  </a:outerShdw>
                </a:effectLst>
              </a:rPr>
              <a:t>Meet James</a:t>
            </a:r>
            <a:br>
              <a:rPr lang="en-AU" sz="4050" dirty="0">
                <a:solidFill>
                  <a:srgbClr val="1F487C"/>
                </a:solidFill>
              </a:rPr>
            </a:br>
            <a:r>
              <a:rPr lang="en-AU" sz="2100" dirty="0">
                <a:solidFill>
                  <a:srgbClr val="1F487C"/>
                </a:solidFill>
              </a:rPr>
              <a:t>A young man who battles physical challenges daily</a:t>
            </a:r>
            <a:endParaRPr lang="en-AU" sz="4050" dirty="0">
              <a:solidFill>
                <a:srgbClr val="1F487C"/>
              </a:solidFill>
            </a:endParaRPr>
          </a:p>
        </p:txBody>
      </p:sp>
      <p:pic>
        <p:nvPicPr>
          <p:cNvPr id="3" name="Picture 2" descr="A white bus with black wheels&#10;&#10;Description automatically generated">
            <a:extLst>
              <a:ext uri="{FF2B5EF4-FFF2-40B4-BE49-F238E27FC236}">
                <a16:creationId xmlns:a16="http://schemas.microsoft.com/office/drawing/2014/main" id="{021CDEF5-5978-5BEA-1380-0C26EDBF87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73731" y="48628"/>
            <a:ext cx="5334435" cy="3131285"/>
          </a:xfrm>
          <a:prstGeom prst="rect">
            <a:avLst/>
          </a:prstGeom>
        </p:spPr>
      </p:pic>
      <p:pic>
        <p:nvPicPr>
          <p:cNvPr id="9" name="Picture 8" descr="A black and white line&#10;&#10;Description automatically generated with medium confidence">
            <a:extLst>
              <a:ext uri="{FF2B5EF4-FFF2-40B4-BE49-F238E27FC236}">
                <a16:creationId xmlns:a16="http://schemas.microsoft.com/office/drawing/2014/main" id="{AA89D873-9832-E3AF-21C0-9B645E75572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70612" y="2927488"/>
            <a:ext cx="2769278" cy="504851"/>
          </a:xfrm>
          <a:prstGeom prst="rect">
            <a:avLst/>
          </a:prstGeom>
        </p:spPr>
      </p:pic>
      <p:pic>
        <p:nvPicPr>
          <p:cNvPr id="4" name="Picture 3" descr="A person in a wheelchair with a backpack&#10;&#10;Description automatically generated">
            <a:extLst>
              <a:ext uri="{FF2B5EF4-FFF2-40B4-BE49-F238E27FC236}">
                <a16:creationId xmlns:a16="http://schemas.microsoft.com/office/drawing/2014/main" id="{FD574873-71B3-6D70-834E-3EE70C6319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7200" y="1463184"/>
            <a:ext cx="1487517" cy="2271901"/>
          </a:xfrm>
          <a:prstGeom prst="rect">
            <a:avLst/>
          </a:prstGeom>
        </p:spPr>
      </p:pic>
    </p:spTree>
    <p:extLst>
      <p:ext uri="{BB962C8B-B14F-4D97-AF65-F5344CB8AC3E}">
        <p14:creationId xmlns:p14="http://schemas.microsoft.com/office/powerpoint/2010/main" val="33830845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accent4">
                <a:lumMod val="75000"/>
              </a:schemeClr>
            </a:gs>
          </a:gsLst>
          <a:lin ang="5400000" scaled="1"/>
          <a:tileRect/>
        </a:gra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42C704B9-96DF-D1DA-E434-30D02A3E9A19}"/>
              </a:ext>
            </a:extLst>
          </p:cNvPr>
          <p:cNvGrpSpPr/>
          <p:nvPr/>
        </p:nvGrpSpPr>
        <p:grpSpPr>
          <a:xfrm>
            <a:off x="-9335737" y="835840"/>
            <a:ext cx="9143999" cy="2733364"/>
            <a:chOff x="1" y="1114453"/>
            <a:chExt cx="12191999" cy="3644485"/>
          </a:xfrm>
        </p:grpSpPr>
        <p:pic>
          <p:nvPicPr>
            <p:cNvPr id="7" name="Picture 6" descr="A cartoon of a family with a dog and a tennis racket&#10;&#10;Description automatically generated">
              <a:extLst>
                <a:ext uri="{FF2B5EF4-FFF2-40B4-BE49-F238E27FC236}">
                  <a16:creationId xmlns:a16="http://schemas.microsoft.com/office/drawing/2014/main" id="{0BE17360-15A0-AE45-6908-9C24D72406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1114453"/>
              <a:ext cx="4151410" cy="3121264"/>
            </a:xfrm>
            <a:prstGeom prst="rect">
              <a:avLst/>
            </a:prstGeom>
          </p:spPr>
        </p:pic>
        <p:pic>
          <p:nvPicPr>
            <p:cNvPr id="8" name="Picture 7" descr="A group of people sitting at a table&#10;&#10;Description automatically generated">
              <a:extLst>
                <a:ext uri="{FF2B5EF4-FFF2-40B4-BE49-F238E27FC236}">
                  <a16:creationId xmlns:a16="http://schemas.microsoft.com/office/drawing/2014/main" id="{EA52B213-A99F-C2E0-6F46-8CC56B79126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20295" y="1895410"/>
              <a:ext cx="4151411" cy="2340307"/>
            </a:xfrm>
            <a:prstGeom prst="rect">
              <a:avLst/>
            </a:prstGeom>
          </p:spPr>
        </p:pic>
        <p:pic>
          <p:nvPicPr>
            <p:cNvPr id="10" name="Picture 9" descr="A person in a wheelchair at a desk&#10;&#10;Description automatically generated">
              <a:extLst>
                <a:ext uri="{FF2B5EF4-FFF2-40B4-BE49-F238E27FC236}">
                  <a16:creationId xmlns:a16="http://schemas.microsoft.com/office/drawing/2014/main" id="{B8ABB2D1-45F9-656D-8355-6B58E4AE220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40589" y="1846600"/>
              <a:ext cx="4151411" cy="2389117"/>
            </a:xfrm>
            <a:prstGeom prst="rect">
              <a:avLst/>
            </a:prstGeom>
          </p:spPr>
        </p:pic>
        <p:sp>
          <p:nvSpPr>
            <p:cNvPr id="11" name="Title 1">
              <a:extLst>
                <a:ext uri="{FF2B5EF4-FFF2-40B4-BE49-F238E27FC236}">
                  <a16:creationId xmlns:a16="http://schemas.microsoft.com/office/drawing/2014/main" id="{C6E8EC93-D219-176C-7DAC-895427837611}"/>
                </a:ext>
              </a:extLst>
            </p:cNvPr>
            <p:cNvSpPr txBox="1">
              <a:spLocks/>
            </p:cNvSpPr>
            <p:nvPr/>
          </p:nvSpPr>
          <p:spPr bwMode="auto">
            <a:xfrm>
              <a:off x="4375172" y="4235717"/>
              <a:ext cx="34416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68580" tIns="34290" rIns="68580" bIns="34290" numCol="1" anchor="ctr" anchorCtr="0" compatLnSpc="1">
              <a:prstTxWarp prst="textNoShape">
                <a:avLst/>
              </a:prstTxWarp>
              <a:spAutoFit/>
            </a:bodyPr>
            <a:lst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pPr algn="ctr" defTabSz="342900"/>
              <a:r>
                <a:rPr lang="en-US" sz="2100" dirty="0">
                  <a:solidFill>
                    <a:srgbClr val="1F487C"/>
                  </a:solidFill>
                </a:rPr>
                <a:t>Education</a:t>
              </a:r>
              <a:endParaRPr lang="en-AU" sz="2100" dirty="0">
                <a:solidFill>
                  <a:srgbClr val="1F487C"/>
                </a:solidFill>
              </a:endParaRPr>
            </a:p>
          </p:txBody>
        </p:sp>
        <p:sp>
          <p:nvSpPr>
            <p:cNvPr id="12" name="Title 1">
              <a:extLst>
                <a:ext uri="{FF2B5EF4-FFF2-40B4-BE49-F238E27FC236}">
                  <a16:creationId xmlns:a16="http://schemas.microsoft.com/office/drawing/2014/main" id="{242F4871-E4BD-B54C-DF07-9A777FDAE0CE}"/>
                </a:ext>
              </a:extLst>
            </p:cNvPr>
            <p:cNvSpPr txBox="1">
              <a:spLocks/>
            </p:cNvSpPr>
            <p:nvPr/>
          </p:nvSpPr>
          <p:spPr bwMode="auto">
            <a:xfrm>
              <a:off x="354878" y="4235718"/>
              <a:ext cx="34416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68580" tIns="34290" rIns="68580" bIns="34290" numCol="1" anchor="ctr" anchorCtr="0" compatLnSpc="1">
              <a:prstTxWarp prst="textNoShape">
                <a:avLst/>
              </a:prstTxWarp>
              <a:spAutoFit/>
            </a:bodyPr>
            <a:lst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pPr algn="ctr" defTabSz="342900"/>
              <a:r>
                <a:rPr lang="en-US" sz="2100" dirty="0">
                  <a:solidFill>
                    <a:srgbClr val="1F487C"/>
                  </a:solidFill>
                </a:rPr>
                <a:t>Social</a:t>
              </a:r>
              <a:endParaRPr lang="en-AU" sz="2100" dirty="0">
                <a:solidFill>
                  <a:srgbClr val="1F487C"/>
                </a:solidFill>
              </a:endParaRPr>
            </a:p>
          </p:txBody>
        </p:sp>
        <p:sp>
          <p:nvSpPr>
            <p:cNvPr id="13" name="Title 1">
              <a:extLst>
                <a:ext uri="{FF2B5EF4-FFF2-40B4-BE49-F238E27FC236}">
                  <a16:creationId xmlns:a16="http://schemas.microsoft.com/office/drawing/2014/main" id="{2AE3DC3A-2F73-E9D1-3C96-57E0E16FE1E5}"/>
                </a:ext>
              </a:extLst>
            </p:cNvPr>
            <p:cNvSpPr txBox="1">
              <a:spLocks/>
            </p:cNvSpPr>
            <p:nvPr/>
          </p:nvSpPr>
          <p:spPr bwMode="auto">
            <a:xfrm>
              <a:off x="9055336" y="4235718"/>
              <a:ext cx="212191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68580" tIns="34290" rIns="68580" bIns="34290" numCol="1" anchor="ctr" anchorCtr="0" compatLnSpc="1">
              <a:prstTxWarp prst="textNoShape">
                <a:avLst/>
              </a:prstTxWarp>
              <a:spAutoFit/>
            </a:bodyPr>
            <a:lst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pPr algn="ctr" defTabSz="342900"/>
              <a:r>
                <a:rPr lang="en-US" sz="2100" dirty="0">
                  <a:solidFill>
                    <a:srgbClr val="1F487C"/>
                  </a:solidFill>
                </a:rPr>
                <a:t>Work</a:t>
              </a:r>
              <a:endParaRPr lang="en-AU" sz="2100" dirty="0">
                <a:solidFill>
                  <a:srgbClr val="1F487C"/>
                </a:solidFill>
              </a:endParaRPr>
            </a:p>
          </p:txBody>
        </p:sp>
      </p:grpSp>
      <p:grpSp>
        <p:nvGrpSpPr>
          <p:cNvPr id="16" name="Group 15">
            <a:extLst>
              <a:ext uri="{FF2B5EF4-FFF2-40B4-BE49-F238E27FC236}">
                <a16:creationId xmlns:a16="http://schemas.microsoft.com/office/drawing/2014/main" id="{8868139D-9AF8-2776-463D-FD1092C38777}"/>
              </a:ext>
            </a:extLst>
          </p:cNvPr>
          <p:cNvGrpSpPr/>
          <p:nvPr/>
        </p:nvGrpSpPr>
        <p:grpSpPr>
          <a:xfrm>
            <a:off x="1173731" y="48628"/>
            <a:ext cx="5334435" cy="3131285"/>
            <a:chOff x="1564974" y="64837"/>
            <a:chExt cx="7112580" cy="4175047"/>
          </a:xfrm>
        </p:grpSpPr>
        <p:pic>
          <p:nvPicPr>
            <p:cNvPr id="14" name="Picture 13" descr="A white bus with black wheels&#10;&#10;Description automatically generated">
              <a:extLst>
                <a:ext uri="{FF2B5EF4-FFF2-40B4-BE49-F238E27FC236}">
                  <a16:creationId xmlns:a16="http://schemas.microsoft.com/office/drawing/2014/main" id="{646FC284-F4E1-55DD-AD78-27FF72E58DE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64974" y="64837"/>
              <a:ext cx="7112580" cy="4175047"/>
            </a:xfrm>
            <a:prstGeom prst="rect">
              <a:avLst/>
            </a:prstGeom>
          </p:spPr>
        </p:pic>
        <p:pic>
          <p:nvPicPr>
            <p:cNvPr id="15" name="Picture 14">
              <a:extLst>
                <a:ext uri="{FF2B5EF4-FFF2-40B4-BE49-F238E27FC236}">
                  <a16:creationId xmlns:a16="http://schemas.microsoft.com/office/drawing/2014/main" id="{B2B6B43C-08DC-54A8-9468-4274DA6B2ED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655752" y="1449345"/>
              <a:ext cx="1246447" cy="995539"/>
            </a:xfrm>
            <a:prstGeom prst="rect">
              <a:avLst/>
            </a:prstGeom>
          </p:spPr>
        </p:pic>
      </p:grpSp>
    </p:spTree>
    <p:extLst>
      <p:ext uri="{BB962C8B-B14F-4D97-AF65-F5344CB8AC3E}">
        <p14:creationId xmlns:p14="http://schemas.microsoft.com/office/powerpoint/2010/main" val="161058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accent4">
                <a:lumMod val="75000"/>
              </a:schemeClr>
            </a:gs>
          </a:gsLst>
          <a:lin ang="5400000" scaled="1"/>
          <a:tileRect/>
        </a:gradFill>
        <a:effectLst/>
      </p:bgPr>
    </p:bg>
    <p:spTree>
      <p:nvGrpSpPr>
        <p:cNvPr id="1" name=""/>
        <p:cNvGrpSpPr/>
        <p:nvPr/>
      </p:nvGrpSpPr>
      <p:grpSpPr>
        <a:xfrm>
          <a:off x="0" y="0"/>
          <a:ext cx="0" cy="0"/>
          <a:chOff x="0" y="0"/>
          <a:chExt cx="0" cy="0"/>
        </a:xfrm>
      </p:grpSpPr>
      <p:sp>
        <p:nvSpPr>
          <p:cNvPr id="5" name="Title 1" hidden="1">
            <a:extLst>
              <a:ext uri="{FF2B5EF4-FFF2-40B4-BE49-F238E27FC236}">
                <a16:creationId xmlns:a16="http://schemas.microsoft.com/office/drawing/2014/main" id="{BA027AC1-01ED-A3D2-D4A3-D8D37641001E}"/>
              </a:ext>
            </a:extLst>
          </p:cNvPr>
          <p:cNvSpPr>
            <a:spLocks noGrp="1"/>
          </p:cNvSpPr>
          <p:nvPr>
            <p:ph type="title"/>
          </p:nvPr>
        </p:nvSpPr>
        <p:spPr>
          <a:xfrm>
            <a:off x="3048000" y="1729212"/>
            <a:ext cx="3048000" cy="1685077"/>
          </a:xfrm>
        </p:spPr>
        <p:txBody>
          <a:bodyPr wrap="square">
            <a:spAutoFit/>
          </a:bodyPr>
          <a:lstStyle/>
          <a:p>
            <a:r>
              <a:rPr lang="en-AU" sz="4050" dirty="0">
                <a:solidFill>
                  <a:srgbClr val="1F487C"/>
                </a:solidFill>
                <a:effectLst>
                  <a:outerShdw blurRad="50800" dist="38100" dir="2700000" algn="tl" rotWithShape="0">
                    <a:prstClr val="black">
                      <a:alpha val="35000"/>
                    </a:prstClr>
                  </a:outerShdw>
                </a:effectLst>
              </a:rPr>
              <a:t>Meet James</a:t>
            </a:r>
            <a:br>
              <a:rPr lang="en-AU" sz="4050" dirty="0">
                <a:solidFill>
                  <a:srgbClr val="1F487C"/>
                </a:solidFill>
              </a:rPr>
            </a:br>
            <a:r>
              <a:rPr lang="en-AU" sz="2100" dirty="0">
                <a:solidFill>
                  <a:srgbClr val="1F487C"/>
                </a:solidFill>
              </a:rPr>
              <a:t>A young man who battles physical challenges daily</a:t>
            </a:r>
            <a:endParaRPr lang="en-AU" sz="4050" dirty="0">
              <a:solidFill>
                <a:srgbClr val="1F487C"/>
              </a:solidFill>
            </a:endParaRPr>
          </a:p>
        </p:txBody>
      </p:sp>
      <p:grpSp>
        <p:nvGrpSpPr>
          <p:cNvPr id="13" name="Group 12">
            <a:extLst>
              <a:ext uri="{FF2B5EF4-FFF2-40B4-BE49-F238E27FC236}">
                <a16:creationId xmlns:a16="http://schemas.microsoft.com/office/drawing/2014/main" id="{1287A864-82FE-B7E9-9F19-53554E7F6206}"/>
              </a:ext>
            </a:extLst>
          </p:cNvPr>
          <p:cNvGrpSpPr/>
          <p:nvPr/>
        </p:nvGrpSpPr>
        <p:grpSpPr>
          <a:xfrm>
            <a:off x="1" y="835840"/>
            <a:ext cx="9143999" cy="2733364"/>
            <a:chOff x="1" y="1114453"/>
            <a:chExt cx="12191999" cy="3644485"/>
          </a:xfrm>
        </p:grpSpPr>
        <p:pic>
          <p:nvPicPr>
            <p:cNvPr id="3" name="Picture 2" descr="A cartoon of a family with a dog and a tennis racket&#10;&#10;Description automatically generated">
              <a:extLst>
                <a:ext uri="{FF2B5EF4-FFF2-40B4-BE49-F238E27FC236}">
                  <a16:creationId xmlns:a16="http://schemas.microsoft.com/office/drawing/2014/main" id="{55B0836D-1597-F486-D279-1E8CAF2237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1114453"/>
              <a:ext cx="4151410" cy="3121264"/>
            </a:xfrm>
            <a:prstGeom prst="rect">
              <a:avLst/>
            </a:prstGeom>
          </p:spPr>
        </p:pic>
        <p:pic>
          <p:nvPicPr>
            <p:cNvPr id="4" name="Picture 3" descr="A group of people sitting at a table&#10;&#10;Description automatically generated">
              <a:extLst>
                <a:ext uri="{FF2B5EF4-FFF2-40B4-BE49-F238E27FC236}">
                  <a16:creationId xmlns:a16="http://schemas.microsoft.com/office/drawing/2014/main" id="{A342CD19-8377-3B38-9B82-0057538CD8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20295" y="1895410"/>
              <a:ext cx="4151411" cy="2340307"/>
            </a:xfrm>
            <a:prstGeom prst="rect">
              <a:avLst/>
            </a:prstGeom>
          </p:spPr>
        </p:pic>
        <p:pic>
          <p:nvPicPr>
            <p:cNvPr id="6" name="Picture 5" descr="A person in a wheelchair at a desk&#10;&#10;Description automatically generated">
              <a:extLst>
                <a:ext uri="{FF2B5EF4-FFF2-40B4-BE49-F238E27FC236}">
                  <a16:creationId xmlns:a16="http://schemas.microsoft.com/office/drawing/2014/main" id="{41E7FC1D-C6D3-AA8D-DDC4-4AD127A1228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40589" y="1846600"/>
              <a:ext cx="4151411" cy="2389117"/>
            </a:xfrm>
            <a:prstGeom prst="rect">
              <a:avLst/>
            </a:prstGeom>
          </p:spPr>
        </p:pic>
        <p:sp>
          <p:nvSpPr>
            <p:cNvPr id="8" name="Title 1">
              <a:extLst>
                <a:ext uri="{FF2B5EF4-FFF2-40B4-BE49-F238E27FC236}">
                  <a16:creationId xmlns:a16="http://schemas.microsoft.com/office/drawing/2014/main" id="{294E26FA-904E-CC1A-C5A2-F50A95A944DB}"/>
                </a:ext>
              </a:extLst>
            </p:cNvPr>
            <p:cNvSpPr txBox="1">
              <a:spLocks/>
            </p:cNvSpPr>
            <p:nvPr/>
          </p:nvSpPr>
          <p:spPr bwMode="auto">
            <a:xfrm>
              <a:off x="4375172" y="4235717"/>
              <a:ext cx="34416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68580" tIns="34290" rIns="68580" bIns="34290" numCol="1" anchor="ctr" anchorCtr="0" compatLnSpc="1">
              <a:prstTxWarp prst="textNoShape">
                <a:avLst/>
              </a:prstTxWarp>
              <a:spAutoFit/>
            </a:bodyPr>
            <a:lst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pPr algn="ctr" defTabSz="342900"/>
              <a:r>
                <a:rPr lang="en-US" sz="2100" dirty="0">
                  <a:solidFill>
                    <a:srgbClr val="1F487C"/>
                  </a:solidFill>
                </a:rPr>
                <a:t>Education</a:t>
              </a:r>
              <a:endParaRPr lang="en-AU" sz="2100" dirty="0">
                <a:solidFill>
                  <a:srgbClr val="1F487C"/>
                </a:solidFill>
              </a:endParaRPr>
            </a:p>
          </p:txBody>
        </p:sp>
        <p:sp>
          <p:nvSpPr>
            <p:cNvPr id="9" name="Title 1">
              <a:extLst>
                <a:ext uri="{FF2B5EF4-FFF2-40B4-BE49-F238E27FC236}">
                  <a16:creationId xmlns:a16="http://schemas.microsoft.com/office/drawing/2014/main" id="{344A72C3-FA40-C2FA-D010-E7C515663111}"/>
                </a:ext>
              </a:extLst>
            </p:cNvPr>
            <p:cNvSpPr txBox="1">
              <a:spLocks/>
            </p:cNvSpPr>
            <p:nvPr/>
          </p:nvSpPr>
          <p:spPr bwMode="auto">
            <a:xfrm>
              <a:off x="354878" y="4235718"/>
              <a:ext cx="34416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68580" tIns="34290" rIns="68580" bIns="34290" numCol="1" anchor="ctr" anchorCtr="0" compatLnSpc="1">
              <a:prstTxWarp prst="textNoShape">
                <a:avLst/>
              </a:prstTxWarp>
              <a:spAutoFit/>
            </a:bodyPr>
            <a:lst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pPr algn="ctr" defTabSz="342900"/>
              <a:r>
                <a:rPr lang="en-US" sz="2100" dirty="0">
                  <a:solidFill>
                    <a:srgbClr val="1F487C"/>
                  </a:solidFill>
                </a:rPr>
                <a:t>Social</a:t>
              </a:r>
              <a:endParaRPr lang="en-AU" sz="2100" dirty="0">
                <a:solidFill>
                  <a:srgbClr val="1F487C"/>
                </a:solidFill>
              </a:endParaRPr>
            </a:p>
          </p:txBody>
        </p:sp>
        <p:sp>
          <p:nvSpPr>
            <p:cNvPr id="11" name="Title 1">
              <a:extLst>
                <a:ext uri="{FF2B5EF4-FFF2-40B4-BE49-F238E27FC236}">
                  <a16:creationId xmlns:a16="http://schemas.microsoft.com/office/drawing/2014/main" id="{906BA776-026C-DDB7-E533-DB41218FD60C}"/>
                </a:ext>
              </a:extLst>
            </p:cNvPr>
            <p:cNvSpPr txBox="1">
              <a:spLocks/>
            </p:cNvSpPr>
            <p:nvPr/>
          </p:nvSpPr>
          <p:spPr bwMode="auto">
            <a:xfrm>
              <a:off x="9055336" y="4235718"/>
              <a:ext cx="212191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68580" tIns="34290" rIns="68580" bIns="34290" numCol="1" anchor="ctr" anchorCtr="0" compatLnSpc="1">
              <a:prstTxWarp prst="textNoShape">
                <a:avLst/>
              </a:prstTxWarp>
              <a:spAutoFit/>
            </a:bodyPr>
            <a:lst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pPr algn="ctr" defTabSz="342900"/>
              <a:r>
                <a:rPr lang="en-US" sz="2100" dirty="0">
                  <a:solidFill>
                    <a:srgbClr val="1F487C"/>
                  </a:solidFill>
                </a:rPr>
                <a:t>Work</a:t>
              </a:r>
              <a:endParaRPr lang="en-AU" sz="2100" dirty="0">
                <a:solidFill>
                  <a:srgbClr val="1F487C"/>
                </a:solidFill>
              </a:endParaRPr>
            </a:p>
          </p:txBody>
        </p:sp>
      </p:grpSp>
      <p:grpSp>
        <p:nvGrpSpPr>
          <p:cNvPr id="17" name="Group 16">
            <a:extLst>
              <a:ext uri="{FF2B5EF4-FFF2-40B4-BE49-F238E27FC236}">
                <a16:creationId xmlns:a16="http://schemas.microsoft.com/office/drawing/2014/main" id="{D5BDAAEC-BE8F-8492-387C-6385CBAA0FD9}"/>
              </a:ext>
            </a:extLst>
          </p:cNvPr>
          <p:cNvGrpSpPr/>
          <p:nvPr/>
        </p:nvGrpSpPr>
        <p:grpSpPr>
          <a:xfrm>
            <a:off x="9187460" y="48628"/>
            <a:ext cx="5334435" cy="3131285"/>
            <a:chOff x="1564974" y="64837"/>
            <a:chExt cx="7112580" cy="4175047"/>
          </a:xfrm>
        </p:grpSpPr>
        <p:pic>
          <p:nvPicPr>
            <p:cNvPr id="18" name="Picture 17" descr="A white bus with black wheels&#10;&#10;Description automatically generated">
              <a:extLst>
                <a:ext uri="{FF2B5EF4-FFF2-40B4-BE49-F238E27FC236}">
                  <a16:creationId xmlns:a16="http://schemas.microsoft.com/office/drawing/2014/main" id="{092DE023-EB19-8D90-FD3E-45E8ACBA26C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64974" y="64837"/>
              <a:ext cx="7112580" cy="4175047"/>
            </a:xfrm>
            <a:prstGeom prst="rect">
              <a:avLst/>
            </a:prstGeom>
          </p:spPr>
        </p:pic>
        <p:pic>
          <p:nvPicPr>
            <p:cNvPr id="19" name="Picture 18">
              <a:extLst>
                <a:ext uri="{FF2B5EF4-FFF2-40B4-BE49-F238E27FC236}">
                  <a16:creationId xmlns:a16="http://schemas.microsoft.com/office/drawing/2014/main" id="{03BE37A4-BA0B-9AC6-A9DA-06F46DA7CC3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655752" y="1449345"/>
              <a:ext cx="1246447" cy="995539"/>
            </a:xfrm>
            <a:prstGeom prst="rect">
              <a:avLst/>
            </a:prstGeom>
          </p:spPr>
        </p:pic>
      </p:grpSp>
    </p:spTree>
    <p:extLst>
      <p:ext uri="{BB962C8B-B14F-4D97-AF65-F5344CB8AC3E}">
        <p14:creationId xmlns:p14="http://schemas.microsoft.com/office/powerpoint/2010/main" val="16890887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accent4">
                <a:lumMod val="75000"/>
              </a:schemeClr>
            </a:gs>
          </a:gsLst>
          <a:lin ang="5400000" scaled="1"/>
          <a:tileRect/>
        </a:gradFill>
        <a:effectLst/>
      </p:bgPr>
    </p:bg>
    <p:spTree>
      <p:nvGrpSpPr>
        <p:cNvPr id="1" name=""/>
        <p:cNvGrpSpPr/>
        <p:nvPr/>
      </p:nvGrpSpPr>
      <p:grpSpPr>
        <a:xfrm>
          <a:off x="0" y="0"/>
          <a:ext cx="0" cy="0"/>
          <a:chOff x="0" y="0"/>
          <a:chExt cx="0" cy="0"/>
        </a:xfrm>
      </p:grpSpPr>
      <p:pic>
        <p:nvPicPr>
          <p:cNvPr id="88" name="Picture 87" descr="A driver license card with a picture of a person&#10;&#10;Description automatically generated">
            <a:extLst>
              <a:ext uri="{FF2B5EF4-FFF2-40B4-BE49-F238E27FC236}">
                <a16:creationId xmlns:a16="http://schemas.microsoft.com/office/drawing/2014/main" id="{65668D0B-B93A-3B3C-030D-011A273B29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10604" y="1439408"/>
            <a:ext cx="3410126" cy="2264685"/>
          </a:xfrm>
          <a:prstGeom prst="rect">
            <a:avLst/>
          </a:prstGeom>
        </p:spPr>
      </p:pic>
      <p:pic>
        <p:nvPicPr>
          <p:cNvPr id="36" name="Picture 35" descr="A red and white stamp with text&#10;&#10;Description automatically generated">
            <a:extLst>
              <a:ext uri="{FF2B5EF4-FFF2-40B4-BE49-F238E27FC236}">
                <a16:creationId xmlns:a16="http://schemas.microsoft.com/office/drawing/2014/main" id="{46DF0C28-E036-3853-320F-D92828B079C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64974" y="1306598"/>
            <a:ext cx="2701386" cy="2530304"/>
          </a:xfrm>
          <a:prstGeom prst="rect">
            <a:avLst/>
          </a:prstGeom>
        </p:spPr>
      </p:pic>
      <p:pic>
        <p:nvPicPr>
          <p:cNvPr id="19" name="Picture 18" descr="A person and person standing next to each other&#10;&#10;Description automatically generated">
            <a:extLst>
              <a:ext uri="{FF2B5EF4-FFF2-40B4-BE49-F238E27FC236}">
                <a16:creationId xmlns:a16="http://schemas.microsoft.com/office/drawing/2014/main" id="{72AFFD91-C6C6-4B67-19E3-4C33929EB56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10732" y="1009296"/>
            <a:ext cx="2675467" cy="3111556"/>
          </a:xfrm>
          <a:prstGeom prst="rect">
            <a:avLst/>
          </a:prstGeom>
        </p:spPr>
      </p:pic>
    </p:spTree>
    <p:extLst>
      <p:ext uri="{BB962C8B-B14F-4D97-AF65-F5344CB8AC3E}">
        <p14:creationId xmlns:p14="http://schemas.microsoft.com/office/powerpoint/2010/main" val="4052825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accent4">
                <a:lumMod val="75000"/>
              </a:schemeClr>
            </a:gs>
          </a:gsLst>
          <a:lin ang="5400000" scaled="1"/>
          <a:tileRect/>
        </a:gradFill>
        <a:effectLst/>
      </p:bgPr>
    </p:bg>
    <p:spTree>
      <p:nvGrpSpPr>
        <p:cNvPr id="1" name=""/>
        <p:cNvGrpSpPr/>
        <p:nvPr/>
      </p:nvGrpSpPr>
      <p:grpSpPr>
        <a:xfrm>
          <a:off x="0" y="0"/>
          <a:ext cx="0" cy="0"/>
          <a:chOff x="0" y="0"/>
          <a:chExt cx="0" cy="0"/>
        </a:xfrm>
      </p:grpSpPr>
      <p:pic>
        <p:nvPicPr>
          <p:cNvPr id="88" name="Picture 87" descr="A driver license card with a picture of a person&#10;&#10;Description automatically generated">
            <a:extLst>
              <a:ext uri="{FF2B5EF4-FFF2-40B4-BE49-F238E27FC236}">
                <a16:creationId xmlns:a16="http://schemas.microsoft.com/office/drawing/2014/main" id="{65668D0B-B93A-3B3C-030D-011A273B29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10604" y="1439408"/>
            <a:ext cx="3410126" cy="2264685"/>
          </a:xfrm>
          <a:prstGeom prst="rect">
            <a:avLst/>
          </a:prstGeom>
        </p:spPr>
      </p:pic>
      <p:pic>
        <p:nvPicPr>
          <p:cNvPr id="96" name="Picture 95" descr="A person and person standing next to a walker&#10;&#10;Description automatically generated">
            <a:extLst>
              <a:ext uri="{FF2B5EF4-FFF2-40B4-BE49-F238E27FC236}">
                <a16:creationId xmlns:a16="http://schemas.microsoft.com/office/drawing/2014/main" id="{0CE972BE-CDD7-EE71-026C-698BB886A95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10732" y="1016550"/>
            <a:ext cx="2677418" cy="3110400"/>
          </a:xfrm>
          <a:prstGeom prst="rect">
            <a:avLst/>
          </a:prstGeom>
        </p:spPr>
      </p:pic>
      <p:grpSp>
        <p:nvGrpSpPr>
          <p:cNvPr id="20" name="Group 19">
            <a:extLst>
              <a:ext uri="{FF2B5EF4-FFF2-40B4-BE49-F238E27FC236}">
                <a16:creationId xmlns:a16="http://schemas.microsoft.com/office/drawing/2014/main" id="{88E0C961-C0C9-EC22-8792-E50CE2FF3259}"/>
              </a:ext>
            </a:extLst>
          </p:cNvPr>
          <p:cNvGrpSpPr/>
          <p:nvPr/>
        </p:nvGrpSpPr>
        <p:grpSpPr>
          <a:xfrm flipH="1">
            <a:off x="1634965" y="67738"/>
            <a:ext cx="1862667" cy="1354667"/>
            <a:chOff x="-745066" y="4741333"/>
            <a:chExt cx="2483556" cy="1806223"/>
          </a:xfrm>
        </p:grpSpPr>
        <p:sp>
          <p:nvSpPr>
            <p:cNvPr id="21" name="Thought Bubble: Cloud 20">
              <a:extLst>
                <a:ext uri="{FF2B5EF4-FFF2-40B4-BE49-F238E27FC236}">
                  <a16:creationId xmlns:a16="http://schemas.microsoft.com/office/drawing/2014/main" id="{9E0D4888-5710-3165-5EEE-7074D9590335}"/>
                </a:ext>
              </a:extLst>
            </p:cNvPr>
            <p:cNvSpPr/>
            <p:nvPr/>
          </p:nvSpPr>
          <p:spPr>
            <a:xfrm>
              <a:off x="-745066" y="4741333"/>
              <a:ext cx="2483556" cy="1806223"/>
            </a:xfrm>
            <a:prstGeom prst="cloudCallout">
              <a:avLst>
                <a:gd name="adj1" fmla="val 22803"/>
                <a:gd name="adj2" fmla="val 63750"/>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endParaRPr lang="en-AU" sz="1350" kern="1200" dirty="0">
                <a:solidFill>
                  <a:prstClr val="white"/>
                </a:solidFill>
                <a:latin typeface="Arial"/>
              </a:endParaRPr>
            </a:p>
          </p:txBody>
        </p:sp>
        <p:pic>
          <p:nvPicPr>
            <p:cNvPr id="22" name="Picture 21" descr="A group of people hugging each other&#10;&#10;Description automatically generated">
              <a:extLst>
                <a:ext uri="{FF2B5EF4-FFF2-40B4-BE49-F238E27FC236}">
                  <a16:creationId xmlns:a16="http://schemas.microsoft.com/office/drawing/2014/main" id="{88842449-FA70-2DF2-C4CD-7FD20DB181D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1250" y="5004799"/>
              <a:ext cx="1555925" cy="1279291"/>
            </a:xfrm>
            <a:prstGeom prst="rect">
              <a:avLst/>
            </a:prstGeom>
          </p:spPr>
        </p:pic>
      </p:grpSp>
      <p:grpSp>
        <p:nvGrpSpPr>
          <p:cNvPr id="23" name="Group 22">
            <a:extLst>
              <a:ext uri="{FF2B5EF4-FFF2-40B4-BE49-F238E27FC236}">
                <a16:creationId xmlns:a16="http://schemas.microsoft.com/office/drawing/2014/main" id="{B3104FDA-A38D-07E6-C0EF-0905FA9AC5DA}"/>
              </a:ext>
            </a:extLst>
          </p:cNvPr>
          <p:cNvGrpSpPr/>
          <p:nvPr/>
        </p:nvGrpSpPr>
        <p:grpSpPr>
          <a:xfrm>
            <a:off x="-264655" y="547472"/>
            <a:ext cx="1862667" cy="1354667"/>
            <a:chOff x="5396382" y="1091909"/>
            <a:chExt cx="2483556" cy="1806223"/>
          </a:xfrm>
        </p:grpSpPr>
        <p:sp>
          <p:nvSpPr>
            <p:cNvPr id="24" name="Thought Bubble: Cloud 23">
              <a:extLst>
                <a:ext uri="{FF2B5EF4-FFF2-40B4-BE49-F238E27FC236}">
                  <a16:creationId xmlns:a16="http://schemas.microsoft.com/office/drawing/2014/main" id="{6B18C7C1-74D5-03B5-80A7-3B0EDF7899B9}"/>
                </a:ext>
              </a:extLst>
            </p:cNvPr>
            <p:cNvSpPr/>
            <p:nvPr/>
          </p:nvSpPr>
          <p:spPr>
            <a:xfrm>
              <a:off x="5396382" y="1091909"/>
              <a:ext cx="2483556" cy="1806223"/>
            </a:xfrm>
            <a:prstGeom prst="cloudCallout">
              <a:avLst>
                <a:gd name="adj1" fmla="val 22803"/>
                <a:gd name="adj2" fmla="val 53750"/>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endParaRPr lang="en-AU" sz="1350" kern="1200" dirty="0">
                <a:solidFill>
                  <a:prstClr val="white"/>
                </a:solidFill>
                <a:latin typeface="Arial"/>
              </a:endParaRPr>
            </a:p>
          </p:txBody>
        </p:sp>
        <p:pic>
          <p:nvPicPr>
            <p:cNvPr id="25" name="Picture 24" descr="A person and person doing yoga&#10;&#10;Description automatically generated">
              <a:extLst>
                <a:ext uri="{FF2B5EF4-FFF2-40B4-BE49-F238E27FC236}">
                  <a16:creationId xmlns:a16="http://schemas.microsoft.com/office/drawing/2014/main" id="{FE06BC46-1D42-D061-B51B-F7842BAF31F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12848" y="1427638"/>
              <a:ext cx="1850624" cy="1134764"/>
            </a:xfrm>
            <a:prstGeom prst="rect">
              <a:avLst/>
            </a:prstGeom>
          </p:spPr>
        </p:pic>
      </p:grpSp>
      <p:grpSp>
        <p:nvGrpSpPr>
          <p:cNvPr id="26" name="Group 25">
            <a:extLst>
              <a:ext uri="{FF2B5EF4-FFF2-40B4-BE49-F238E27FC236}">
                <a16:creationId xmlns:a16="http://schemas.microsoft.com/office/drawing/2014/main" id="{4DE3A330-3549-5E12-A725-B2FB97F561B9}"/>
              </a:ext>
            </a:extLst>
          </p:cNvPr>
          <p:cNvGrpSpPr/>
          <p:nvPr/>
        </p:nvGrpSpPr>
        <p:grpSpPr>
          <a:xfrm>
            <a:off x="3255021" y="906845"/>
            <a:ext cx="1862667" cy="1354667"/>
            <a:chOff x="3113692" y="875074"/>
            <a:chExt cx="2483556" cy="1806223"/>
          </a:xfrm>
        </p:grpSpPr>
        <p:sp>
          <p:nvSpPr>
            <p:cNvPr id="27" name="Thought Bubble: Cloud 26">
              <a:extLst>
                <a:ext uri="{FF2B5EF4-FFF2-40B4-BE49-F238E27FC236}">
                  <a16:creationId xmlns:a16="http://schemas.microsoft.com/office/drawing/2014/main" id="{E190D05C-752E-CBD2-DAB3-F9F6E2B449FA}"/>
                </a:ext>
              </a:extLst>
            </p:cNvPr>
            <p:cNvSpPr/>
            <p:nvPr/>
          </p:nvSpPr>
          <p:spPr>
            <a:xfrm>
              <a:off x="3113692" y="875074"/>
              <a:ext cx="2483556" cy="1806223"/>
            </a:xfrm>
            <a:prstGeom prst="cloudCallout">
              <a:avLst>
                <a:gd name="adj1" fmla="val -55833"/>
                <a:gd name="adj2" fmla="val 13125"/>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endParaRPr lang="en-AU" sz="1350" kern="1200" dirty="0">
                <a:solidFill>
                  <a:prstClr val="white"/>
                </a:solidFill>
                <a:latin typeface="Arial"/>
              </a:endParaRPr>
            </a:p>
          </p:txBody>
        </p:sp>
        <p:pic>
          <p:nvPicPr>
            <p:cNvPr id="28" name="Picture 27" descr="A person and person holding bags&#10;&#10;Description automatically generated">
              <a:extLst>
                <a:ext uri="{FF2B5EF4-FFF2-40B4-BE49-F238E27FC236}">
                  <a16:creationId xmlns:a16="http://schemas.microsoft.com/office/drawing/2014/main" id="{C90E9570-D2DF-847A-052E-E3C71EC8B29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636222" y="1120474"/>
              <a:ext cx="1438496" cy="1315422"/>
            </a:xfrm>
            <a:prstGeom prst="rect">
              <a:avLst/>
            </a:prstGeom>
          </p:spPr>
        </p:pic>
      </p:grpSp>
      <p:pic>
        <p:nvPicPr>
          <p:cNvPr id="2" name="Picture 1" descr="A red and white stamp with text&#10;&#10;Description automatically generated">
            <a:extLst>
              <a:ext uri="{FF2B5EF4-FFF2-40B4-BE49-F238E27FC236}">
                <a16:creationId xmlns:a16="http://schemas.microsoft.com/office/drawing/2014/main" id="{E7665151-BCFE-CFF9-F233-81A1C9C6AC4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464974" y="1306598"/>
            <a:ext cx="2701386" cy="2530304"/>
          </a:xfrm>
          <a:prstGeom prst="rect">
            <a:avLst/>
          </a:prstGeom>
        </p:spPr>
      </p:pic>
    </p:spTree>
    <p:extLst>
      <p:ext uri="{BB962C8B-B14F-4D97-AF65-F5344CB8AC3E}">
        <p14:creationId xmlns:p14="http://schemas.microsoft.com/office/powerpoint/2010/main" val="3361999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8"/>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2"/>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randombar(horizontal)">
                                      <p:cBhvr>
                                        <p:cTn id="13" dur="500"/>
                                        <p:tgtEl>
                                          <p:spTgt spid="23"/>
                                        </p:tgtEl>
                                      </p:cBhvr>
                                    </p:animEffect>
                                  </p:childTnLst>
                                </p:cTn>
                              </p:par>
                              <p:par>
                                <p:cTn id="14" presetID="14" presetClass="entr" presetSubtype="1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randombar(horizontal)">
                                      <p:cBhvr>
                                        <p:cTn id="16" dur="500"/>
                                        <p:tgtEl>
                                          <p:spTgt spid="20"/>
                                        </p:tgtEl>
                                      </p:cBhvr>
                                    </p:animEffect>
                                  </p:childTnLst>
                                </p:cTn>
                              </p:par>
                              <p:par>
                                <p:cTn id="17" presetID="14" presetClass="entr" presetSubtype="1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randombar(horizontal)">
                                      <p:cBhvr>
                                        <p:cTn id="1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a:xfrm>
            <a:off x="457200" y="88106"/>
            <a:ext cx="8229600" cy="857250"/>
          </a:xfrm>
        </p:spPr>
        <p:txBody>
          <a:bodyPr/>
          <a:lstStyle/>
          <a:p>
            <a:r>
              <a:rPr lang="en-AU" sz="2100" dirty="0">
                <a:solidFill>
                  <a:srgbClr val="1F487C"/>
                </a:solidFill>
              </a:rPr>
              <a:t>Research Problem</a:t>
            </a:r>
          </a:p>
        </p:txBody>
      </p:sp>
      <p:grpSp>
        <p:nvGrpSpPr>
          <p:cNvPr id="23" name="Group 22">
            <a:extLst>
              <a:ext uri="{FF2B5EF4-FFF2-40B4-BE49-F238E27FC236}">
                <a16:creationId xmlns:a16="http://schemas.microsoft.com/office/drawing/2014/main" id="{CDDBCF8D-F883-0A2F-64A4-AC511FB83E05}"/>
              </a:ext>
            </a:extLst>
          </p:cNvPr>
          <p:cNvGrpSpPr>
            <a:grpSpLocks noGrp="1" noUngrp="1" noRot="1" noMove="1" noResize="1"/>
          </p:cNvGrpSpPr>
          <p:nvPr/>
        </p:nvGrpSpPr>
        <p:grpSpPr>
          <a:xfrm>
            <a:off x="4727973" y="0"/>
            <a:ext cx="4443088" cy="5143500"/>
            <a:chOff x="6303963" y="0"/>
            <a:chExt cx="5924117" cy="6858000"/>
          </a:xfrm>
        </p:grpSpPr>
        <p:sp>
          <p:nvSpPr>
            <p:cNvPr id="20" name="Rectangle 19">
              <a:extLst>
                <a:ext uri="{FF2B5EF4-FFF2-40B4-BE49-F238E27FC236}">
                  <a16:creationId xmlns:a16="http://schemas.microsoft.com/office/drawing/2014/main" id="{7B32B744-A224-3535-76EE-6A83DCCDD932}"/>
                </a:ext>
              </a:extLst>
            </p:cNvPr>
            <p:cNvSpPr>
              <a:spLocks noGrp="1" noRot="1" noMove="1" noResize="1" noEditPoints="1" noAdjustHandles="1" noChangeArrowheads="1" noChangeShapeType="1"/>
            </p:cNvSpPr>
            <p:nvPr/>
          </p:nvSpPr>
          <p:spPr>
            <a:xfrm>
              <a:off x="6303963" y="0"/>
              <a:ext cx="5917386" cy="6858000"/>
            </a:xfrm>
            <a:prstGeom prst="rect">
              <a:avLst/>
            </a:prstGeom>
            <a:solidFill>
              <a:srgbClr val="224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dirty="0"/>
            </a:p>
          </p:txBody>
        </p:sp>
        <p:pic>
          <p:nvPicPr>
            <p:cNvPr id="21" name="Graphic 20" descr="A city block with various buildings, skyscrapers and trees">
              <a:extLst>
                <a:ext uri="{FF2B5EF4-FFF2-40B4-BE49-F238E27FC236}">
                  <a16:creationId xmlns:a16="http://schemas.microsoft.com/office/drawing/2014/main" id="{98987E03-2181-BB71-35E1-2054A4A3CB87}"/>
                </a:ext>
              </a:extLst>
            </p:cNvPr>
            <p:cNvPicPr>
              <a:picLocks noGrp="1" noRo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65462" r="-1" b="24959"/>
            <a:stretch/>
          </p:blipFill>
          <p:spPr>
            <a:xfrm>
              <a:off x="6310694" y="4373750"/>
              <a:ext cx="1143411" cy="2484250"/>
            </a:xfrm>
            <a:prstGeom prst="rect">
              <a:avLst/>
            </a:prstGeom>
          </p:spPr>
        </p:pic>
        <p:pic>
          <p:nvPicPr>
            <p:cNvPr id="22" name="Graphic 21" descr="A city block with various buildings, skyscrapers and trees">
              <a:extLst>
                <a:ext uri="{FF2B5EF4-FFF2-40B4-BE49-F238E27FC236}">
                  <a16:creationId xmlns:a16="http://schemas.microsoft.com/office/drawing/2014/main" id="{418AD39A-C3FC-9E6A-5294-2669E30ED1FF}"/>
                </a:ext>
              </a:extLst>
            </p:cNvPr>
            <p:cNvPicPr>
              <a:picLocks noGrp="1" noRo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334" r="51939" b="24959"/>
            <a:stretch/>
          </p:blipFill>
          <p:spPr>
            <a:xfrm>
              <a:off x="10625946" y="4373750"/>
              <a:ext cx="1602134" cy="2484250"/>
            </a:xfrm>
            <a:prstGeom prst="rect">
              <a:avLst/>
            </a:prstGeom>
          </p:spPr>
        </p:pic>
      </p:grpSp>
      <p:grpSp>
        <p:nvGrpSpPr>
          <p:cNvPr id="3" name="Group 2">
            <a:extLst>
              <a:ext uri="{FF2B5EF4-FFF2-40B4-BE49-F238E27FC236}">
                <a16:creationId xmlns:a16="http://schemas.microsoft.com/office/drawing/2014/main" id="{C824F5A1-58C7-F8E7-F9D7-094B52014EE3}"/>
              </a:ext>
            </a:extLst>
          </p:cNvPr>
          <p:cNvGrpSpPr/>
          <p:nvPr/>
        </p:nvGrpSpPr>
        <p:grpSpPr>
          <a:xfrm flipH="1">
            <a:off x="6054855" y="1917623"/>
            <a:ext cx="1931532" cy="2197480"/>
            <a:chOff x="4790373" y="962005"/>
            <a:chExt cx="2947182" cy="3352972"/>
          </a:xfrm>
        </p:grpSpPr>
        <p:pic>
          <p:nvPicPr>
            <p:cNvPr id="4" name="Picture 3" descr="A cartoon of a person holding a walker&#10;&#10;AI-generated content may be incorrect.">
              <a:extLst>
                <a:ext uri="{FF2B5EF4-FFF2-40B4-BE49-F238E27FC236}">
                  <a16:creationId xmlns:a16="http://schemas.microsoft.com/office/drawing/2014/main" id="{FB297229-F604-2DFD-2F38-BA1273482A7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72200" y="1352550"/>
              <a:ext cx="1565355" cy="2962427"/>
            </a:xfrm>
            <a:prstGeom prst="rect">
              <a:avLst/>
            </a:prstGeom>
          </p:spPr>
        </p:pic>
        <p:pic>
          <p:nvPicPr>
            <p:cNvPr id="5" name="Picture 4" descr="A person with his hands in his pockets&#10;&#10;AI-generated content may be incorrect.">
              <a:extLst>
                <a:ext uri="{FF2B5EF4-FFF2-40B4-BE49-F238E27FC236}">
                  <a16:creationId xmlns:a16="http://schemas.microsoft.com/office/drawing/2014/main" id="{66BA0FA9-C562-D1E2-C6C1-AC18147728B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32404" y="962005"/>
              <a:ext cx="1279591" cy="3352972"/>
            </a:xfrm>
            <a:prstGeom prst="rect">
              <a:avLst/>
            </a:prstGeom>
          </p:spPr>
        </p:pic>
        <p:pic>
          <p:nvPicPr>
            <p:cNvPr id="6" name="Picture 5" descr="A person sitting in a wheelchair writing on a paper&#10;&#10;Description automatically generated">
              <a:extLst>
                <a:ext uri="{FF2B5EF4-FFF2-40B4-BE49-F238E27FC236}">
                  <a16:creationId xmlns:a16="http://schemas.microsoft.com/office/drawing/2014/main" id="{E58B31B3-462F-1D01-55B4-380163C96B6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790373" y="2052452"/>
              <a:ext cx="1656268" cy="2262525"/>
            </a:xfrm>
            <a:prstGeom prst="rect">
              <a:avLst/>
            </a:prstGeom>
          </p:spPr>
        </p:pic>
      </p:grpSp>
      <p:grpSp>
        <p:nvGrpSpPr>
          <p:cNvPr id="7" name="Group 6">
            <a:extLst>
              <a:ext uri="{FF2B5EF4-FFF2-40B4-BE49-F238E27FC236}">
                <a16:creationId xmlns:a16="http://schemas.microsoft.com/office/drawing/2014/main" id="{2ACC6B84-AC4D-740C-E982-6434A81E0018}"/>
              </a:ext>
            </a:extLst>
          </p:cNvPr>
          <p:cNvGrpSpPr/>
          <p:nvPr/>
        </p:nvGrpSpPr>
        <p:grpSpPr>
          <a:xfrm>
            <a:off x="5334317" y="1418685"/>
            <a:ext cx="3073578" cy="1410537"/>
            <a:chOff x="5334317" y="1418685"/>
            <a:chExt cx="3073578" cy="1410537"/>
          </a:xfrm>
        </p:grpSpPr>
        <p:grpSp>
          <p:nvGrpSpPr>
            <p:cNvPr id="9" name="Group 8">
              <a:extLst>
                <a:ext uri="{FF2B5EF4-FFF2-40B4-BE49-F238E27FC236}">
                  <a16:creationId xmlns:a16="http://schemas.microsoft.com/office/drawing/2014/main" id="{981072B2-7895-D74E-9EDB-31E797E5B1D4}"/>
                </a:ext>
              </a:extLst>
            </p:cNvPr>
            <p:cNvGrpSpPr/>
            <p:nvPr/>
          </p:nvGrpSpPr>
          <p:grpSpPr>
            <a:xfrm>
              <a:off x="5334317" y="2310074"/>
              <a:ext cx="838623" cy="519148"/>
              <a:chOff x="4572000" y="1352550"/>
              <a:chExt cx="1600200" cy="990600"/>
            </a:xfrm>
          </p:grpSpPr>
          <p:sp>
            <p:nvSpPr>
              <p:cNvPr id="27" name="Speech Bubble: Oval 26">
                <a:extLst>
                  <a:ext uri="{FF2B5EF4-FFF2-40B4-BE49-F238E27FC236}">
                    <a16:creationId xmlns:a16="http://schemas.microsoft.com/office/drawing/2014/main" id="{3372BF2C-ABEB-4F81-9752-37789F9A0496}"/>
                  </a:ext>
                </a:extLst>
              </p:cNvPr>
              <p:cNvSpPr/>
              <p:nvPr/>
            </p:nvSpPr>
            <p:spPr>
              <a:xfrm>
                <a:off x="4572000" y="1352550"/>
                <a:ext cx="1600200" cy="990600"/>
              </a:xfrm>
              <a:prstGeom prst="wedgeEllipseCallout">
                <a:avLst>
                  <a:gd name="adj1" fmla="val 93271"/>
                  <a:gd name="adj2" fmla="val -32326"/>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pic>
            <p:nvPicPr>
              <p:cNvPr id="28" name="Graphic 27" descr="Close with solid fill">
                <a:extLst>
                  <a:ext uri="{FF2B5EF4-FFF2-40B4-BE49-F238E27FC236}">
                    <a16:creationId xmlns:a16="http://schemas.microsoft.com/office/drawing/2014/main" id="{47DA4160-A403-9C7E-8774-80A373A12F3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14900" y="1389450"/>
                <a:ext cx="914400" cy="914400"/>
              </a:xfrm>
              <a:prstGeom prst="rect">
                <a:avLst/>
              </a:prstGeom>
            </p:spPr>
          </p:pic>
        </p:grpSp>
        <p:grpSp>
          <p:nvGrpSpPr>
            <p:cNvPr id="11" name="Group 10">
              <a:extLst>
                <a:ext uri="{FF2B5EF4-FFF2-40B4-BE49-F238E27FC236}">
                  <a16:creationId xmlns:a16="http://schemas.microsoft.com/office/drawing/2014/main" id="{D2131974-5F0A-397C-7267-55A75F626026}"/>
                </a:ext>
              </a:extLst>
            </p:cNvPr>
            <p:cNvGrpSpPr/>
            <p:nvPr/>
          </p:nvGrpSpPr>
          <p:grpSpPr>
            <a:xfrm>
              <a:off x="7569272" y="2137164"/>
              <a:ext cx="838623" cy="519148"/>
              <a:chOff x="1981200" y="3714750"/>
              <a:chExt cx="1600200" cy="990600"/>
            </a:xfrm>
          </p:grpSpPr>
          <p:sp>
            <p:nvSpPr>
              <p:cNvPr id="25" name="Speech Bubble: Oval 24">
                <a:extLst>
                  <a:ext uri="{FF2B5EF4-FFF2-40B4-BE49-F238E27FC236}">
                    <a16:creationId xmlns:a16="http://schemas.microsoft.com/office/drawing/2014/main" id="{6EB4058B-4B81-4385-B3F4-4844AABB94BD}"/>
                  </a:ext>
                </a:extLst>
              </p:cNvPr>
              <p:cNvSpPr/>
              <p:nvPr/>
            </p:nvSpPr>
            <p:spPr>
              <a:xfrm>
                <a:off x="1981200" y="3714750"/>
                <a:ext cx="1600200" cy="990600"/>
              </a:xfrm>
              <a:prstGeom prst="wedgeEllipseCallout">
                <a:avLst>
                  <a:gd name="adj1" fmla="val -48356"/>
                  <a:gd name="adj2" fmla="val 50988"/>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pic>
            <p:nvPicPr>
              <p:cNvPr id="26" name="Graphic 25" descr="Thumbs Down with solid fill">
                <a:extLst>
                  <a:ext uri="{FF2B5EF4-FFF2-40B4-BE49-F238E27FC236}">
                    <a16:creationId xmlns:a16="http://schemas.microsoft.com/office/drawing/2014/main" id="{58F6825C-CE2E-7AA2-6C35-8921F24C18C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324100" y="3764885"/>
                <a:ext cx="914400" cy="914400"/>
              </a:xfrm>
              <a:prstGeom prst="rect">
                <a:avLst/>
              </a:prstGeom>
            </p:spPr>
          </p:pic>
        </p:grpSp>
        <p:grpSp>
          <p:nvGrpSpPr>
            <p:cNvPr id="13" name="Group 12">
              <a:extLst>
                <a:ext uri="{FF2B5EF4-FFF2-40B4-BE49-F238E27FC236}">
                  <a16:creationId xmlns:a16="http://schemas.microsoft.com/office/drawing/2014/main" id="{95372A48-2D3D-0E93-FC68-E19804C69D32}"/>
                </a:ext>
              </a:extLst>
            </p:cNvPr>
            <p:cNvGrpSpPr/>
            <p:nvPr/>
          </p:nvGrpSpPr>
          <p:grpSpPr>
            <a:xfrm>
              <a:off x="6069140" y="1418685"/>
              <a:ext cx="838623" cy="519148"/>
              <a:chOff x="4324400" y="3333750"/>
              <a:chExt cx="1600200" cy="990600"/>
            </a:xfrm>
          </p:grpSpPr>
          <p:sp>
            <p:nvSpPr>
              <p:cNvPr id="15" name="Speech Bubble: Oval 14">
                <a:extLst>
                  <a:ext uri="{FF2B5EF4-FFF2-40B4-BE49-F238E27FC236}">
                    <a16:creationId xmlns:a16="http://schemas.microsoft.com/office/drawing/2014/main" id="{610C16DF-9C52-63BD-BDBA-178F0C9424AE}"/>
                  </a:ext>
                </a:extLst>
              </p:cNvPr>
              <p:cNvSpPr/>
              <p:nvPr/>
            </p:nvSpPr>
            <p:spPr>
              <a:xfrm>
                <a:off x="4324400" y="3333750"/>
                <a:ext cx="1600200" cy="990600"/>
              </a:xfrm>
              <a:prstGeom prst="wedgeEllipseCallout">
                <a:avLst>
                  <a:gd name="adj1" fmla="val 52338"/>
                  <a:gd name="adj2" fmla="val 56278"/>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pic>
            <p:nvPicPr>
              <p:cNvPr id="16" name="Graphic 15" descr="No sign with solid fill">
                <a:extLst>
                  <a:ext uri="{FF2B5EF4-FFF2-40B4-BE49-F238E27FC236}">
                    <a16:creationId xmlns:a16="http://schemas.microsoft.com/office/drawing/2014/main" id="{4BF791DC-ED55-15D5-D738-733D3DF1081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672213" y="3375660"/>
                <a:ext cx="914400" cy="914400"/>
              </a:xfrm>
              <a:prstGeom prst="rect">
                <a:avLst/>
              </a:prstGeom>
            </p:spPr>
          </p:pic>
        </p:grpSp>
      </p:grpSp>
      <p:pic>
        <p:nvPicPr>
          <p:cNvPr id="29" name="Picture 28" descr="A white bus with black wheels&#10;&#10;Description automatically generated">
            <a:extLst>
              <a:ext uri="{FF2B5EF4-FFF2-40B4-BE49-F238E27FC236}">
                <a16:creationId xmlns:a16="http://schemas.microsoft.com/office/drawing/2014/main" id="{00FA7E3F-7056-41C8-7914-710BA42B590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57200" y="2276588"/>
            <a:ext cx="3076151" cy="1805685"/>
          </a:xfrm>
          <a:prstGeom prst="rect">
            <a:avLst/>
          </a:prstGeom>
        </p:spPr>
      </p:pic>
      <p:grpSp>
        <p:nvGrpSpPr>
          <p:cNvPr id="30" name="Group 29">
            <a:extLst>
              <a:ext uri="{FF2B5EF4-FFF2-40B4-BE49-F238E27FC236}">
                <a16:creationId xmlns:a16="http://schemas.microsoft.com/office/drawing/2014/main" id="{D5642194-C176-6356-8423-B9AC6248F36D}"/>
              </a:ext>
            </a:extLst>
          </p:cNvPr>
          <p:cNvGrpSpPr/>
          <p:nvPr/>
        </p:nvGrpSpPr>
        <p:grpSpPr>
          <a:xfrm>
            <a:off x="476308" y="1428750"/>
            <a:ext cx="3957500" cy="2202919"/>
            <a:chOff x="476308" y="1428750"/>
            <a:chExt cx="3957500" cy="2202919"/>
          </a:xfrm>
        </p:grpSpPr>
        <p:grpSp>
          <p:nvGrpSpPr>
            <p:cNvPr id="31" name="Group 30">
              <a:extLst>
                <a:ext uri="{FF2B5EF4-FFF2-40B4-BE49-F238E27FC236}">
                  <a16:creationId xmlns:a16="http://schemas.microsoft.com/office/drawing/2014/main" id="{0A8FC2A9-A679-C6F6-6395-899F313C5E95}"/>
                </a:ext>
              </a:extLst>
            </p:cNvPr>
            <p:cNvGrpSpPr/>
            <p:nvPr/>
          </p:nvGrpSpPr>
          <p:grpSpPr>
            <a:xfrm flipH="1">
              <a:off x="3398225" y="2224322"/>
              <a:ext cx="873442" cy="635231"/>
              <a:chOff x="-745066" y="4741333"/>
              <a:chExt cx="2483556" cy="1806223"/>
            </a:xfrm>
          </p:grpSpPr>
          <p:sp>
            <p:nvSpPr>
              <p:cNvPr id="47" name="Thought Bubble: Cloud 46">
                <a:extLst>
                  <a:ext uri="{FF2B5EF4-FFF2-40B4-BE49-F238E27FC236}">
                    <a16:creationId xmlns:a16="http://schemas.microsoft.com/office/drawing/2014/main" id="{2777BC3A-93F2-59B4-E7F0-3EE0E43EBD28}"/>
                  </a:ext>
                </a:extLst>
              </p:cNvPr>
              <p:cNvSpPr/>
              <p:nvPr/>
            </p:nvSpPr>
            <p:spPr>
              <a:xfrm>
                <a:off x="-745066" y="4741333"/>
                <a:ext cx="2483556" cy="1806223"/>
              </a:xfrm>
              <a:prstGeom prst="cloudCallout">
                <a:avLst>
                  <a:gd name="adj1" fmla="val 22803"/>
                  <a:gd name="adj2" fmla="val 63750"/>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endParaRPr lang="en-AU" sz="1350" kern="1200" dirty="0">
                  <a:solidFill>
                    <a:prstClr val="white"/>
                  </a:solidFill>
                  <a:latin typeface="Arial"/>
                </a:endParaRPr>
              </a:p>
            </p:txBody>
          </p:sp>
          <p:pic>
            <p:nvPicPr>
              <p:cNvPr id="48" name="Picture 47" descr="A group of people hugging each other&#10;&#10;Description automatically generated">
                <a:extLst>
                  <a:ext uri="{FF2B5EF4-FFF2-40B4-BE49-F238E27FC236}">
                    <a16:creationId xmlns:a16="http://schemas.microsoft.com/office/drawing/2014/main" id="{7F669451-A139-3B65-E24A-1C7A0B8CA81D}"/>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81250" y="5004799"/>
                <a:ext cx="1555925" cy="1279291"/>
              </a:xfrm>
              <a:prstGeom prst="rect">
                <a:avLst/>
              </a:prstGeom>
            </p:spPr>
          </p:pic>
        </p:grpSp>
        <p:grpSp>
          <p:nvGrpSpPr>
            <p:cNvPr id="32" name="Group 31">
              <a:extLst>
                <a:ext uri="{FF2B5EF4-FFF2-40B4-BE49-F238E27FC236}">
                  <a16:creationId xmlns:a16="http://schemas.microsoft.com/office/drawing/2014/main" id="{5B650B2B-8AE7-6B61-1D7B-0353C76DF89A}"/>
                </a:ext>
              </a:extLst>
            </p:cNvPr>
            <p:cNvGrpSpPr/>
            <p:nvPr/>
          </p:nvGrpSpPr>
          <p:grpSpPr>
            <a:xfrm>
              <a:off x="476308" y="1461088"/>
              <a:ext cx="873442" cy="635231"/>
              <a:chOff x="5396382" y="1091909"/>
              <a:chExt cx="2483556" cy="1806223"/>
            </a:xfrm>
          </p:grpSpPr>
          <p:sp>
            <p:nvSpPr>
              <p:cNvPr id="45" name="Thought Bubble: Cloud 44">
                <a:extLst>
                  <a:ext uri="{FF2B5EF4-FFF2-40B4-BE49-F238E27FC236}">
                    <a16:creationId xmlns:a16="http://schemas.microsoft.com/office/drawing/2014/main" id="{8E50E6E6-A6D8-3F3C-30D4-7AE84068C634}"/>
                  </a:ext>
                </a:extLst>
              </p:cNvPr>
              <p:cNvSpPr/>
              <p:nvPr/>
            </p:nvSpPr>
            <p:spPr>
              <a:xfrm>
                <a:off x="5396382" y="1091909"/>
                <a:ext cx="2483556" cy="1806223"/>
              </a:xfrm>
              <a:prstGeom prst="cloudCallout">
                <a:avLst>
                  <a:gd name="adj1" fmla="val 22803"/>
                  <a:gd name="adj2" fmla="val 53750"/>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endParaRPr lang="en-AU" sz="1350" kern="1200" dirty="0">
                  <a:solidFill>
                    <a:prstClr val="white"/>
                  </a:solidFill>
                  <a:latin typeface="Arial"/>
                </a:endParaRPr>
              </a:p>
            </p:txBody>
          </p:sp>
          <p:pic>
            <p:nvPicPr>
              <p:cNvPr id="46" name="Picture 45" descr="A person and person doing yoga&#10;&#10;Description automatically generated">
                <a:extLst>
                  <a:ext uri="{FF2B5EF4-FFF2-40B4-BE49-F238E27FC236}">
                    <a16:creationId xmlns:a16="http://schemas.microsoft.com/office/drawing/2014/main" id="{74DAB079-CF73-99F6-9BB8-DE30907CF5C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712848" y="1427638"/>
                <a:ext cx="1850624" cy="1134764"/>
              </a:xfrm>
              <a:prstGeom prst="rect">
                <a:avLst/>
              </a:prstGeom>
            </p:spPr>
          </p:pic>
        </p:grpSp>
        <p:grpSp>
          <p:nvGrpSpPr>
            <p:cNvPr id="33" name="Group 32">
              <a:extLst>
                <a:ext uri="{FF2B5EF4-FFF2-40B4-BE49-F238E27FC236}">
                  <a16:creationId xmlns:a16="http://schemas.microsoft.com/office/drawing/2014/main" id="{80AD7EC0-1C42-7B29-86DA-2340D54A790B}"/>
                </a:ext>
              </a:extLst>
            </p:cNvPr>
            <p:cNvGrpSpPr/>
            <p:nvPr/>
          </p:nvGrpSpPr>
          <p:grpSpPr>
            <a:xfrm>
              <a:off x="3560366" y="2996438"/>
              <a:ext cx="873442" cy="635231"/>
              <a:chOff x="3113692" y="875074"/>
              <a:chExt cx="2483556" cy="1806223"/>
            </a:xfrm>
          </p:grpSpPr>
          <p:sp>
            <p:nvSpPr>
              <p:cNvPr id="43" name="Thought Bubble: Cloud 42">
                <a:extLst>
                  <a:ext uri="{FF2B5EF4-FFF2-40B4-BE49-F238E27FC236}">
                    <a16:creationId xmlns:a16="http://schemas.microsoft.com/office/drawing/2014/main" id="{DE652707-74C2-D7C8-CDA1-C31497EC876F}"/>
                  </a:ext>
                </a:extLst>
              </p:cNvPr>
              <p:cNvSpPr/>
              <p:nvPr/>
            </p:nvSpPr>
            <p:spPr>
              <a:xfrm>
                <a:off x="3113692" y="875074"/>
                <a:ext cx="2483556" cy="1806223"/>
              </a:xfrm>
              <a:prstGeom prst="cloudCallout">
                <a:avLst>
                  <a:gd name="adj1" fmla="val -55833"/>
                  <a:gd name="adj2" fmla="val 13125"/>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endParaRPr lang="en-AU" sz="1350" kern="1200" dirty="0">
                  <a:solidFill>
                    <a:prstClr val="white"/>
                  </a:solidFill>
                  <a:latin typeface="Arial"/>
                </a:endParaRPr>
              </a:p>
            </p:txBody>
          </p:sp>
          <p:pic>
            <p:nvPicPr>
              <p:cNvPr id="44" name="Picture 43" descr="A person and person holding bags&#10;&#10;Description automatically generated">
                <a:extLst>
                  <a:ext uri="{FF2B5EF4-FFF2-40B4-BE49-F238E27FC236}">
                    <a16:creationId xmlns:a16="http://schemas.microsoft.com/office/drawing/2014/main" id="{F87B3E54-8118-708D-3EB7-D1BC20A30B5F}"/>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636222" y="1120474"/>
                <a:ext cx="1438496" cy="1315422"/>
              </a:xfrm>
              <a:prstGeom prst="rect">
                <a:avLst/>
              </a:prstGeom>
            </p:spPr>
          </p:pic>
        </p:grpSp>
        <p:grpSp>
          <p:nvGrpSpPr>
            <p:cNvPr id="34" name="Group 33">
              <a:extLst>
                <a:ext uri="{FF2B5EF4-FFF2-40B4-BE49-F238E27FC236}">
                  <a16:creationId xmlns:a16="http://schemas.microsoft.com/office/drawing/2014/main" id="{E9862963-3590-4FE5-2A2E-F0B3B323E9AC}"/>
                </a:ext>
              </a:extLst>
            </p:cNvPr>
            <p:cNvGrpSpPr/>
            <p:nvPr/>
          </p:nvGrpSpPr>
          <p:grpSpPr>
            <a:xfrm>
              <a:off x="2819556" y="1452205"/>
              <a:ext cx="873442" cy="635231"/>
              <a:chOff x="2179953" y="90317"/>
              <a:chExt cx="2483556" cy="1806223"/>
            </a:xfrm>
          </p:grpSpPr>
          <p:sp>
            <p:nvSpPr>
              <p:cNvPr id="41" name="Thought Bubble: Cloud 40">
                <a:extLst>
                  <a:ext uri="{FF2B5EF4-FFF2-40B4-BE49-F238E27FC236}">
                    <a16:creationId xmlns:a16="http://schemas.microsoft.com/office/drawing/2014/main" id="{B39BBBB2-9A09-BDB0-327A-A6EB997995DF}"/>
                  </a:ext>
                </a:extLst>
              </p:cNvPr>
              <p:cNvSpPr/>
              <p:nvPr/>
            </p:nvSpPr>
            <p:spPr>
              <a:xfrm flipH="1">
                <a:off x="2179953" y="90317"/>
                <a:ext cx="2483556" cy="1806223"/>
              </a:xfrm>
              <a:prstGeom prst="cloudCallout">
                <a:avLst>
                  <a:gd name="adj1" fmla="val 22803"/>
                  <a:gd name="adj2" fmla="val 63750"/>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endParaRPr lang="en-AU" sz="1350" kern="1200" dirty="0">
                  <a:solidFill>
                    <a:prstClr val="white"/>
                  </a:solidFill>
                  <a:latin typeface="Arial"/>
                </a:endParaRPr>
              </a:p>
            </p:txBody>
          </p:sp>
          <p:pic>
            <p:nvPicPr>
              <p:cNvPr id="42" name="Picture 41" descr="A person in a wheelchair at a desk&#10;&#10;Description automatically generated">
                <a:extLst>
                  <a:ext uri="{FF2B5EF4-FFF2-40B4-BE49-F238E27FC236}">
                    <a16:creationId xmlns:a16="http://schemas.microsoft.com/office/drawing/2014/main" id="{1949E654-97F2-EFAD-9714-3F9A63C2128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2621081" y="397425"/>
                <a:ext cx="1601300" cy="921541"/>
              </a:xfrm>
              <a:prstGeom prst="rect">
                <a:avLst/>
              </a:prstGeom>
            </p:spPr>
          </p:pic>
        </p:grpSp>
        <p:grpSp>
          <p:nvGrpSpPr>
            <p:cNvPr id="35" name="Group 34">
              <a:extLst>
                <a:ext uri="{FF2B5EF4-FFF2-40B4-BE49-F238E27FC236}">
                  <a16:creationId xmlns:a16="http://schemas.microsoft.com/office/drawing/2014/main" id="{35B5A3A6-76E7-5793-A377-127E523BF5B0}"/>
                </a:ext>
              </a:extLst>
            </p:cNvPr>
            <p:cNvGrpSpPr/>
            <p:nvPr/>
          </p:nvGrpSpPr>
          <p:grpSpPr>
            <a:xfrm>
              <a:off x="2032788" y="1428750"/>
              <a:ext cx="873442" cy="635231"/>
              <a:chOff x="1333034" y="1309553"/>
              <a:chExt cx="2483556" cy="1806223"/>
            </a:xfrm>
          </p:grpSpPr>
          <p:sp>
            <p:nvSpPr>
              <p:cNvPr id="39" name="Thought Bubble: Cloud 38">
                <a:extLst>
                  <a:ext uri="{FF2B5EF4-FFF2-40B4-BE49-F238E27FC236}">
                    <a16:creationId xmlns:a16="http://schemas.microsoft.com/office/drawing/2014/main" id="{C0184C88-2CB2-F739-F271-4176FFF63239}"/>
                  </a:ext>
                </a:extLst>
              </p:cNvPr>
              <p:cNvSpPr/>
              <p:nvPr/>
            </p:nvSpPr>
            <p:spPr>
              <a:xfrm flipH="1">
                <a:off x="1333034" y="1309553"/>
                <a:ext cx="2483556" cy="1806223"/>
              </a:xfrm>
              <a:prstGeom prst="cloudCallout">
                <a:avLst>
                  <a:gd name="adj1" fmla="val 9093"/>
                  <a:gd name="adj2" fmla="val 65783"/>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endParaRPr lang="en-AU" sz="1350" kern="1200" dirty="0">
                  <a:solidFill>
                    <a:prstClr val="white"/>
                  </a:solidFill>
                  <a:latin typeface="Arial"/>
                </a:endParaRPr>
              </a:p>
            </p:txBody>
          </p:sp>
          <p:pic>
            <p:nvPicPr>
              <p:cNvPr id="40" name="Picture 39" descr="A group of people sitting at a table&#10;&#10;Description automatically generated">
                <a:extLst>
                  <a:ext uri="{FF2B5EF4-FFF2-40B4-BE49-F238E27FC236}">
                    <a16:creationId xmlns:a16="http://schemas.microsoft.com/office/drawing/2014/main" id="{9A78645A-C09B-F504-E926-8E6ECD06F690}"/>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774162" y="1761308"/>
                <a:ext cx="1601300" cy="902713"/>
              </a:xfrm>
              <a:prstGeom prst="rect">
                <a:avLst/>
              </a:prstGeom>
            </p:spPr>
          </p:pic>
        </p:grpSp>
        <p:grpSp>
          <p:nvGrpSpPr>
            <p:cNvPr id="36" name="Group 35">
              <a:extLst>
                <a:ext uri="{FF2B5EF4-FFF2-40B4-BE49-F238E27FC236}">
                  <a16:creationId xmlns:a16="http://schemas.microsoft.com/office/drawing/2014/main" id="{999AF3AC-504A-6C1E-6695-E5C7A6434059}"/>
                </a:ext>
              </a:extLst>
            </p:cNvPr>
            <p:cNvGrpSpPr/>
            <p:nvPr/>
          </p:nvGrpSpPr>
          <p:grpSpPr>
            <a:xfrm>
              <a:off x="1246019" y="1443044"/>
              <a:ext cx="873442" cy="635231"/>
              <a:chOff x="3695728" y="3682475"/>
              <a:chExt cx="2483556" cy="1806223"/>
            </a:xfrm>
          </p:grpSpPr>
          <p:sp>
            <p:nvSpPr>
              <p:cNvPr id="37" name="Thought Bubble: Cloud 36">
                <a:extLst>
                  <a:ext uri="{FF2B5EF4-FFF2-40B4-BE49-F238E27FC236}">
                    <a16:creationId xmlns:a16="http://schemas.microsoft.com/office/drawing/2014/main" id="{12AF6F58-3D25-7F18-313C-11F954B8D95E}"/>
                  </a:ext>
                </a:extLst>
              </p:cNvPr>
              <p:cNvSpPr/>
              <p:nvPr/>
            </p:nvSpPr>
            <p:spPr>
              <a:xfrm flipH="1">
                <a:off x="3695728" y="3682475"/>
                <a:ext cx="2483556" cy="1806223"/>
              </a:xfrm>
              <a:prstGeom prst="cloudCallout">
                <a:avLst>
                  <a:gd name="adj1" fmla="val 3581"/>
                  <a:gd name="adj2" fmla="val 59730"/>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endParaRPr lang="en-AU" sz="1350" kern="1200" dirty="0">
                  <a:solidFill>
                    <a:prstClr val="white"/>
                  </a:solidFill>
                  <a:latin typeface="Arial"/>
                </a:endParaRPr>
              </a:p>
            </p:txBody>
          </p:sp>
          <p:pic>
            <p:nvPicPr>
              <p:cNvPr id="38" name="Picture 37" descr="A cartoon of a family with a dog and a tennis racket&#10;&#10;Description automatically generated">
                <a:extLst>
                  <a:ext uri="{FF2B5EF4-FFF2-40B4-BE49-F238E27FC236}">
                    <a16:creationId xmlns:a16="http://schemas.microsoft.com/office/drawing/2014/main" id="{381BD6AC-59B0-7088-FC60-09279FC3C7BE}"/>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4136856" y="3983613"/>
                <a:ext cx="1601300" cy="1203947"/>
              </a:xfrm>
              <a:prstGeom prst="rect">
                <a:avLst/>
              </a:prstGeom>
            </p:spPr>
          </p:pic>
        </p:grpSp>
      </p:grpSp>
      <p:sp>
        <p:nvSpPr>
          <p:cNvPr id="49" name="Title 1">
            <a:extLst>
              <a:ext uri="{FF2B5EF4-FFF2-40B4-BE49-F238E27FC236}">
                <a16:creationId xmlns:a16="http://schemas.microsoft.com/office/drawing/2014/main" id="{7CAD6C17-29B4-35C3-1FB3-3E7BA5206204}"/>
              </a:ext>
            </a:extLst>
          </p:cNvPr>
          <p:cNvSpPr txBox="1">
            <a:spLocks/>
          </p:cNvSpPr>
          <p:nvPr/>
        </p:nvSpPr>
        <p:spPr bwMode="auto">
          <a:xfrm>
            <a:off x="742167" y="1582309"/>
            <a:ext cx="2581241"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68580" tIns="34290" rIns="68580" bIns="34290" numCol="1" anchor="ctr" anchorCtr="0" compatLnSpc="1">
            <a:prstTxWarp prst="textNoShape">
              <a:avLst/>
            </a:prstTxWarp>
            <a:spAutoFit/>
          </a:bodyPr>
          <a:lst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pPr algn="ctr" defTabSz="342900"/>
            <a:r>
              <a:rPr lang="en-US" sz="2000" dirty="0">
                <a:solidFill>
                  <a:schemeClr val="tx1"/>
                </a:solidFill>
                <a:latin typeface="Tw Cen MT" panose="020B0602020104020603" pitchFamily="34" charset="0"/>
              </a:rPr>
              <a:t>Unrealized Potential ! </a:t>
            </a:r>
            <a:endParaRPr lang="en-AU" sz="2000" dirty="0">
              <a:solidFill>
                <a:schemeClr val="tx1"/>
              </a:solidFill>
              <a:latin typeface="Tw Cen MT" panose="020B0602020104020603" pitchFamily="34" charset="0"/>
            </a:endParaRPr>
          </a:p>
        </p:txBody>
      </p:sp>
    </p:spTree>
    <p:extLst>
      <p:ext uri="{BB962C8B-B14F-4D97-AF65-F5344CB8AC3E}">
        <p14:creationId xmlns:p14="http://schemas.microsoft.com/office/powerpoint/2010/main" val="1226640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nodeType="click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par>
                          <p:cTn id="12" fill="hold">
                            <p:stCondLst>
                              <p:cond delay="500"/>
                            </p:stCondLst>
                            <p:childTnLst>
                              <p:par>
                                <p:cTn id="13" presetID="1" presetClass="entr" presetSubtype="0" fill="hold" grpId="0" nodeType="after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B2A14-5A1E-AD29-9B1D-CA8BCD9E782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C4572D-7EED-3D4F-2A65-A5D553AA4DDD}"/>
              </a:ext>
            </a:extLst>
          </p:cNvPr>
          <p:cNvSpPr>
            <a:spLocks noGrp="1"/>
          </p:cNvSpPr>
          <p:nvPr>
            <p:ph idx="1"/>
          </p:nvPr>
        </p:nvSpPr>
        <p:spPr>
          <a:xfrm>
            <a:off x="457200" y="1019177"/>
            <a:ext cx="8229600" cy="3574799"/>
          </a:xfrm>
        </p:spPr>
        <p:txBody>
          <a:bodyPr>
            <a:normAutofit/>
          </a:bodyPr>
          <a:lstStyle/>
          <a:p>
            <a:pPr marL="0" indent="0">
              <a:buNone/>
            </a:pPr>
            <a:r>
              <a:rPr lang="en-US" sz="2000" b="1" dirty="0"/>
              <a:t>Technology Acceptance Model (Davis, 1985)</a:t>
            </a:r>
            <a:endParaRPr lang="en-US" sz="2000" b="1" dirty="0">
              <a:latin typeface="Tw Cen MT" panose="020B0602020104020603" pitchFamily="34" charset="0"/>
            </a:endParaRPr>
          </a:p>
        </p:txBody>
      </p:sp>
      <p:grpSp>
        <p:nvGrpSpPr>
          <p:cNvPr id="5" name="Group 4">
            <a:extLst>
              <a:ext uri="{FF2B5EF4-FFF2-40B4-BE49-F238E27FC236}">
                <a16:creationId xmlns:a16="http://schemas.microsoft.com/office/drawing/2014/main" id="{5DA7880E-113A-CB58-885C-5F7E4DBB3B15}"/>
              </a:ext>
            </a:extLst>
          </p:cNvPr>
          <p:cNvGrpSpPr>
            <a:grpSpLocks/>
          </p:cNvGrpSpPr>
          <p:nvPr/>
        </p:nvGrpSpPr>
        <p:grpSpPr>
          <a:xfrm>
            <a:off x="810662" y="1503854"/>
            <a:ext cx="1590630" cy="2135792"/>
            <a:chOff x="0" y="0"/>
            <a:chExt cx="1352550" cy="1727452"/>
          </a:xfrm>
        </p:grpSpPr>
        <p:sp>
          <p:nvSpPr>
            <p:cNvPr id="12" name="Rectangle 11">
              <a:extLst>
                <a:ext uri="{FF2B5EF4-FFF2-40B4-BE49-F238E27FC236}">
                  <a16:creationId xmlns:a16="http://schemas.microsoft.com/office/drawing/2014/main" id="{5898BE21-CDAF-DAEF-777A-8A9AD120FF3B}"/>
                </a:ext>
              </a:extLst>
            </p:cNvPr>
            <p:cNvSpPr>
              <a:spLocks/>
            </p:cNvSpPr>
            <p:nvPr/>
          </p:nvSpPr>
          <p:spPr>
            <a:xfrm>
              <a:off x="0" y="0"/>
              <a:ext cx="1352550" cy="48577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107000"/>
                </a:lnSpc>
                <a:buNone/>
              </a:pPr>
              <a:r>
                <a:rPr lang="en-US" sz="1500" dirty="0">
                  <a:solidFill>
                    <a:schemeClr val="tx1"/>
                  </a:solidFill>
                  <a:effectLst/>
                  <a:latin typeface="Tw Cen MT" panose="020B0602020104020603" pitchFamily="34" charset="0"/>
                  <a:ea typeface="Aptos" panose="020B0004020202020204" pitchFamily="34" charset="0"/>
                  <a:cs typeface="Times New Roman" panose="02020603050405020304" pitchFamily="18" charset="0"/>
                </a:rPr>
                <a:t>Perceived </a:t>
              </a:r>
              <a:endParaRPr lang="en-AU" sz="1500" dirty="0">
                <a:solidFill>
                  <a:schemeClr val="tx1"/>
                </a:solidFill>
                <a:effectLst/>
                <a:latin typeface="Tw Cen MT" panose="020B0602020104020603" pitchFamily="34" charset="0"/>
                <a:ea typeface="Aptos" panose="020B0004020202020204" pitchFamily="34" charset="0"/>
                <a:cs typeface="Times New Roman" panose="02020603050405020304" pitchFamily="18" charset="0"/>
              </a:endParaRPr>
            </a:p>
            <a:p>
              <a:pPr algn="ctr">
                <a:lnSpc>
                  <a:spcPct val="107000"/>
                </a:lnSpc>
                <a:buNone/>
              </a:pPr>
              <a:r>
                <a:rPr lang="en-US" sz="1500" dirty="0">
                  <a:solidFill>
                    <a:schemeClr val="tx1"/>
                  </a:solidFill>
                  <a:effectLst/>
                  <a:latin typeface="Tw Cen MT" panose="020B0602020104020603" pitchFamily="34" charset="0"/>
                  <a:ea typeface="Aptos" panose="020B0004020202020204" pitchFamily="34" charset="0"/>
                  <a:cs typeface="Times New Roman" panose="02020603050405020304" pitchFamily="18" charset="0"/>
                </a:rPr>
                <a:t>usefulness</a:t>
              </a:r>
              <a:endParaRPr lang="en-AU" sz="1500" dirty="0">
                <a:solidFill>
                  <a:schemeClr val="tx1"/>
                </a:solidFill>
                <a:effectLst/>
                <a:latin typeface="Tw Cen MT" panose="020B0602020104020603" pitchFamily="34" charset="0"/>
                <a:ea typeface="Aptos" panose="020B000402020202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49300076-3920-79C7-406B-1361B883E012}"/>
                </a:ext>
              </a:extLst>
            </p:cNvPr>
            <p:cNvSpPr>
              <a:spLocks/>
            </p:cNvSpPr>
            <p:nvPr/>
          </p:nvSpPr>
          <p:spPr>
            <a:xfrm>
              <a:off x="0" y="1241677"/>
              <a:ext cx="1352550" cy="48577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107000"/>
                </a:lnSpc>
                <a:buNone/>
              </a:pPr>
              <a:r>
                <a:rPr lang="en-US" sz="1500" dirty="0">
                  <a:solidFill>
                    <a:schemeClr val="tx1"/>
                  </a:solidFill>
                  <a:effectLst/>
                  <a:latin typeface="Tw Cen MT" panose="020B0602020104020603" pitchFamily="34" charset="0"/>
                  <a:ea typeface="Aptos" panose="020B0004020202020204" pitchFamily="34" charset="0"/>
                  <a:cs typeface="Times New Roman" panose="02020603050405020304" pitchFamily="18" charset="0"/>
                </a:rPr>
                <a:t>Perceived ease of use</a:t>
              </a:r>
              <a:endParaRPr lang="en-AU" sz="1500" dirty="0">
                <a:solidFill>
                  <a:schemeClr val="tx1"/>
                </a:solidFill>
                <a:effectLst/>
                <a:latin typeface="Tw Cen MT" panose="020B0602020104020603" pitchFamily="34" charset="0"/>
                <a:ea typeface="Aptos" panose="020B0004020202020204" pitchFamily="34" charset="0"/>
                <a:cs typeface="Times New Roman" panose="02020603050405020304" pitchFamily="18" charset="0"/>
              </a:endParaRPr>
            </a:p>
          </p:txBody>
        </p:sp>
      </p:grpSp>
      <p:sp>
        <p:nvSpPr>
          <p:cNvPr id="6" name="Rectangle 5">
            <a:extLst>
              <a:ext uri="{FF2B5EF4-FFF2-40B4-BE49-F238E27FC236}">
                <a16:creationId xmlns:a16="http://schemas.microsoft.com/office/drawing/2014/main" id="{8F5CB43F-5CEE-602C-B455-CB8C05F751DE}"/>
              </a:ext>
            </a:extLst>
          </p:cNvPr>
          <p:cNvSpPr/>
          <p:nvPr/>
        </p:nvSpPr>
        <p:spPr>
          <a:xfrm>
            <a:off x="3558644" y="2271449"/>
            <a:ext cx="1590630" cy="60060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107000"/>
              </a:lnSpc>
              <a:buNone/>
            </a:pPr>
            <a:r>
              <a:rPr lang="en-US" sz="1500" dirty="0">
                <a:solidFill>
                  <a:schemeClr val="tx1"/>
                </a:solidFill>
                <a:effectLst/>
                <a:latin typeface="Tw Cen MT" panose="020B0602020104020603" pitchFamily="34" charset="0"/>
                <a:ea typeface="Aptos" panose="020B0004020202020204" pitchFamily="34" charset="0"/>
                <a:cs typeface="Times New Roman" panose="02020603050405020304" pitchFamily="18" charset="0"/>
              </a:rPr>
              <a:t>Attitude toward using</a:t>
            </a:r>
            <a:endParaRPr lang="en-AU" sz="1500" dirty="0">
              <a:solidFill>
                <a:schemeClr val="tx1"/>
              </a:solidFill>
              <a:effectLst/>
              <a:latin typeface="Tw Cen MT" panose="020B0602020104020603" pitchFamily="34" charset="0"/>
              <a:ea typeface="Aptos" panose="020B000402020202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ABBEF773-A8FC-B207-1704-035E11D12F9F}"/>
              </a:ext>
            </a:extLst>
          </p:cNvPr>
          <p:cNvSpPr>
            <a:spLocks/>
          </p:cNvSpPr>
          <p:nvPr/>
        </p:nvSpPr>
        <p:spPr>
          <a:xfrm>
            <a:off x="6306626" y="2271449"/>
            <a:ext cx="1590630" cy="60060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107000"/>
              </a:lnSpc>
              <a:buNone/>
            </a:pPr>
            <a:r>
              <a:rPr lang="en-US" sz="1500" dirty="0">
                <a:solidFill>
                  <a:schemeClr val="tx1"/>
                </a:solidFill>
                <a:latin typeface="Tw Cen MT" panose="020B0602020104020603" pitchFamily="34" charset="0"/>
                <a:ea typeface="Aptos" panose="020B0004020202020204" pitchFamily="34" charset="0"/>
                <a:cs typeface="Times New Roman" panose="02020603050405020304" pitchFamily="18" charset="0"/>
              </a:rPr>
              <a:t>U</a:t>
            </a:r>
            <a:r>
              <a:rPr lang="en-US" sz="1500" dirty="0">
                <a:solidFill>
                  <a:schemeClr val="tx1"/>
                </a:solidFill>
                <a:effectLst/>
                <a:latin typeface="Tw Cen MT" panose="020B0602020104020603" pitchFamily="34" charset="0"/>
                <a:ea typeface="Aptos" panose="020B0004020202020204" pitchFamily="34" charset="0"/>
                <a:cs typeface="Times New Roman" panose="02020603050405020304" pitchFamily="18" charset="0"/>
              </a:rPr>
              <a:t>se</a:t>
            </a:r>
            <a:endParaRPr lang="en-AU" sz="1500" dirty="0">
              <a:solidFill>
                <a:schemeClr val="tx1"/>
              </a:solidFill>
              <a:effectLst/>
              <a:latin typeface="Tw Cen MT" panose="020B0602020104020603" pitchFamily="34" charset="0"/>
              <a:ea typeface="Aptos" panose="020B0004020202020204" pitchFamily="34" charset="0"/>
              <a:cs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4DCDA97A-1010-D1A6-204E-1C1AEF618EEF}"/>
              </a:ext>
            </a:extLst>
          </p:cNvPr>
          <p:cNvCxnSpPr>
            <a:cxnSpLocks/>
            <a:stCxn id="13" idx="0"/>
            <a:endCxn id="12" idx="2"/>
          </p:cNvCxnSpPr>
          <p:nvPr/>
        </p:nvCxnSpPr>
        <p:spPr>
          <a:xfrm flipV="1">
            <a:off x="1605977" y="2104458"/>
            <a:ext cx="0" cy="934584"/>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D0C343D-9D86-F95A-7036-CC579D53D748}"/>
              </a:ext>
            </a:extLst>
          </p:cNvPr>
          <p:cNvCxnSpPr>
            <a:cxnSpLocks/>
            <a:stCxn id="12" idx="3"/>
            <a:endCxn id="6" idx="1"/>
          </p:cNvCxnSpPr>
          <p:nvPr/>
        </p:nvCxnSpPr>
        <p:spPr>
          <a:xfrm>
            <a:off x="2401292" y="1804157"/>
            <a:ext cx="1157352" cy="767595"/>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BC94153-A62D-6A7A-1C66-78FF720FBC13}"/>
              </a:ext>
            </a:extLst>
          </p:cNvPr>
          <p:cNvCxnSpPr>
            <a:cxnSpLocks/>
            <a:stCxn id="13" idx="3"/>
            <a:endCxn id="6" idx="1"/>
          </p:cNvCxnSpPr>
          <p:nvPr/>
        </p:nvCxnSpPr>
        <p:spPr>
          <a:xfrm flipV="1">
            <a:off x="2401292" y="2571751"/>
            <a:ext cx="1157352" cy="767593"/>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EAFE1D0-EB17-BA9A-B1AA-60EAEDB42F69}"/>
              </a:ext>
            </a:extLst>
          </p:cNvPr>
          <p:cNvCxnSpPr>
            <a:cxnSpLocks/>
            <a:stCxn id="6" idx="3"/>
            <a:endCxn id="7" idx="1"/>
          </p:cNvCxnSpPr>
          <p:nvPr/>
        </p:nvCxnSpPr>
        <p:spPr>
          <a:xfrm>
            <a:off x="5149274" y="2571751"/>
            <a:ext cx="1157352" cy="0"/>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CFDD90FC-70A9-1AC7-5A31-6CEACFC16151}"/>
              </a:ext>
            </a:extLst>
          </p:cNvPr>
          <p:cNvGrpSpPr/>
          <p:nvPr/>
        </p:nvGrpSpPr>
        <p:grpSpPr>
          <a:xfrm>
            <a:off x="656725" y="3825685"/>
            <a:ext cx="1892781" cy="919852"/>
            <a:chOff x="1336763" y="3825685"/>
            <a:chExt cx="1892781" cy="919852"/>
          </a:xfrm>
        </p:grpSpPr>
        <p:pic>
          <p:nvPicPr>
            <p:cNvPr id="20" name="Picture 19" descr="A person sitting in a wheelchair writing on a paper&#10;&#10;Description automatically generated">
              <a:extLst>
                <a:ext uri="{FF2B5EF4-FFF2-40B4-BE49-F238E27FC236}">
                  <a16:creationId xmlns:a16="http://schemas.microsoft.com/office/drawing/2014/main" id="{19EA7C74-D74A-F5C7-6F30-989677202F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36763" y="4010025"/>
              <a:ext cx="538428" cy="735512"/>
            </a:xfrm>
            <a:prstGeom prst="rect">
              <a:avLst/>
            </a:prstGeom>
          </p:spPr>
        </p:pic>
        <p:sp>
          <p:nvSpPr>
            <p:cNvPr id="24" name="Speech Bubble: Oval 23">
              <a:extLst>
                <a:ext uri="{FF2B5EF4-FFF2-40B4-BE49-F238E27FC236}">
                  <a16:creationId xmlns:a16="http://schemas.microsoft.com/office/drawing/2014/main" id="{B0DEA15E-5420-457C-DE85-7C59D132AE0D}"/>
                </a:ext>
              </a:extLst>
            </p:cNvPr>
            <p:cNvSpPr/>
            <p:nvPr/>
          </p:nvSpPr>
          <p:spPr>
            <a:xfrm>
              <a:off x="1813397" y="3825685"/>
              <a:ext cx="1416147" cy="876663"/>
            </a:xfrm>
            <a:prstGeom prst="wedgeEllipseCallout">
              <a:avLst>
                <a:gd name="adj1" fmla="val -58310"/>
                <a:gd name="adj2" fmla="val -19299"/>
              </a:avLst>
            </a:prstGeom>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AU" sz="1500" dirty="0">
                  <a:latin typeface="Tw Cen MT" panose="020B0602020104020603" pitchFamily="34" charset="0"/>
                </a:rPr>
                <a:t>AVs are useful and easy to use</a:t>
              </a:r>
            </a:p>
          </p:txBody>
        </p:sp>
      </p:grpSp>
      <p:grpSp>
        <p:nvGrpSpPr>
          <p:cNvPr id="29" name="Group 28">
            <a:extLst>
              <a:ext uri="{FF2B5EF4-FFF2-40B4-BE49-F238E27FC236}">
                <a16:creationId xmlns:a16="http://schemas.microsoft.com/office/drawing/2014/main" id="{20D35C96-6806-7BC3-ACAF-30D12A3A7DAD}"/>
              </a:ext>
            </a:extLst>
          </p:cNvPr>
          <p:cNvGrpSpPr/>
          <p:nvPr/>
        </p:nvGrpSpPr>
        <p:grpSpPr>
          <a:xfrm>
            <a:off x="3378719" y="3655537"/>
            <a:ext cx="1918376" cy="1090000"/>
            <a:chOff x="4145971" y="3655537"/>
            <a:chExt cx="1918376" cy="1090000"/>
          </a:xfrm>
        </p:grpSpPr>
        <p:pic>
          <p:nvPicPr>
            <p:cNvPr id="19" name="Picture 18" descr="A person with his hands in his pockets&#10;&#10;AI-generated content may be incorrect.">
              <a:extLst>
                <a:ext uri="{FF2B5EF4-FFF2-40B4-BE49-F238E27FC236}">
                  <a16:creationId xmlns:a16="http://schemas.microsoft.com/office/drawing/2014/main" id="{C028D985-40D0-602B-F906-BB8E823814C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45971" y="3655537"/>
              <a:ext cx="415976" cy="1090000"/>
            </a:xfrm>
            <a:prstGeom prst="rect">
              <a:avLst/>
            </a:prstGeom>
          </p:spPr>
        </p:pic>
        <p:sp>
          <p:nvSpPr>
            <p:cNvPr id="26" name="Speech Bubble: Oval 25">
              <a:extLst>
                <a:ext uri="{FF2B5EF4-FFF2-40B4-BE49-F238E27FC236}">
                  <a16:creationId xmlns:a16="http://schemas.microsoft.com/office/drawing/2014/main" id="{E2A927B8-8298-A6F4-A966-3C1DBC5AE60F}"/>
                </a:ext>
              </a:extLst>
            </p:cNvPr>
            <p:cNvSpPr/>
            <p:nvPr/>
          </p:nvSpPr>
          <p:spPr>
            <a:xfrm>
              <a:off x="4648200" y="3825685"/>
              <a:ext cx="1416147" cy="876663"/>
            </a:xfrm>
            <a:prstGeom prst="wedgeEllipseCallout">
              <a:avLst>
                <a:gd name="adj1" fmla="val -63691"/>
                <a:gd name="adj2" fmla="val -51894"/>
              </a:avLst>
            </a:prstGeom>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AU" sz="1500" dirty="0">
                  <a:latin typeface="Tw Cen MT" panose="020B0602020104020603" pitchFamily="34" charset="0"/>
                </a:rPr>
                <a:t>I like travelling with AVs</a:t>
              </a:r>
            </a:p>
          </p:txBody>
        </p:sp>
      </p:grpSp>
      <p:grpSp>
        <p:nvGrpSpPr>
          <p:cNvPr id="28" name="Group 27">
            <a:extLst>
              <a:ext uri="{FF2B5EF4-FFF2-40B4-BE49-F238E27FC236}">
                <a16:creationId xmlns:a16="http://schemas.microsoft.com/office/drawing/2014/main" id="{EE61D8E7-BFE7-14DF-45DC-1CC5C87D0543}"/>
              </a:ext>
            </a:extLst>
          </p:cNvPr>
          <p:cNvGrpSpPr/>
          <p:nvPr/>
        </p:nvGrpSpPr>
        <p:grpSpPr>
          <a:xfrm>
            <a:off x="6185302" y="3782497"/>
            <a:ext cx="1925020" cy="963040"/>
            <a:chOff x="6847505" y="3782497"/>
            <a:chExt cx="1925020" cy="963040"/>
          </a:xfrm>
        </p:grpSpPr>
        <p:pic>
          <p:nvPicPr>
            <p:cNvPr id="18" name="Picture 17" descr="A cartoon of a person holding a walker&#10;&#10;AI-generated content may be incorrect.">
              <a:extLst>
                <a:ext uri="{FF2B5EF4-FFF2-40B4-BE49-F238E27FC236}">
                  <a16:creationId xmlns:a16="http://schemas.microsoft.com/office/drawing/2014/main" id="{B5AFC3E8-54D9-2446-9EF2-C4290260F61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47505" y="3782497"/>
              <a:ext cx="508873" cy="963040"/>
            </a:xfrm>
            <a:prstGeom prst="rect">
              <a:avLst/>
            </a:prstGeom>
          </p:spPr>
        </p:pic>
        <p:sp>
          <p:nvSpPr>
            <p:cNvPr id="27" name="Speech Bubble: Oval 26">
              <a:extLst>
                <a:ext uri="{FF2B5EF4-FFF2-40B4-BE49-F238E27FC236}">
                  <a16:creationId xmlns:a16="http://schemas.microsoft.com/office/drawing/2014/main" id="{4764F79B-267B-6DC9-731D-3273B354BE71}"/>
                </a:ext>
              </a:extLst>
            </p:cNvPr>
            <p:cNvSpPr/>
            <p:nvPr/>
          </p:nvSpPr>
          <p:spPr>
            <a:xfrm>
              <a:off x="7356378" y="3868874"/>
              <a:ext cx="1416147" cy="876663"/>
            </a:xfrm>
            <a:prstGeom prst="wedgeEllipseCallout">
              <a:avLst>
                <a:gd name="adj1" fmla="val -67054"/>
                <a:gd name="adj2" fmla="val -46462"/>
              </a:avLst>
            </a:prstGeom>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AU" sz="1500" dirty="0">
                  <a:latin typeface="Tw Cen MT" panose="020B0602020104020603" pitchFamily="34" charset="0"/>
                </a:rPr>
                <a:t>I will travel with AVs</a:t>
              </a:r>
            </a:p>
          </p:txBody>
        </p:sp>
      </p:grpSp>
      <p:sp>
        <p:nvSpPr>
          <p:cNvPr id="32" name="Freeform: Shape 31">
            <a:extLst>
              <a:ext uri="{FF2B5EF4-FFF2-40B4-BE49-F238E27FC236}">
                <a16:creationId xmlns:a16="http://schemas.microsoft.com/office/drawing/2014/main" id="{3666C6A4-5C01-8D96-237F-6085A034EF53}"/>
              </a:ext>
            </a:extLst>
          </p:cNvPr>
          <p:cNvSpPr/>
          <p:nvPr/>
        </p:nvSpPr>
        <p:spPr>
          <a:xfrm>
            <a:off x="0" y="0"/>
            <a:ext cx="9144000" cy="5143500"/>
          </a:xfrm>
          <a:custGeom>
            <a:avLst/>
            <a:gdLst>
              <a:gd name="connsiteX0" fmla="*/ 457200 w 9144000"/>
              <a:gd name="connsiteY0" fmla="*/ 1352550 h 5143500"/>
              <a:gd name="connsiteX1" fmla="*/ 457200 w 9144000"/>
              <a:gd name="connsiteY1" fmla="*/ 4838700 h 5143500"/>
              <a:gd name="connsiteX2" fmla="*/ 2992741 w 9144000"/>
              <a:gd name="connsiteY2" fmla="*/ 4838700 h 5143500"/>
              <a:gd name="connsiteX3" fmla="*/ 2992741 w 9144000"/>
              <a:gd name="connsiteY3" fmla="*/ 1352550 h 5143500"/>
              <a:gd name="connsiteX4" fmla="*/ 0 w 9144000"/>
              <a:gd name="connsiteY4" fmla="*/ 0 h 5143500"/>
              <a:gd name="connsiteX5" fmla="*/ 9144000 w 9144000"/>
              <a:gd name="connsiteY5" fmla="*/ 0 h 5143500"/>
              <a:gd name="connsiteX6" fmla="*/ 9144000 w 9144000"/>
              <a:gd name="connsiteY6" fmla="*/ 5143500 h 5143500"/>
              <a:gd name="connsiteX7" fmla="*/ 0 w 9144000"/>
              <a:gd name="connsiteY7"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5143500">
                <a:moveTo>
                  <a:pt x="457200" y="1352550"/>
                </a:moveTo>
                <a:lnTo>
                  <a:pt x="457200" y="4838700"/>
                </a:lnTo>
                <a:lnTo>
                  <a:pt x="2992741" y="4838700"/>
                </a:lnTo>
                <a:lnTo>
                  <a:pt x="2992741" y="1352550"/>
                </a:lnTo>
                <a:close/>
                <a:moveTo>
                  <a:pt x="0" y="0"/>
                </a:moveTo>
                <a:lnTo>
                  <a:pt x="9144000" y="0"/>
                </a:lnTo>
                <a:lnTo>
                  <a:pt x="9144000" y="5143500"/>
                </a:lnTo>
                <a:lnTo>
                  <a:pt x="0" y="5143500"/>
                </a:lnTo>
                <a:close/>
              </a:path>
            </a:pathLst>
          </a:custGeom>
          <a:solidFill>
            <a:srgbClr val="22476C">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defTabSz="685800" rtl="0"/>
            <a:endParaRPr lang="en-AU" sz="1350" kern="1200" dirty="0">
              <a:solidFill>
                <a:prstClr val="white"/>
              </a:solidFill>
              <a:latin typeface="Arial"/>
            </a:endParaRPr>
          </a:p>
        </p:txBody>
      </p:sp>
      <p:sp>
        <p:nvSpPr>
          <p:cNvPr id="4" name="Rectangle 3">
            <a:extLst>
              <a:ext uri="{FF2B5EF4-FFF2-40B4-BE49-F238E27FC236}">
                <a16:creationId xmlns:a16="http://schemas.microsoft.com/office/drawing/2014/main" id="{D1933A50-C1D3-A085-95CA-186DFEC0598B}"/>
              </a:ext>
            </a:extLst>
          </p:cNvPr>
          <p:cNvSpPr>
            <a:spLocks/>
          </p:cNvSpPr>
          <p:nvPr/>
        </p:nvSpPr>
        <p:spPr>
          <a:xfrm>
            <a:off x="4090414" y="2159911"/>
            <a:ext cx="4189775" cy="158201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107000"/>
              </a:lnSpc>
              <a:buNone/>
            </a:pPr>
            <a:r>
              <a:rPr lang="en-AU" sz="2000" b="1" dirty="0">
                <a:solidFill>
                  <a:schemeClr val="tx1"/>
                </a:solidFill>
                <a:effectLst/>
                <a:latin typeface="Tw Cen MT" panose="020B0602020104020603" pitchFamily="34" charset="0"/>
                <a:ea typeface="Aptos" panose="020B0004020202020204" pitchFamily="34" charset="0"/>
                <a:cs typeface="Times New Roman" panose="02020603050405020304" pitchFamily="18" charset="0"/>
              </a:rPr>
              <a:t>Why?</a:t>
            </a:r>
            <a:r>
              <a:rPr lang="en-AU" sz="2000" b="1" dirty="0">
                <a:solidFill>
                  <a:schemeClr val="tx1"/>
                </a:solidFill>
                <a:latin typeface="Tw Cen MT" panose="020B0602020104020603" pitchFamily="34" charset="0"/>
                <a:ea typeface="Aptos" panose="020B0004020202020204" pitchFamily="34" charset="0"/>
                <a:cs typeface="Times New Roman" panose="02020603050405020304" pitchFamily="18" charset="0"/>
              </a:rPr>
              <a:t> (Underlying Beliefs)</a:t>
            </a:r>
            <a:endParaRPr lang="en-AU" sz="2000" b="1" dirty="0">
              <a:solidFill>
                <a:schemeClr val="tx1"/>
              </a:solidFill>
              <a:effectLst/>
              <a:latin typeface="Tw Cen MT" panose="020B0602020104020603" pitchFamily="34" charset="0"/>
              <a:ea typeface="Aptos" panose="020B0004020202020204" pitchFamily="34" charset="0"/>
              <a:cs typeface="Times New Roman" panose="02020603050405020304" pitchFamily="18" charset="0"/>
            </a:endParaRPr>
          </a:p>
        </p:txBody>
      </p:sp>
      <p:sp>
        <p:nvSpPr>
          <p:cNvPr id="15" name="Title 1">
            <a:extLst>
              <a:ext uri="{FF2B5EF4-FFF2-40B4-BE49-F238E27FC236}">
                <a16:creationId xmlns:a16="http://schemas.microsoft.com/office/drawing/2014/main" id="{092BEDF0-B1E2-CAA1-233A-8974C9555FAF}"/>
              </a:ext>
            </a:extLst>
          </p:cNvPr>
          <p:cNvSpPr>
            <a:spLocks noGrp="1"/>
          </p:cNvSpPr>
          <p:nvPr>
            <p:ph type="title"/>
          </p:nvPr>
        </p:nvSpPr>
        <p:spPr>
          <a:xfrm>
            <a:off x="457200" y="88106"/>
            <a:ext cx="8229600" cy="857250"/>
          </a:xfrm>
        </p:spPr>
        <p:txBody>
          <a:bodyPr/>
          <a:lstStyle/>
          <a:p>
            <a:r>
              <a:rPr lang="en-AU" sz="2100" dirty="0">
                <a:solidFill>
                  <a:srgbClr val="1F487C"/>
                </a:solidFill>
              </a:rPr>
              <a:t>Research Problem</a:t>
            </a:r>
          </a:p>
        </p:txBody>
      </p:sp>
    </p:spTree>
    <p:extLst>
      <p:ext uri="{BB962C8B-B14F-4D97-AF65-F5344CB8AC3E}">
        <p14:creationId xmlns:p14="http://schemas.microsoft.com/office/powerpoint/2010/main" val="80226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32" grpId="0" animBg="1"/>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6B852CA1-4291-A8C7-AA32-7FC3E655B24B}"/>
              </a:ext>
            </a:extLst>
          </p:cNvPr>
          <p:cNvSpPr>
            <a:spLocks noGrp="1"/>
          </p:cNvSpPr>
          <p:nvPr>
            <p:ph idx="1"/>
          </p:nvPr>
        </p:nvSpPr>
        <p:spPr>
          <a:xfrm>
            <a:off x="457200" y="1019177"/>
            <a:ext cx="8229600" cy="3574799"/>
          </a:xfrm>
        </p:spPr>
        <p:txBody>
          <a:bodyPr>
            <a:normAutofit/>
          </a:bodyPr>
          <a:lstStyle/>
          <a:p>
            <a:pPr marL="0" indent="0">
              <a:buNone/>
            </a:pPr>
            <a:r>
              <a:rPr lang="en-US" sz="1600" b="1" dirty="0">
                <a:latin typeface="Tw Cen MT" panose="020B0602020104020603" pitchFamily="34" charset="0"/>
              </a:rPr>
              <a:t>Aim</a:t>
            </a:r>
          </a:p>
          <a:p>
            <a:pPr>
              <a:buFont typeface="Arial" panose="020B0604020202020204" pitchFamily="34" charset="0"/>
              <a:buChar char="•"/>
            </a:pPr>
            <a:r>
              <a:rPr lang="en-US" sz="1600" dirty="0">
                <a:latin typeface="Tw Cen MT" panose="020B0602020104020603" pitchFamily="34" charset="0"/>
              </a:rPr>
              <a:t>To explore </a:t>
            </a:r>
            <a:r>
              <a:rPr lang="en-US" sz="1600" b="1" dirty="0">
                <a:solidFill>
                  <a:srgbClr val="00B0F0"/>
                </a:solidFill>
              </a:rPr>
              <a:t>the underlying belief shaping perceived usefulness and perceived ease of use </a:t>
            </a:r>
            <a:r>
              <a:rPr lang="en-US" sz="1600" dirty="0">
                <a:latin typeface="Tw Cen MT" panose="020B0602020104020603" pitchFamily="34" charset="0"/>
              </a:rPr>
              <a:t>of AVs among older adults and people with physical disabilities</a:t>
            </a:r>
          </a:p>
          <a:p>
            <a:pPr marL="0" indent="0">
              <a:buNone/>
            </a:pPr>
            <a:endParaRPr lang="en-US" sz="1600" dirty="0">
              <a:latin typeface="Tw Cen MT" panose="020B0602020104020603" pitchFamily="34" charset="0"/>
            </a:endParaRPr>
          </a:p>
          <a:p>
            <a:pPr marL="0" indent="0">
              <a:buNone/>
            </a:pPr>
            <a:r>
              <a:rPr lang="en-US" sz="1600" b="1" dirty="0">
                <a:latin typeface="Tw Cen MT" panose="020B0602020104020603" pitchFamily="34" charset="0"/>
              </a:rPr>
              <a:t>Data</a:t>
            </a:r>
          </a:p>
          <a:p>
            <a:pPr>
              <a:buFont typeface="Arial" panose="020B0604020202020204" pitchFamily="34" charset="0"/>
              <a:buChar char="•"/>
            </a:pPr>
            <a:r>
              <a:rPr lang="en-US" sz="1600" dirty="0">
                <a:latin typeface="Tw Cen MT" panose="020B0602020104020603" pitchFamily="34" charset="0"/>
              </a:rPr>
              <a:t>Focus groups and in-depth interviews (N = 20)</a:t>
            </a:r>
          </a:p>
          <a:p>
            <a:pPr marL="0" indent="0">
              <a:buNone/>
            </a:pPr>
            <a:endParaRPr lang="en-US" sz="1600" dirty="0">
              <a:latin typeface="Tw Cen MT" panose="020B0602020104020603" pitchFamily="34" charset="0"/>
            </a:endParaRPr>
          </a:p>
          <a:p>
            <a:pPr marL="0" indent="0">
              <a:buNone/>
            </a:pPr>
            <a:r>
              <a:rPr lang="en-US" sz="1600" b="1" dirty="0">
                <a:latin typeface="Tw Cen MT" panose="020B0602020104020603" pitchFamily="34" charset="0"/>
              </a:rPr>
              <a:t>Analysis</a:t>
            </a:r>
          </a:p>
          <a:p>
            <a:pPr marL="257175" marR="0" lvl="0" indent="-257175" algn="l" defTabSz="342900" rtl="0" eaLnBrk="1" fontAlgn="base" latinLnBrk="0" hangingPunct="1">
              <a:lnSpc>
                <a:spcPct val="90000"/>
              </a:lnSpc>
              <a:spcBef>
                <a:spcPct val="20000"/>
              </a:spcBef>
              <a:spcAft>
                <a:spcPct val="0"/>
              </a:spcAft>
              <a:buClrTx/>
              <a:buSzTx/>
              <a:buFont typeface="Arial" panose="020B0604020202020204" pitchFamily="34" charset="0"/>
              <a:buChar char="•"/>
              <a:tabLst/>
              <a:defRPr/>
            </a:pPr>
            <a:r>
              <a:rPr lang="en-US" sz="1600" dirty="0">
                <a:solidFill>
                  <a:prstClr val="black"/>
                </a:solidFill>
                <a:latin typeface="Tw Cen MT" panose="020B0602020104020603" pitchFamily="34" charset="0"/>
              </a:rPr>
              <a:t>Thematic analysis</a:t>
            </a:r>
          </a:p>
          <a:p>
            <a:pPr lvl="0">
              <a:buFont typeface="Arial" panose="020B0604020202020204" pitchFamily="34" charset="0"/>
              <a:buChar char="•"/>
              <a:defRPr/>
            </a:pPr>
            <a:r>
              <a:rPr kumimoji="0" lang="en-US" sz="1600" b="0" i="0" u="none" strike="noStrike" kern="1200" cap="none" spc="0" normalizeH="0" baseline="0" noProof="0" dirty="0">
                <a:ln>
                  <a:noFill/>
                </a:ln>
                <a:solidFill>
                  <a:prstClr val="black"/>
                </a:solidFill>
                <a:effectLst/>
                <a:uLnTx/>
                <a:uFillTx/>
                <a:latin typeface="Tw Cen MT" panose="020B0602020104020603" pitchFamily="34" charset="0"/>
              </a:rPr>
              <a:t>Perceived usefulness </a:t>
            </a:r>
            <a:r>
              <a:rPr lang="en-US" sz="1600" dirty="0">
                <a:solidFill>
                  <a:prstClr val="black"/>
                </a:solidFill>
                <a:latin typeface="Tw Cen MT" panose="020B0602020104020603" pitchFamily="34" charset="0"/>
              </a:rPr>
              <a:t>: the extent to which an individual believes using AVs would </a:t>
            </a:r>
            <a:r>
              <a:rPr lang="en-US" sz="1600" b="1" dirty="0">
                <a:solidFill>
                  <a:srgbClr val="00B0F0"/>
                </a:solidFill>
              </a:rPr>
              <a:t>enhance or diminish their travel and their ability to participate in activities</a:t>
            </a:r>
          </a:p>
          <a:p>
            <a:pPr lvl="0">
              <a:buFont typeface="Arial" panose="020B0604020202020204" pitchFamily="34" charset="0"/>
              <a:buChar char="•"/>
              <a:defRPr/>
            </a:pPr>
            <a:r>
              <a:rPr lang="en-US" sz="1600" dirty="0">
                <a:solidFill>
                  <a:prstClr val="black"/>
                </a:solidFill>
                <a:latin typeface="Tw Cen MT" panose="020B0602020104020603" pitchFamily="34" charset="0"/>
              </a:rPr>
              <a:t>Perceived ease of use: the extent to which an individual believes travelling with AVs</a:t>
            </a:r>
            <a:r>
              <a:rPr lang="en-US" sz="1600" b="1" dirty="0">
                <a:solidFill>
                  <a:srgbClr val="E64626"/>
                </a:solidFill>
                <a:latin typeface="Tw Cen MT" panose="020B0602020104020603" pitchFamily="34" charset="0"/>
              </a:rPr>
              <a:t> </a:t>
            </a:r>
            <a:r>
              <a:rPr lang="en-US" sz="1600" b="1" dirty="0">
                <a:solidFill>
                  <a:srgbClr val="00B0F0"/>
                </a:solidFill>
              </a:rPr>
              <a:t>requires less or more physical and/or mental effort </a:t>
            </a:r>
            <a:r>
              <a:rPr lang="en-US" sz="1600" dirty="0">
                <a:solidFill>
                  <a:prstClr val="black"/>
                </a:solidFill>
                <a:latin typeface="Tw Cen MT" panose="020B0602020104020603" pitchFamily="34" charset="0"/>
              </a:rPr>
              <a:t>compared to their prior experience.</a:t>
            </a:r>
          </a:p>
          <a:p>
            <a:pPr marL="0" indent="0">
              <a:buNone/>
            </a:pPr>
            <a:endParaRPr lang="en-US" sz="1600" dirty="0">
              <a:solidFill>
                <a:prstClr val="black"/>
              </a:solidFill>
              <a:latin typeface="Tw Cen MT" panose="020B0602020104020603" pitchFamily="34" charset="0"/>
            </a:endParaRPr>
          </a:p>
          <a:p>
            <a:pPr marL="0" indent="0">
              <a:buNone/>
            </a:pPr>
            <a:endParaRPr lang="en-US" sz="1600" dirty="0">
              <a:latin typeface="Tw Cen MT" panose="020B0602020104020603" pitchFamily="34" charset="0"/>
            </a:endParaRPr>
          </a:p>
        </p:txBody>
      </p:sp>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a:xfrm>
            <a:off x="457200" y="88106"/>
            <a:ext cx="8229600" cy="857250"/>
          </a:xfrm>
        </p:spPr>
        <p:txBody>
          <a:bodyPr/>
          <a:lstStyle/>
          <a:p>
            <a:r>
              <a:rPr lang="en-AU" sz="2100" dirty="0">
                <a:solidFill>
                  <a:srgbClr val="1F487C"/>
                </a:solidFill>
                <a:latin typeface="+mj-lt"/>
              </a:rPr>
              <a:t>Methodology</a:t>
            </a:r>
            <a:endParaRPr lang="en-AU" sz="2100" dirty="0">
              <a:solidFill>
                <a:schemeClr val="tx1"/>
              </a:solidFill>
              <a:latin typeface="+mj-lt"/>
            </a:endParaRPr>
          </a:p>
        </p:txBody>
      </p:sp>
      <p:sp>
        <p:nvSpPr>
          <p:cNvPr id="5" name="Freeform: Shape 4">
            <a:extLst>
              <a:ext uri="{FF2B5EF4-FFF2-40B4-BE49-F238E27FC236}">
                <a16:creationId xmlns:a16="http://schemas.microsoft.com/office/drawing/2014/main" id="{3B555E97-0130-7C6A-AFCF-6B64D75310DF}"/>
              </a:ext>
            </a:extLst>
          </p:cNvPr>
          <p:cNvSpPr/>
          <p:nvPr/>
        </p:nvSpPr>
        <p:spPr>
          <a:xfrm>
            <a:off x="0" y="0"/>
            <a:ext cx="9144000" cy="5143500"/>
          </a:xfrm>
          <a:custGeom>
            <a:avLst/>
            <a:gdLst>
              <a:gd name="connsiteX0" fmla="*/ 457200 w 9144000"/>
              <a:gd name="connsiteY0" fmla="*/ 2788498 h 5143500"/>
              <a:gd name="connsiteX1" fmla="*/ 457200 w 9144000"/>
              <a:gd name="connsiteY1" fmla="*/ 4593975 h 5143500"/>
              <a:gd name="connsiteX2" fmla="*/ 8686800 w 9144000"/>
              <a:gd name="connsiteY2" fmla="*/ 4593975 h 5143500"/>
              <a:gd name="connsiteX3" fmla="*/ 8686800 w 9144000"/>
              <a:gd name="connsiteY3" fmla="*/ 2788498 h 5143500"/>
              <a:gd name="connsiteX4" fmla="*/ 0 w 9144000"/>
              <a:gd name="connsiteY4" fmla="*/ 0 h 5143500"/>
              <a:gd name="connsiteX5" fmla="*/ 9144000 w 9144000"/>
              <a:gd name="connsiteY5" fmla="*/ 0 h 5143500"/>
              <a:gd name="connsiteX6" fmla="*/ 9144000 w 9144000"/>
              <a:gd name="connsiteY6" fmla="*/ 5143500 h 5143500"/>
              <a:gd name="connsiteX7" fmla="*/ 0 w 9144000"/>
              <a:gd name="connsiteY7"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5143500">
                <a:moveTo>
                  <a:pt x="457200" y="2788498"/>
                </a:moveTo>
                <a:lnTo>
                  <a:pt x="457200" y="4593975"/>
                </a:lnTo>
                <a:lnTo>
                  <a:pt x="8686800" y="4593975"/>
                </a:lnTo>
                <a:lnTo>
                  <a:pt x="8686800" y="2788498"/>
                </a:lnTo>
                <a:close/>
                <a:moveTo>
                  <a:pt x="0" y="0"/>
                </a:moveTo>
                <a:lnTo>
                  <a:pt x="9144000" y="0"/>
                </a:lnTo>
                <a:lnTo>
                  <a:pt x="9144000" y="5143500"/>
                </a:lnTo>
                <a:lnTo>
                  <a:pt x="0" y="5143500"/>
                </a:lnTo>
                <a:close/>
              </a:path>
            </a:pathLst>
          </a:custGeom>
          <a:solidFill>
            <a:srgbClr val="22476C">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defTabSz="685800" rtl="0"/>
            <a:endParaRPr lang="en-AU" sz="1350" kern="1200" dirty="0">
              <a:solidFill>
                <a:prstClr val="white"/>
              </a:solidFill>
              <a:latin typeface="Arial"/>
            </a:endParaRPr>
          </a:p>
        </p:txBody>
      </p:sp>
      <p:grpSp>
        <p:nvGrpSpPr>
          <p:cNvPr id="74" name="Group 73">
            <a:extLst>
              <a:ext uri="{FF2B5EF4-FFF2-40B4-BE49-F238E27FC236}">
                <a16:creationId xmlns:a16="http://schemas.microsoft.com/office/drawing/2014/main" id="{5D44B8F1-8002-8CC4-7EA3-10083EFD7B26}"/>
              </a:ext>
            </a:extLst>
          </p:cNvPr>
          <p:cNvGrpSpPr/>
          <p:nvPr/>
        </p:nvGrpSpPr>
        <p:grpSpPr>
          <a:xfrm>
            <a:off x="762000" y="1015878"/>
            <a:ext cx="7515090" cy="1525096"/>
            <a:chOff x="762000" y="1015878"/>
            <a:chExt cx="7515090" cy="1525096"/>
          </a:xfrm>
        </p:grpSpPr>
        <p:pic>
          <p:nvPicPr>
            <p:cNvPr id="37" name="Graphic 36" descr="Document with solid fill">
              <a:extLst>
                <a:ext uri="{FF2B5EF4-FFF2-40B4-BE49-F238E27FC236}">
                  <a16:creationId xmlns:a16="http://schemas.microsoft.com/office/drawing/2014/main" id="{AA27F294-9A0E-1CAA-AC67-7E46E3C256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2000" y="1321226"/>
              <a:ext cx="914400" cy="914400"/>
            </a:xfrm>
            <a:prstGeom prst="rect">
              <a:avLst/>
            </a:prstGeom>
          </p:spPr>
        </p:pic>
        <p:grpSp>
          <p:nvGrpSpPr>
            <p:cNvPr id="39" name="Group 38">
              <a:extLst>
                <a:ext uri="{FF2B5EF4-FFF2-40B4-BE49-F238E27FC236}">
                  <a16:creationId xmlns:a16="http://schemas.microsoft.com/office/drawing/2014/main" id="{20FF1888-24E7-6159-5029-2D6D7FFD02D6}"/>
                </a:ext>
              </a:extLst>
            </p:cNvPr>
            <p:cNvGrpSpPr>
              <a:grpSpLocks/>
            </p:cNvGrpSpPr>
            <p:nvPr/>
          </p:nvGrpSpPr>
          <p:grpSpPr>
            <a:xfrm>
              <a:off x="2286000" y="1015878"/>
              <a:ext cx="1590630" cy="1525096"/>
              <a:chOff x="0" y="0"/>
              <a:chExt cx="1352550" cy="1233514"/>
            </a:xfrm>
          </p:grpSpPr>
          <p:sp>
            <p:nvSpPr>
              <p:cNvPr id="40" name="Rectangle 39">
                <a:extLst>
                  <a:ext uri="{FF2B5EF4-FFF2-40B4-BE49-F238E27FC236}">
                    <a16:creationId xmlns:a16="http://schemas.microsoft.com/office/drawing/2014/main" id="{6172090F-7077-A521-D42F-C90CAB90671A}"/>
                  </a:ext>
                </a:extLst>
              </p:cNvPr>
              <p:cNvSpPr>
                <a:spLocks/>
              </p:cNvSpPr>
              <p:nvPr/>
            </p:nvSpPr>
            <p:spPr>
              <a:xfrm>
                <a:off x="0" y="0"/>
                <a:ext cx="1352550" cy="485775"/>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107000"/>
                  </a:lnSpc>
                  <a:buNone/>
                </a:pPr>
                <a:r>
                  <a:rPr lang="en-US" sz="1500" dirty="0">
                    <a:solidFill>
                      <a:schemeClr val="tx1"/>
                    </a:solidFill>
                    <a:effectLst/>
                    <a:latin typeface="Tw Cen MT" panose="020B0602020104020603" pitchFamily="34" charset="0"/>
                    <a:ea typeface="Aptos" panose="020B0004020202020204" pitchFamily="34" charset="0"/>
                    <a:cs typeface="Times New Roman" panose="02020603050405020304" pitchFamily="18" charset="0"/>
                  </a:rPr>
                  <a:t>Perceived </a:t>
                </a:r>
                <a:endParaRPr lang="en-AU" sz="1500" dirty="0">
                  <a:solidFill>
                    <a:schemeClr val="tx1"/>
                  </a:solidFill>
                  <a:effectLst/>
                  <a:latin typeface="Tw Cen MT" panose="020B0602020104020603" pitchFamily="34" charset="0"/>
                  <a:ea typeface="Aptos" panose="020B0004020202020204" pitchFamily="34" charset="0"/>
                  <a:cs typeface="Times New Roman" panose="02020603050405020304" pitchFamily="18" charset="0"/>
                </a:endParaRPr>
              </a:p>
              <a:p>
                <a:pPr algn="ctr">
                  <a:lnSpc>
                    <a:spcPct val="107000"/>
                  </a:lnSpc>
                  <a:buNone/>
                </a:pPr>
                <a:r>
                  <a:rPr lang="en-US" sz="1500" dirty="0">
                    <a:solidFill>
                      <a:schemeClr val="tx1"/>
                    </a:solidFill>
                    <a:effectLst/>
                    <a:latin typeface="Tw Cen MT" panose="020B0602020104020603" pitchFamily="34" charset="0"/>
                    <a:ea typeface="Aptos" panose="020B0004020202020204" pitchFamily="34" charset="0"/>
                    <a:cs typeface="Times New Roman" panose="02020603050405020304" pitchFamily="18" charset="0"/>
                  </a:rPr>
                  <a:t>usefulness</a:t>
                </a:r>
                <a:endParaRPr lang="en-AU" sz="1500" dirty="0">
                  <a:solidFill>
                    <a:schemeClr val="tx1"/>
                  </a:solidFill>
                  <a:effectLst/>
                  <a:latin typeface="Tw Cen MT" panose="020B0602020104020603" pitchFamily="34" charset="0"/>
                  <a:ea typeface="Aptos" panose="020B0004020202020204" pitchFamily="34" charset="0"/>
                  <a:cs typeface="Times New Roman" panose="02020603050405020304" pitchFamily="18" charset="0"/>
                </a:endParaRPr>
              </a:p>
            </p:txBody>
          </p:sp>
          <p:sp>
            <p:nvSpPr>
              <p:cNvPr id="41" name="Rectangle 40">
                <a:extLst>
                  <a:ext uri="{FF2B5EF4-FFF2-40B4-BE49-F238E27FC236}">
                    <a16:creationId xmlns:a16="http://schemas.microsoft.com/office/drawing/2014/main" id="{FAB13174-80B4-25AB-74D4-C4236F8B0DE9}"/>
                  </a:ext>
                </a:extLst>
              </p:cNvPr>
              <p:cNvSpPr>
                <a:spLocks/>
              </p:cNvSpPr>
              <p:nvPr/>
            </p:nvSpPr>
            <p:spPr>
              <a:xfrm>
                <a:off x="0" y="747739"/>
                <a:ext cx="1352550" cy="485775"/>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107000"/>
                  </a:lnSpc>
                  <a:buNone/>
                </a:pPr>
                <a:r>
                  <a:rPr lang="en-US" sz="1500" dirty="0">
                    <a:solidFill>
                      <a:schemeClr val="tx1"/>
                    </a:solidFill>
                    <a:effectLst/>
                    <a:latin typeface="Tw Cen MT" panose="020B0602020104020603" pitchFamily="34" charset="0"/>
                    <a:ea typeface="Aptos" panose="020B0004020202020204" pitchFamily="34" charset="0"/>
                    <a:cs typeface="Times New Roman" panose="02020603050405020304" pitchFamily="18" charset="0"/>
                  </a:rPr>
                  <a:t>Perceived ease of use</a:t>
                </a:r>
                <a:endParaRPr lang="en-AU" sz="1500" dirty="0">
                  <a:solidFill>
                    <a:schemeClr val="tx1"/>
                  </a:solidFill>
                  <a:effectLst/>
                  <a:latin typeface="Tw Cen MT" panose="020B0602020104020603" pitchFamily="34" charset="0"/>
                  <a:ea typeface="Aptos" panose="020B0004020202020204" pitchFamily="34" charset="0"/>
                  <a:cs typeface="Times New Roman" panose="02020603050405020304" pitchFamily="18" charset="0"/>
                </a:endParaRPr>
              </a:p>
            </p:txBody>
          </p:sp>
        </p:grpSp>
        <p:cxnSp>
          <p:nvCxnSpPr>
            <p:cNvPr id="42" name="Straight Arrow Connector 41">
              <a:extLst>
                <a:ext uri="{FF2B5EF4-FFF2-40B4-BE49-F238E27FC236}">
                  <a16:creationId xmlns:a16="http://schemas.microsoft.com/office/drawing/2014/main" id="{D1830D62-B54D-E0D9-DD33-B707FE475948}"/>
                </a:ext>
              </a:extLst>
            </p:cNvPr>
            <p:cNvCxnSpPr>
              <a:cxnSpLocks/>
              <a:endCxn id="40" idx="1"/>
            </p:cNvCxnSpPr>
            <p:nvPr/>
          </p:nvCxnSpPr>
          <p:spPr>
            <a:xfrm flipV="1">
              <a:off x="1481115" y="1316180"/>
              <a:ext cx="804885" cy="493570"/>
            </a:xfrm>
            <a:prstGeom prst="straightConnector1">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EFB4319F-0338-88EF-11DF-F401F72FD134}"/>
                </a:ext>
              </a:extLst>
            </p:cNvPr>
            <p:cNvCxnSpPr>
              <a:cxnSpLocks/>
              <a:endCxn id="41" idx="1"/>
            </p:cNvCxnSpPr>
            <p:nvPr/>
          </p:nvCxnSpPr>
          <p:spPr>
            <a:xfrm>
              <a:off x="1481115" y="1809750"/>
              <a:ext cx="804885" cy="430922"/>
            </a:xfrm>
            <a:prstGeom prst="straightConnector1">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1FF404BA-BE4E-B3B3-20E8-EEA07B2F14B8}"/>
                </a:ext>
              </a:extLst>
            </p:cNvPr>
            <p:cNvSpPr>
              <a:spLocks/>
            </p:cNvSpPr>
            <p:nvPr/>
          </p:nvSpPr>
          <p:spPr>
            <a:xfrm>
              <a:off x="4486230" y="1015878"/>
              <a:ext cx="1590630" cy="60060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228600" indent="-228600" algn="l">
                <a:lnSpc>
                  <a:spcPct val="107000"/>
                </a:lnSpc>
                <a:buAutoNum type="arabicPeriod"/>
              </a:pPr>
              <a:r>
                <a:rPr lang="en-AU" sz="700" dirty="0">
                  <a:solidFill>
                    <a:schemeClr val="tx1"/>
                  </a:solidFill>
                  <a:highlight>
                    <a:srgbClr val="FFFF00"/>
                  </a:highlight>
                  <a:latin typeface="Tw Cen MT" panose="020B0602020104020603" pitchFamily="34" charset="0"/>
                  <a:ea typeface="Aptos" panose="020B0004020202020204" pitchFamily="34" charset="0"/>
                  <a:cs typeface="Times New Roman" panose="02020603050405020304" pitchFamily="18" charset="0"/>
                </a:rPr>
                <a:t>XXXXXXXXXXXX</a:t>
              </a:r>
            </a:p>
            <a:p>
              <a:pPr marL="228600" indent="-228600" algn="l">
                <a:lnSpc>
                  <a:spcPct val="107000"/>
                </a:lnSpc>
                <a:buAutoNum type="arabicPeriod"/>
              </a:pPr>
              <a:r>
                <a:rPr lang="en-AU" sz="700" dirty="0">
                  <a:solidFill>
                    <a:schemeClr val="tx1"/>
                  </a:solidFill>
                  <a:effectLst/>
                  <a:highlight>
                    <a:srgbClr val="DAA8A2"/>
                  </a:highlight>
                  <a:latin typeface="Tw Cen MT" panose="020B0602020104020603" pitchFamily="34" charset="0"/>
                  <a:ea typeface="Aptos" panose="020B0004020202020204" pitchFamily="34" charset="0"/>
                  <a:cs typeface="Times New Roman" panose="02020603050405020304" pitchFamily="18" charset="0"/>
                </a:rPr>
                <a:t>YYYYYYYYYYYY</a:t>
              </a:r>
            </a:p>
            <a:p>
              <a:pPr marL="228600" indent="-228600" algn="l">
                <a:lnSpc>
                  <a:spcPct val="107000"/>
                </a:lnSpc>
                <a:buAutoNum type="arabicPeriod"/>
              </a:pPr>
              <a:r>
                <a:rPr lang="en-AU" sz="700" dirty="0">
                  <a:solidFill>
                    <a:schemeClr val="tx1"/>
                  </a:solidFill>
                  <a:highlight>
                    <a:srgbClr val="FFFF00"/>
                  </a:highlight>
                  <a:latin typeface="Tw Cen MT" panose="020B0602020104020603" pitchFamily="34" charset="0"/>
                  <a:ea typeface="Aptos" panose="020B0004020202020204" pitchFamily="34" charset="0"/>
                  <a:cs typeface="Times New Roman" panose="02020603050405020304" pitchFamily="18" charset="0"/>
                </a:rPr>
                <a:t>XXXXXXXXXXXX</a:t>
              </a:r>
            </a:p>
            <a:p>
              <a:pPr marL="228600" indent="-228600" algn="l">
                <a:lnSpc>
                  <a:spcPct val="107000"/>
                </a:lnSpc>
                <a:buAutoNum type="arabicPeriod"/>
              </a:pPr>
              <a:r>
                <a:rPr lang="en-AU" sz="700" dirty="0">
                  <a:solidFill>
                    <a:schemeClr val="tx1"/>
                  </a:solidFill>
                  <a:effectLst/>
                  <a:highlight>
                    <a:srgbClr val="DAA8A2"/>
                  </a:highlight>
                  <a:latin typeface="Tw Cen MT" panose="020B0602020104020603" pitchFamily="34" charset="0"/>
                  <a:ea typeface="Aptos" panose="020B0004020202020204" pitchFamily="34" charset="0"/>
                  <a:cs typeface="Times New Roman" panose="02020603050405020304" pitchFamily="18" charset="0"/>
                </a:rPr>
                <a:t>YYYYYYYYYYYY</a:t>
              </a:r>
            </a:p>
          </p:txBody>
        </p:sp>
        <p:sp>
          <p:nvSpPr>
            <p:cNvPr id="52" name="Rectangle 51">
              <a:extLst>
                <a:ext uri="{FF2B5EF4-FFF2-40B4-BE49-F238E27FC236}">
                  <a16:creationId xmlns:a16="http://schemas.microsoft.com/office/drawing/2014/main" id="{637D9401-3C92-9BF7-8901-C7034FEA3DBC}"/>
                </a:ext>
              </a:extLst>
            </p:cNvPr>
            <p:cNvSpPr>
              <a:spLocks/>
            </p:cNvSpPr>
            <p:nvPr/>
          </p:nvSpPr>
          <p:spPr>
            <a:xfrm>
              <a:off x="4486230" y="1928096"/>
              <a:ext cx="1590630" cy="60060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228600" indent="-228600" algn="l">
                <a:lnSpc>
                  <a:spcPct val="107000"/>
                </a:lnSpc>
                <a:buAutoNum type="arabicPeriod"/>
              </a:pPr>
              <a:r>
                <a:rPr lang="en-AU" sz="700" dirty="0">
                  <a:solidFill>
                    <a:schemeClr val="tx1"/>
                  </a:solidFill>
                  <a:highlight>
                    <a:srgbClr val="00FF00"/>
                  </a:highlight>
                  <a:latin typeface="Tw Cen MT" panose="020B0602020104020603" pitchFamily="34" charset="0"/>
                  <a:ea typeface="Aptos" panose="020B0004020202020204" pitchFamily="34" charset="0"/>
                  <a:cs typeface="Times New Roman" panose="02020603050405020304" pitchFamily="18" charset="0"/>
                </a:rPr>
                <a:t>ZZZZZZZZZZZZZ</a:t>
              </a:r>
            </a:p>
            <a:p>
              <a:pPr marL="228600" indent="-228600" algn="l">
                <a:lnSpc>
                  <a:spcPct val="107000"/>
                </a:lnSpc>
                <a:buAutoNum type="arabicPeriod"/>
              </a:pPr>
              <a:r>
                <a:rPr lang="en-AU" sz="700" dirty="0">
                  <a:solidFill>
                    <a:schemeClr val="tx1"/>
                  </a:solidFill>
                  <a:highlight>
                    <a:srgbClr val="8F9EC9"/>
                  </a:highlight>
                  <a:latin typeface="Tw Cen MT" panose="020B0602020104020603" pitchFamily="34" charset="0"/>
                  <a:ea typeface="Aptos" panose="020B0004020202020204" pitchFamily="34" charset="0"/>
                  <a:cs typeface="Times New Roman" panose="02020603050405020304" pitchFamily="18" charset="0"/>
                </a:rPr>
                <a:t>AAAAAAAAAAAA</a:t>
              </a:r>
              <a:endParaRPr lang="en-AU" sz="700" dirty="0">
                <a:solidFill>
                  <a:schemeClr val="tx1"/>
                </a:solidFill>
                <a:effectLst/>
                <a:highlight>
                  <a:srgbClr val="8F9EC9"/>
                </a:highlight>
                <a:latin typeface="Tw Cen MT" panose="020B0602020104020603" pitchFamily="34" charset="0"/>
                <a:ea typeface="Aptos" panose="020B0004020202020204" pitchFamily="34" charset="0"/>
                <a:cs typeface="Times New Roman" panose="02020603050405020304" pitchFamily="18" charset="0"/>
              </a:endParaRPr>
            </a:p>
            <a:p>
              <a:pPr marL="228600" indent="-228600" algn="l">
                <a:lnSpc>
                  <a:spcPct val="107000"/>
                </a:lnSpc>
                <a:buAutoNum type="arabicPeriod"/>
              </a:pPr>
              <a:r>
                <a:rPr lang="en-AU" sz="700" dirty="0">
                  <a:solidFill>
                    <a:schemeClr val="tx1"/>
                  </a:solidFill>
                  <a:highlight>
                    <a:srgbClr val="8F9EC9"/>
                  </a:highlight>
                  <a:latin typeface="Tw Cen MT" panose="020B0602020104020603" pitchFamily="34" charset="0"/>
                  <a:ea typeface="Aptos" panose="020B0004020202020204" pitchFamily="34" charset="0"/>
                  <a:cs typeface="Times New Roman" panose="02020603050405020304" pitchFamily="18" charset="0"/>
                </a:rPr>
                <a:t>AAAAAAAAAAAA</a:t>
              </a:r>
            </a:p>
            <a:p>
              <a:pPr marL="228600" indent="-228600" algn="l">
                <a:lnSpc>
                  <a:spcPct val="107000"/>
                </a:lnSpc>
                <a:buAutoNum type="arabicPeriod"/>
              </a:pPr>
              <a:r>
                <a:rPr lang="en-AU" sz="700" dirty="0">
                  <a:solidFill>
                    <a:schemeClr val="tx1"/>
                  </a:solidFill>
                  <a:highlight>
                    <a:srgbClr val="00FF00"/>
                  </a:highlight>
                  <a:latin typeface="Tw Cen MT" panose="020B0602020104020603" pitchFamily="34" charset="0"/>
                  <a:ea typeface="Aptos" panose="020B0004020202020204" pitchFamily="34" charset="0"/>
                  <a:cs typeface="Times New Roman" panose="02020603050405020304" pitchFamily="18" charset="0"/>
                </a:rPr>
                <a:t>ZZZZZZZZZZZZZ</a:t>
              </a:r>
              <a:endParaRPr lang="en-AU" sz="700" dirty="0">
                <a:solidFill>
                  <a:schemeClr val="tx1"/>
                </a:solidFill>
                <a:effectLst/>
                <a:highlight>
                  <a:srgbClr val="00FF00"/>
                </a:highlight>
                <a:latin typeface="Tw Cen MT" panose="020B0602020104020603" pitchFamily="34" charset="0"/>
                <a:ea typeface="Aptos" panose="020B0004020202020204" pitchFamily="34" charset="0"/>
                <a:cs typeface="Times New Roman" panose="02020603050405020304" pitchFamily="18" charset="0"/>
              </a:endParaRPr>
            </a:p>
          </p:txBody>
        </p:sp>
        <p:cxnSp>
          <p:nvCxnSpPr>
            <p:cNvPr id="53" name="Straight Arrow Connector 52">
              <a:extLst>
                <a:ext uri="{FF2B5EF4-FFF2-40B4-BE49-F238E27FC236}">
                  <a16:creationId xmlns:a16="http://schemas.microsoft.com/office/drawing/2014/main" id="{600493A5-7E18-BCB5-17BE-DE978E81EFE3}"/>
                </a:ext>
              </a:extLst>
            </p:cNvPr>
            <p:cNvCxnSpPr>
              <a:cxnSpLocks/>
              <a:stCxn id="40" idx="3"/>
              <a:endCxn id="51" idx="1"/>
            </p:cNvCxnSpPr>
            <p:nvPr/>
          </p:nvCxnSpPr>
          <p:spPr>
            <a:xfrm>
              <a:off x="3876630" y="1316180"/>
              <a:ext cx="609600" cy="0"/>
            </a:xfrm>
            <a:prstGeom prst="straightConnector1">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4061B8EA-9E65-4088-E2F6-C142D0BEE9FF}"/>
                </a:ext>
              </a:extLst>
            </p:cNvPr>
            <p:cNvCxnSpPr>
              <a:cxnSpLocks/>
              <a:stCxn id="41" idx="3"/>
              <a:endCxn id="52" idx="1"/>
            </p:cNvCxnSpPr>
            <p:nvPr/>
          </p:nvCxnSpPr>
          <p:spPr>
            <a:xfrm flipV="1">
              <a:off x="3876630" y="2228398"/>
              <a:ext cx="609600" cy="12274"/>
            </a:xfrm>
            <a:prstGeom prst="straightConnector1">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65" name="Rectangle 64">
              <a:extLst>
                <a:ext uri="{FF2B5EF4-FFF2-40B4-BE49-F238E27FC236}">
                  <a16:creationId xmlns:a16="http://schemas.microsoft.com/office/drawing/2014/main" id="{44114181-5C81-CB0F-4118-28DEB6B8355B}"/>
                </a:ext>
              </a:extLst>
            </p:cNvPr>
            <p:cNvSpPr>
              <a:spLocks/>
            </p:cNvSpPr>
            <p:nvPr/>
          </p:nvSpPr>
          <p:spPr>
            <a:xfrm>
              <a:off x="6686460" y="1015878"/>
              <a:ext cx="1590630" cy="60060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107000"/>
                </a:lnSpc>
                <a:buNone/>
              </a:pPr>
              <a:r>
                <a:rPr lang="en-AU" sz="1500" dirty="0">
                  <a:solidFill>
                    <a:schemeClr val="tx1"/>
                  </a:solidFill>
                  <a:highlight>
                    <a:srgbClr val="FFFF00"/>
                  </a:highlight>
                  <a:latin typeface="Tw Cen MT" panose="020B0602020104020603" pitchFamily="34" charset="0"/>
                  <a:ea typeface="Aptos" panose="020B0004020202020204" pitchFamily="34" charset="0"/>
                  <a:cs typeface="Times New Roman" panose="02020603050405020304" pitchFamily="18" charset="0"/>
                </a:rPr>
                <a:t>X</a:t>
              </a:r>
              <a:r>
                <a:rPr lang="en-AU" sz="1500" dirty="0">
                  <a:solidFill>
                    <a:schemeClr val="tx1"/>
                  </a:solidFill>
                  <a:latin typeface="Tw Cen MT" panose="020B0602020104020603" pitchFamily="34" charset="0"/>
                  <a:ea typeface="Aptos" panose="020B0004020202020204" pitchFamily="34" charset="0"/>
                  <a:cs typeface="Times New Roman" panose="02020603050405020304" pitchFamily="18" charset="0"/>
                </a:rPr>
                <a:t> , </a:t>
              </a:r>
              <a:r>
                <a:rPr lang="en-AU" sz="1500" dirty="0">
                  <a:solidFill>
                    <a:schemeClr val="tx1"/>
                  </a:solidFill>
                  <a:highlight>
                    <a:srgbClr val="DAA8A2"/>
                  </a:highlight>
                  <a:latin typeface="Tw Cen MT" panose="020B0602020104020603" pitchFamily="34" charset="0"/>
                  <a:ea typeface="Aptos" panose="020B0004020202020204" pitchFamily="34" charset="0"/>
                  <a:cs typeface="Times New Roman" panose="02020603050405020304" pitchFamily="18" charset="0"/>
                </a:rPr>
                <a:t>Y</a:t>
              </a:r>
              <a:endParaRPr lang="en-AU" sz="1500" dirty="0">
                <a:solidFill>
                  <a:schemeClr val="tx1"/>
                </a:solidFill>
                <a:effectLst/>
                <a:highlight>
                  <a:srgbClr val="DAA8A2"/>
                </a:highlight>
                <a:latin typeface="Tw Cen MT" panose="020B0602020104020603" pitchFamily="34" charset="0"/>
                <a:ea typeface="Aptos" panose="020B0004020202020204" pitchFamily="34" charset="0"/>
                <a:cs typeface="Times New Roman" panose="02020603050405020304" pitchFamily="18" charset="0"/>
              </a:endParaRPr>
            </a:p>
          </p:txBody>
        </p:sp>
        <p:sp>
          <p:nvSpPr>
            <p:cNvPr id="66" name="Rectangle 65">
              <a:extLst>
                <a:ext uri="{FF2B5EF4-FFF2-40B4-BE49-F238E27FC236}">
                  <a16:creationId xmlns:a16="http://schemas.microsoft.com/office/drawing/2014/main" id="{D9BF3BBD-B54E-ED56-FE30-1E76FFCAB9A4}"/>
                </a:ext>
              </a:extLst>
            </p:cNvPr>
            <p:cNvSpPr>
              <a:spLocks/>
            </p:cNvSpPr>
            <p:nvPr/>
          </p:nvSpPr>
          <p:spPr>
            <a:xfrm>
              <a:off x="6686460" y="1928096"/>
              <a:ext cx="1590630" cy="60060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107000"/>
                </a:lnSpc>
                <a:buNone/>
              </a:pPr>
              <a:r>
                <a:rPr lang="en-AU" sz="1500" dirty="0">
                  <a:solidFill>
                    <a:schemeClr val="tx1"/>
                  </a:solidFill>
                  <a:highlight>
                    <a:srgbClr val="00FF00"/>
                  </a:highlight>
                  <a:latin typeface="Tw Cen MT" panose="020B0602020104020603" pitchFamily="34" charset="0"/>
                  <a:ea typeface="Aptos" panose="020B0004020202020204" pitchFamily="34" charset="0"/>
                  <a:cs typeface="Times New Roman" panose="02020603050405020304" pitchFamily="18" charset="0"/>
                </a:rPr>
                <a:t>Z</a:t>
              </a:r>
              <a:r>
                <a:rPr lang="en-AU" sz="1500" dirty="0">
                  <a:solidFill>
                    <a:schemeClr val="tx1"/>
                  </a:solidFill>
                  <a:latin typeface="Tw Cen MT" panose="020B0602020104020603" pitchFamily="34" charset="0"/>
                  <a:ea typeface="Aptos" panose="020B0004020202020204" pitchFamily="34" charset="0"/>
                  <a:cs typeface="Times New Roman" panose="02020603050405020304" pitchFamily="18" charset="0"/>
                </a:rPr>
                <a:t> , </a:t>
              </a:r>
              <a:r>
                <a:rPr lang="en-AU" sz="1500" dirty="0">
                  <a:solidFill>
                    <a:schemeClr val="tx1"/>
                  </a:solidFill>
                  <a:highlight>
                    <a:srgbClr val="8F9EC9"/>
                  </a:highlight>
                  <a:latin typeface="Tw Cen MT" panose="020B0602020104020603" pitchFamily="34" charset="0"/>
                  <a:ea typeface="Aptos" panose="020B0004020202020204" pitchFamily="34" charset="0"/>
                  <a:cs typeface="Times New Roman" panose="02020603050405020304" pitchFamily="18" charset="0"/>
                </a:rPr>
                <a:t>A</a:t>
              </a:r>
              <a:endParaRPr lang="en-AU" sz="1500" dirty="0">
                <a:solidFill>
                  <a:schemeClr val="tx1"/>
                </a:solidFill>
                <a:effectLst/>
                <a:highlight>
                  <a:srgbClr val="8F9EC9"/>
                </a:highlight>
                <a:latin typeface="Tw Cen MT" panose="020B0602020104020603" pitchFamily="34" charset="0"/>
                <a:ea typeface="Aptos" panose="020B0004020202020204" pitchFamily="34" charset="0"/>
                <a:cs typeface="Times New Roman" panose="02020603050405020304" pitchFamily="18" charset="0"/>
              </a:endParaRPr>
            </a:p>
          </p:txBody>
        </p:sp>
        <p:cxnSp>
          <p:nvCxnSpPr>
            <p:cNvPr id="67" name="Straight Arrow Connector 66">
              <a:extLst>
                <a:ext uri="{FF2B5EF4-FFF2-40B4-BE49-F238E27FC236}">
                  <a16:creationId xmlns:a16="http://schemas.microsoft.com/office/drawing/2014/main" id="{DF2C6A0F-B2F9-CCF2-8AEE-B451935F1B00}"/>
                </a:ext>
              </a:extLst>
            </p:cNvPr>
            <p:cNvCxnSpPr>
              <a:cxnSpLocks/>
              <a:stCxn id="52" idx="3"/>
              <a:endCxn id="66" idx="1"/>
            </p:cNvCxnSpPr>
            <p:nvPr/>
          </p:nvCxnSpPr>
          <p:spPr>
            <a:xfrm>
              <a:off x="6076860" y="2228398"/>
              <a:ext cx="609600" cy="0"/>
            </a:xfrm>
            <a:prstGeom prst="straightConnector1">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BB1209D7-4836-ED0A-CEA6-6E82EA324FE8}"/>
                </a:ext>
              </a:extLst>
            </p:cNvPr>
            <p:cNvCxnSpPr>
              <a:cxnSpLocks/>
              <a:stCxn id="51" idx="3"/>
              <a:endCxn id="65" idx="1"/>
            </p:cNvCxnSpPr>
            <p:nvPr/>
          </p:nvCxnSpPr>
          <p:spPr>
            <a:xfrm>
              <a:off x="6076860" y="1316180"/>
              <a:ext cx="609600" cy="0"/>
            </a:xfrm>
            <a:prstGeom prst="straightConnector1">
              <a:avLst/>
            </a:prstGeom>
            <a:ln w="19050">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27428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B7E-CFA7-340D-92D5-29F98B99F8DA}"/>
              </a:ext>
            </a:extLst>
          </p:cNvPr>
          <p:cNvSpPr>
            <a:spLocks noGrp="1" noRot="1" noMove="1" noResize="1" noEditPoints="1" noAdjustHandles="1" noChangeArrowheads="1" noChangeShapeType="1"/>
          </p:cNvSpPr>
          <p:nvPr>
            <p:ph type="title"/>
          </p:nvPr>
        </p:nvSpPr>
        <p:spPr/>
        <p:txBody>
          <a:bodyPr/>
          <a:lstStyle/>
          <a:p>
            <a:r>
              <a:rPr lang="en-AU" sz="2100" dirty="0">
                <a:solidFill>
                  <a:srgbClr val="1F487C"/>
                </a:solidFill>
              </a:rPr>
              <a:t>Findings: Private AVs</a:t>
            </a:r>
          </a:p>
        </p:txBody>
      </p:sp>
      <p:sp>
        <p:nvSpPr>
          <p:cNvPr id="3" name="Content Placeholder 2">
            <a:extLst>
              <a:ext uri="{FF2B5EF4-FFF2-40B4-BE49-F238E27FC236}">
                <a16:creationId xmlns:a16="http://schemas.microsoft.com/office/drawing/2014/main" id="{7FFE9A8E-669D-4866-2DD7-34E78B111A0D}"/>
              </a:ext>
            </a:extLst>
          </p:cNvPr>
          <p:cNvSpPr>
            <a:spLocks noGrp="1" noRot="1" noMove="1" noResize="1" noEditPoints="1" noAdjustHandles="1" noChangeArrowheads="1" noChangeShapeType="1"/>
          </p:cNvSpPr>
          <p:nvPr>
            <p:ph idx="1"/>
          </p:nvPr>
        </p:nvSpPr>
        <p:spPr>
          <a:xfrm>
            <a:off x="457200" y="1019177"/>
            <a:ext cx="4114800" cy="3574799"/>
          </a:xfrm>
        </p:spPr>
        <p:txBody>
          <a:bodyPr>
            <a:normAutofit/>
          </a:bodyPr>
          <a:lstStyle/>
          <a:p>
            <a:pPr marL="0" indent="0">
              <a:buNone/>
            </a:pPr>
            <a:r>
              <a:rPr lang="en-US" sz="2000" b="1" dirty="0"/>
              <a:t>Perceived Usefulness</a:t>
            </a:r>
          </a:p>
          <a:p>
            <a:pPr>
              <a:buFont typeface="Arial" panose="020B0604020202020204" pitchFamily="34" charset="0"/>
              <a:buChar char="•"/>
            </a:pPr>
            <a:r>
              <a:rPr lang="en-US" sz="1600" dirty="0">
                <a:solidFill>
                  <a:prstClr val="black"/>
                </a:solidFill>
              </a:rPr>
              <a:t>Transport safety (+/-)</a:t>
            </a:r>
          </a:p>
          <a:p>
            <a:pPr>
              <a:buFont typeface="Arial" panose="020B0604020202020204" pitchFamily="34" charset="0"/>
              <a:buChar char="•"/>
            </a:pPr>
            <a:r>
              <a:rPr lang="en-US" sz="1600" dirty="0">
                <a:solidFill>
                  <a:prstClr val="black"/>
                </a:solidFill>
              </a:rPr>
              <a:t>Accommodation of limitations (age &amp; disability) (+)</a:t>
            </a:r>
          </a:p>
          <a:p>
            <a:pPr>
              <a:buFont typeface="Arial" panose="020B0604020202020204" pitchFamily="34" charset="0"/>
              <a:buChar char="•"/>
            </a:pPr>
            <a:r>
              <a:rPr lang="en-US" sz="1600" dirty="0">
                <a:solidFill>
                  <a:prstClr val="black"/>
                </a:solidFill>
              </a:rPr>
              <a:t>Independent mobility (+)</a:t>
            </a:r>
          </a:p>
          <a:p>
            <a:pPr>
              <a:buFont typeface="Arial" panose="020B0604020202020204" pitchFamily="34" charset="0"/>
              <a:buChar char="•"/>
            </a:pPr>
            <a:r>
              <a:rPr lang="en-US" sz="1600" dirty="0">
                <a:solidFill>
                  <a:prstClr val="black"/>
                </a:solidFill>
              </a:rPr>
              <a:t>Vehicle access (+)</a:t>
            </a:r>
          </a:p>
          <a:p>
            <a:pPr>
              <a:buFont typeface="Arial" panose="020B0604020202020204" pitchFamily="34" charset="0"/>
              <a:buChar char="•"/>
            </a:pPr>
            <a:r>
              <a:rPr lang="en-US" sz="1600" dirty="0">
                <a:solidFill>
                  <a:prstClr val="black"/>
                </a:solidFill>
              </a:rPr>
              <a:t>Exposure to road rage (+)</a:t>
            </a:r>
          </a:p>
          <a:p>
            <a:pPr>
              <a:buFont typeface="Arial" panose="020B0604020202020204" pitchFamily="34" charset="0"/>
              <a:buChar char="•"/>
            </a:pPr>
            <a:r>
              <a:rPr lang="en-US" sz="1600" dirty="0">
                <a:solidFill>
                  <a:prstClr val="black"/>
                </a:solidFill>
              </a:rPr>
              <a:t>Driving enjoyment (-)</a:t>
            </a:r>
          </a:p>
          <a:p>
            <a:pPr>
              <a:buFont typeface="Arial" panose="020B0604020202020204" pitchFamily="34" charset="0"/>
              <a:buChar char="•"/>
            </a:pPr>
            <a:r>
              <a:rPr lang="en-US" sz="1600" dirty="0">
                <a:solidFill>
                  <a:prstClr val="black"/>
                </a:solidFill>
              </a:rPr>
              <a:t>Ability to independently perform errands (+)</a:t>
            </a:r>
          </a:p>
          <a:p>
            <a:pPr>
              <a:buFont typeface="Arial" panose="020B0604020202020204" pitchFamily="34" charset="0"/>
              <a:buChar char="•"/>
            </a:pPr>
            <a:r>
              <a:rPr lang="en-US" sz="1600" dirty="0">
                <a:solidFill>
                  <a:prstClr val="black"/>
                </a:solidFill>
              </a:rPr>
              <a:t>Opportunities to undertake other activities (+/0)</a:t>
            </a:r>
          </a:p>
          <a:p>
            <a:pPr marL="0" indent="0">
              <a:buNone/>
            </a:pPr>
            <a:endParaRPr lang="en-US" sz="1800" dirty="0"/>
          </a:p>
        </p:txBody>
      </p:sp>
      <p:sp>
        <p:nvSpPr>
          <p:cNvPr id="33" name="Rectangle 32">
            <a:extLst>
              <a:ext uri="{FF2B5EF4-FFF2-40B4-BE49-F238E27FC236}">
                <a16:creationId xmlns:a16="http://schemas.microsoft.com/office/drawing/2014/main" id="{C34E4205-0FD2-AC12-5BA6-C38AB18BB607}"/>
              </a:ext>
            </a:extLst>
          </p:cNvPr>
          <p:cNvSpPr>
            <a:spLocks noGrp="1" noRot="1" noMove="1" noResize="1" noEditPoints="1" noAdjustHandles="1" noChangeArrowheads="1" noChangeShapeType="1"/>
          </p:cNvSpPr>
          <p:nvPr/>
        </p:nvSpPr>
        <p:spPr>
          <a:xfrm>
            <a:off x="4727972" y="0"/>
            <a:ext cx="4438040" cy="5143500"/>
          </a:xfrm>
          <a:prstGeom prst="rect">
            <a:avLst/>
          </a:prstGeom>
          <a:solidFill>
            <a:srgbClr val="224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AU" sz="1350" kern="1200">
              <a:solidFill>
                <a:prstClr val="white"/>
              </a:solidFill>
              <a:latin typeface="Arial"/>
            </a:endParaRPr>
          </a:p>
        </p:txBody>
      </p:sp>
      <p:grpSp>
        <p:nvGrpSpPr>
          <p:cNvPr id="34" name="Group 33">
            <a:extLst>
              <a:ext uri="{FF2B5EF4-FFF2-40B4-BE49-F238E27FC236}">
                <a16:creationId xmlns:a16="http://schemas.microsoft.com/office/drawing/2014/main" id="{57A384BD-A32C-FBA5-C8A7-2305B81FA934}"/>
              </a:ext>
            </a:extLst>
          </p:cNvPr>
          <p:cNvGrpSpPr>
            <a:grpSpLocks noGrp="1" noUngrp="1" noRot="1" noMove="1" noResize="1"/>
          </p:cNvGrpSpPr>
          <p:nvPr/>
        </p:nvGrpSpPr>
        <p:grpSpPr>
          <a:xfrm>
            <a:off x="4727972" y="0"/>
            <a:ext cx="4438040" cy="5143500"/>
            <a:chOff x="6303963" y="0"/>
            <a:chExt cx="5917386" cy="6858000"/>
          </a:xfrm>
        </p:grpSpPr>
        <p:pic>
          <p:nvPicPr>
            <p:cNvPr id="35" name="Graphic 34" descr="Bamboo and grasses">
              <a:extLst>
                <a:ext uri="{FF2B5EF4-FFF2-40B4-BE49-F238E27FC236}">
                  <a16:creationId xmlns:a16="http://schemas.microsoft.com/office/drawing/2014/main" id="{C375EABD-5993-C416-42BA-01CDFD983D25}"/>
                </a:ext>
              </a:extLst>
            </p:cNvPr>
            <p:cNvPicPr>
              <a:picLocks noGrp="1" noRo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53909"/>
            <a:stretch/>
          </p:blipFill>
          <p:spPr>
            <a:xfrm>
              <a:off x="6303963" y="5204810"/>
              <a:ext cx="1354626" cy="1653190"/>
            </a:xfrm>
            <a:prstGeom prst="rect">
              <a:avLst/>
            </a:prstGeom>
          </p:spPr>
        </p:pic>
        <p:pic>
          <p:nvPicPr>
            <p:cNvPr id="36" name="Graphic 35" descr="Bamboo and grasses">
              <a:extLst>
                <a:ext uri="{FF2B5EF4-FFF2-40B4-BE49-F238E27FC236}">
                  <a16:creationId xmlns:a16="http://schemas.microsoft.com/office/drawing/2014/main" id="{91216B7F-C693-CF57-4A58-A9518872ABF2}"/>
                </a:ext>
              </a:extLst>
            </p:cNvPr>
            <p:cNvPicPr>
              <a:picLocks noGrp="1" noRo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r="50000"/>
            <a:stretch/>
          </p:blipFill>
          <p:spPr>
            <a:xfrm>
              <a:off x="10751847" y="5204810"/>
              <a:ext cx="1469502" cy="1653190"/>
            </a:xfrm>
            <a:prstGeom prst="rect">
              <a:avLst/>
            </a:prstGeom>
          </p:spPr>
        </p:pic>
        <p:pic>
          <p:nvPicPr>
            <p:cNvPr id="37" name="Graphic 36" descr="An organic corner shape">
              <a:extLst>
                <a:ext uri="{FF2B5EF4-FFF2-40B4-BE49-F238E27FC236}">
                  <a16:creationId xmlns:a16="http://schemas.microsoft.com/office/drawing/2014/main" id="{FBABEFDD-3CE0-4453-92B2-0B92DB06645F}"/>
                </a:ext>
              </a:extLst>
            </p:cNvPr>
            <p:cNvPicPr>
              <a:picLocks noGrp="1" noRo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03963" y="0"/>
              <a:ext cx="1891742" cy="1891742"/>
            </a:xfrm>
            <a:prstGeom prst="rect">
              <a:avLst/>
            </a:prstGeom>
          </p:spPr>
        </p:pic>
      </p:grpSp>
      <p:grpSp>
        <p:nvGrpSpPr>
          <p:cNvPr id="4" name="Group 3">
            <a:extLst>
              <a:ext uri="{FF2B5EF4-FFF2-40B4-BE49-F238E27FC236}">
                <a16:creationId xmlns:a16="http://schemas.microsoft.com/office/drawing/2014/main" id="{9A57ACE3-6DBF-1651-D2A6-759489913A6E}"/>
              </a:ext>
            </a:extLst>
          </p:cNvPr>
          <p:cNvGrpSpPr/>
          <p:nvPr/>
        </p:nvGrpSpPr>
        <p:grpSpPr>
          <a:xfrm>
            <a:off x="5340884" y="1615829"/>
            <a:ext cx="3212216" cy="1943482"/>
            <a:chOff x="5029357" y="1563158"/>
            <a:chExt cx="3212216" cy="1943482"/>
          </a:xfrm>
        </p:grpSpPr>
        <p:grpSp>
          <p:nvGrpSpPr>
            <p:cNvPr id="5" name="Group 4">
              <a:extLst>
                <a:ext uri="{FF2B5EF4-FFF2-40B4-BE49-F238E27FC236}">
                  <a16:creationId xmlns:a16="http://schemas.microsoft.com/office/drawing/2014/main" id="{26CABD84-EF32-BE1E-915D-9DD5BB5816AC}"/>
                </a:ext>
              </a:extLst>
            </p:cNvPr>
            <p:cNvGrpSpPr/>
            <p:nvPr/>
          </p:nvGrpSpPr>
          <p:grpSpPr>
            <a:xfrm>
              <a:off x="5029358" y="1563158"/>
              <a:ext cx="3212215" cy="693371"/>
              <a:chOff x="5029358" y="1563158"/>
              <a:chExt cx="3212215" cy="693371"/>
            </a:xfrm>
          </p:grpSpPr>
          <p:grpSp>
            <p:nvGrpSpPr>
              <p:cNvPr id="11" name="Group 10">
                <a:extLst>
                  <a:ext uri="{FF2B5EF4-FFF2-40B4-BE49-F238E27FC236}">
                    <a16:creationId xmlns:a16="http://schemas.microsoft.com/office/drawing/2014/main" id="{52024B91-F167-6C0D-6631-726ED37AED0F}"/>
                  </a:ext>
                </a:extLst>
              </p:cNvPr>
              <p:cNvGrpSpPr/>
              <p:nvPr/>
            </p:nvGrpSpPr>
            <p:grpSpPr>
              <a:xfrm>
                <a:off x="5029358" y="1739269"/>
                <a:ext cx="312344" cy="341149"/>
                <a:chOff x="11892632" y="9387553"/>
                <a:chExt cx="406328" cy="443801"/>
              </a:xfrm>
            </p:grpSpPr>
            <p:sp>
              <p:nvSpPr>
                <p:cNvPr id="13" name="Oval 12">
                  <a:extLst>
                    <a:ext uri="{FF2B5EF4-FFF2-40B4-BE49-F238E27FC236}">
                      <a16:creationId xmlns:a16="http://schemas.microsoft.com/office/drawing/2014/main" id="{EFC39376-4640-3C53-33CB-20C7550DBA3D}"/>
                    </a:ext>
                  </a:extLst>
                </p:cNvPr>
                <p:cNvSpPr>
                  <a:spLocks/>
                </p:cNvSpPr>
                <p:nvPr/>
              </p:nvSpPr>
              <p:spPr>
                <a:xfrm>
                  <a:off x="11892632" y="9387553"/>
                  <a:ext cx="406328" cy="443801"/>
                </a:xfrm>
                <a:prstGeom prst="ellipse">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200">
                    <a:latin typeface="Tw Cen MT" panose="020B0602020104020603" pitchFamily="34" charset="0"/>
                  </a:endParaRPr>
                </a:p>
              </p:txBody>
            </p:sp>
            <p:pic>
              <p:nvPicPr>
                <p:cNvPr id="14" name="Graphic 595">
                  <a:extLst>
                    <a:ext uri="{FF2B5EF4-FFF2-40B4-BE49-F238E27FC236}">
                      <a16:creationId xmlns:a16="http://schemas.microsoft.com/office/drawing/2014/main" id="{F6E247C3-6574-AF19-63DA-D788565E3341}"/>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1972239" y="9482219"/>
                  <a:ext cx="247114" cy="254468"/>
                </a:xfrm>
                <a:prstGeom prst="rect">
                  <a:avLst/>
                </a:prstGeom>
              </p:spPr>
            </p:pic>
          </p:grpSp>
          <p:sp>
            <p:nvSpPr>
              <p:cNvPr id="12" name="Speech Bubble: Rectangle with Corners Rounded 11">
                <a:extLst>
                  <a:ext uri="{FF2B5EF4-FFF2-40B4-BE49-F238E27FC236}">
                    <a16:creationId xmlns:a16="http://schemas.microsoft.com/office/drawing/2014/main" id="{8497F78C-E2F5-088E-CDDB-91B9FE7EA8FB}"/>
                  </a:ext>
                </a:extLst>
              </p:cNvPr>
              <p:cNvSpPr/>
              <p:nvPr/>
            </p:nvSpPr>
            <p:spPr>
              <a:xfrm>
                <a:off x="5548485" y="1563158"/>
                <a:ext cx="2693088" cy="693371"/>
              </a:xfrm>
              <a:prstGeom prst="wedgeRoundRectCallout">
                <a:avLst>
                  <a:gd name="adj1" fmla="val -60696"/>
                  <a:gd name="adj2" fmla="val -10830"/>
                  <a:gd name="adj3" fmla="val 16667"/>
                </a:avLst>
              </a:prstGeom>
              <a:solidFill>
                <a:srgbClr val="71A499"/>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en-US" sz="1200" i="1" dirty="0">
                    <a:solidFill>
                      <a:schemeClr val="lt1"/>
                    </a:solidFill>
                    <a:latin typeface="Tw Cen MT" panose="020B0602020104020603" pitchFamily="34" charset="0"/>
                  </a:rPr>
                  <a:t>“I suppose if there might be less accident. It even might be </a:t>
                </a:r>
                <a:r>
                  <a:rPr lang="en-US" sz="1200" i="1" dirty="0">
                    <a:solidFill>
                      <a:schemeClr val="lt1"/>
                    </a:solidFill>
                    <a:highlight>
                      <a:srgbClr val="DAA8A2"/>
                    </a:highlight>
                    <a:latin typeface="Tw Cen MT" panose="020B0602020104020603" pitchFamily="34" charset="0"/>
                  </a:rPr>
                  <a:t>more careful than us.”</a:t>
                </a:r>
                <a:endParaRPr lang="en-AU" sz="1200" dirty="0">
                  <a:solidFill>
                    <a:schemeClr val="lt1"/>
                  </a:solidFill>
                  <a:highlight>
                    <a:srgbClr val="DAA8A2"/>
                  </a:highlight>
                  <a:latin typeface="Tw Cen MT" panose="020B0602020104020603" pitchFamily="34" charset="0"/>
                </a:endParaRPr>
              </a:p>
              <a:p>
                <a:pPr algn="ctr"/>
                <a:r>
                  <a:rPr lang="en-AU" sz="1200" dirty="0">
                    <a:solidFill>
                      <a:schemeClr val="lt1"/>
                    </a:solidFill>
                    <a:latin typeface="Tw Cen MT" panose="020B0602020104020603" pitchFamily="34" charset="0"/>
                  </a:rPr>
                  <a:t>Male, 75+</a:t>
                </a:r>
              </a:p>
            </p:txBody>
          </p:sp>
        </p:grpSp>
        <p:grpSp>
          <p:nvGrpSpPr>
            <p:cNvPr id="6" name="Group 5">
              <a:extLst>
                <a:ext uri="{FF2B5EF4-FFF2-40B4-BE49-F238E27FC236}">
                  <a16:creationId xmlns:a16="http://schemas.microsoft.com/office/drawing/2014/main" id="{2171EEFD-03B9-BD7B-9E77-62AA96BA5DD4}"/>
                </a:ext>
              </a:extLst>
            </p:cNvPr>
            <p:cNvGrpSpPr/>
            <p:nvPr/>
          </p:nvGrpSpPr>
          <p:grpSpPr>
            <a:xfrm>
              <a:off x="5029357" y="2343920"/>
              <a:ext cx="3212216" cy="1162720"/>
              <a:chOff x="5029357" y="2343920"/>
              <a:chExt cx="3212216" cy="1162720"/>
            </a:xfrm>
          </p:grpSpPr>
          <p:grpSp>
            <p:nvGrpSpPr>
              <p:cNvPr id="7" name="Group 6">
                <a:extLst>
                  <a:ext uri="{FF2B5EF4-FFF2-40B4-BE49-F238E27FC236}">
                    <a16:creationId xmlns:a16="http://schemas.microsoft.com/office/drawing/2014/main" id="{D27FA10E-0162-AE5B-7D83-AF26A2309CAC}"/>
                  </a:ext>
                </a:extLst>
              </p:cNvPr>
              <p:cNvGrpSpPr/>
              <p:nvPr/>
            </p:nvGrpSpPr>
            <p:grpSpPr>
              <a:xfrm>
                <a:off x="7929230" y="2754704"/>
                <a:ext cx="312343" cy="341150"/>
                <a:chOff x="1947054" y="32641078"/>
                <a:chExt cx="828000" cy="828000"/>
              </a:xfrm>
            </p:grpSpPr>
            <p:sp>
              <p:nvSpPr>
                <p:cNvPr id="9" name="Oval 8">
                  <a:extLst>
                    <a:ext uri="{FF2B5EF4-FFF2-40B4-BE49-F238E27FC236}">
                      <a16:creationId xmlns:a16="http://schemas.microsoft.com/office/drawing/2014/main" id="{4C5B1488-1955-DFDE-60C4-0C79E9DF7189}"/>
                    </a:ext>
                  </a:extLst>
                </p:cNvPr>
                <p:cNvSpPr/>
                <p:nvPr/>
              </p:nvSpPr>
              <p:spPr>
                <a:xfrm>
                  <a:off x="1947054" y="32641078"/>
                  <a:ext cx="828000" cy="828000"/>
                </a:xfrm>
                <a:prstGeom prst="ellipse">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200">
                    <a:latin typeface="Tw Cen MT" panose="020B0602020104020603" pitchFamily="34" charset="0"/>
                  </a:endParaRPr>
                </a:p>
              </p:txBody>
            </p:sp>
            <p:pic>
              <p:nvPicPr>
                <p:cNvPr id="10" name="Graphic 9" descr="Person in wheelchair with solid fill">
                  <a:extLst>
                    <a:ext uri="{FF2B5EF4-FFF2-40B4-BE49-F238E27FC236}">
                      <a16:creationId xmlns:a16="http://schemas.microsoft.com/office/drawing/2014/main" id="{2E38250D-7142-AAAC-9DCE-9F6F6E586C9A}"/>
                    </a:ext>
                  </a:extLst>
                </p:cNvPr>
                <p:cNvPicPr/>
                <p:nvPr/>
              </p:nvPicPr>
              <p:blipFill>
                <a:blip>
                  <a:extLst>
                    <a:ext uri="{96DAC541-7B7A-43D3-8B79-37D633B846F1}">
                      <asvg:svgBlip xmlns:asvg="http://schemas.microsoft.com/office/drawing/2016/SVG/main" r:embed="rId6"/>
                    </a:ext>
                  </a:extLst>
                </a:blip>
                <a:stretch>
                  <a:fillRect/>
                </a:stretch>
              </p:blipFill>
              <p:spPr>
                <a:xfrm flipH="1">
                  <a:off x="2109055" y="32803079"/>
                  <a:ext cx="504000" cy="504001"/>
                </a:xfrm>
                <a:prstGeom prst="rect">
                  <a:avLst/>
                </a:prstGeom>
              </p:spPr>
            </p:pic>
          </p:grpSp>
          <p:sp>
            <p:nvSpPr>
              <p:cNvPr id="8" name="Speech Bubble: Rectangle with Corners Rounded 7">
                <a:extLst>
                  <a:ext uri="{FF2B5EF4-FFF2-40B4-BE49-F238E27FC236}">
                    <a16:creationId xmlns:a16="http://schemas.microsoft.com/office/drawing/2014/main" id="{5A7FFEF0-2C5F-5F2B-16D2-9B8E9B6E24AC}"/>
                  </a:ext>
                </a:extLst>
              </p:cNvPr>
              <p:cNvSpPr/>
              <p:nvPr/>
            </p:nvSpPr>
            <p:spPr>
              <a:xfrm>
                <a:off x="5029357" y="2343920"/>
                <a:ext cx="2670909" cy="1162720"/>
              </a:xfrm>
              <a:prstGeom prst="wedgeRoundRectCallout">
                <a:avLst>
                  <a:gd name="adj1" fmla="val 60122"/>
                  <a:gd name="adj2" fmla="val -7123"/>
                  <a:gd name="adj3" fmla="val 16667"/>
                </a:avLst>
              </a:prstGeom>
              <a:solidFill>
                <a:srgbClr val="E6462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lnSpc>
                    <a:spcPct val="107000"/>
                  </a:lnSpc>
                  <a:buNone/>
                </a:pPr>
                <a:r>
                  <a:rPr lang="en-US" sz="1200" i="1" dirty="0">
                    <a:latin typeface="Tw Cen MT" panose="020B0602020104020603" pitchFamily="34" charset="0"/>
                  </a:rPr>
                  <a:t>“I wouldn’t put that on an expressway with all the man drivers that we’ve got… Because there was a </a:t>
                </a:r>
                <a:r>
                  <a:rPr lang="en-US" sz="1200" i="1" dirty="0">
                    <a:highlight>
                      <a:srgbClr val="8F9EC9"/>
                    </a:highlight>
                    <a:latin typeface="Tw Cen MT" panose="020B0602020104020603" pitchFamily="34" charset="0"/>
                  </a:rPr>
                  <a:t>Tesla … knocked out three cars”</a:t>
                </a:r>
                <a:endParaRPr lang="en-AU" sz="1200" i="1" dirty="0">
                  <a:highlight>
                    <a:srgbClr val="8F9EC9"/>
                  </a:highlight>
                  <a:latin typeface="Tw Cen MT" panose="020B0602020104020603" pitchFamily="34" charset="0"/>
                </a:endParaRPr>
              </a:p>
              <a:p>
                <a:pPr algn="ctr">
                  <a:lnSpc>
                    <a:spcPct val="107000"/>
                  </a:lnSpc>
                  <a:buNone/>
                </a:pPr>
                <a:r>
                  <a:rPr lang="en-AU" sz="1200" dirty="0">
                    <a:latin typeface="Tw Cen MT" panose="020B0602020104020603" pitchFamily="34" charset="0"/>
                  </a:rPr>
                  <a:t>Female, 75+, Disabled (Physical)</a:t>
                </a:r>
              </a:p>
            </p:txBody>
          </p:sp>
        </p:grpSp>
      </p:grpSp>
      <p:grpSp>
        <p:nvGrpSpPr>
          <p:cNvPr id="15" name="Group 14">
            <a:extLst>
              <a:ext uri="{FF2B5EF4-FFF2-40B4-BE49-F238E27FC236}">
                <a16:creationId xmlns:a16="http://schemas.microsoft.com/office/drawing/2014/main" id="{93AF5579-7A83-48BD-DA6E-8C41451DB1CC}"/>
              </a:ext>
            </a:extLst>
          </p:cNvPr>
          <p:cNvGrpSpPr/>
          <p:nvPr/>
        </p:nvGrpSpPr>
        <p:grpSpPr>
          <a:xfrm>
            <a:off x="5340885" y="1662428"/>
            <a:ext cx="3212215" cy="1818644"/>
            <a:chOff x="5181758" y="1321802"/>
            <a:chExt cx="3212215" cy="1818644"/>
          </a:xfrm>
        </p:grpSpPr>
        <p:grpSp>
          <p:nvGrpSpPr>
            <p:cNvPr id="16" name="Group 15">
              <a:extLst>
                <a:ext uri="{FF2B5EF4-FFF2-40B4-BE49-F238E27FC236}">
                  <a16:creationId xmlns:a16="http://schemas.microsoft.com/office/drawing/2014/main" id="{AA043310-4E27-A83D-F121-90B0493245F0}"/>
                </a:ext>
              </a:extLst>
            </p:cNvPr>
            <p:cNvGrpSpPr/>
            <p:nvPr/>
          </p:nvGrpSpPr>
          <p:grpSpPr>
            <a:xfrm>
              <a:off x="5181758" y="2060549"/>
              <a:ext cx="312344" cy="341149"/>
              <a:chOff x="11892632" y="4263887"/>
              <a:chExt cx="406328" cy="443801"/>
            </a:xfrm>
          </p:grpSpPr>
          <p:sp>
            <p:nvSpPr>
              <p:cNvPr id="18" name="Oval 17">
                <a:extLst>
                  <a:ext uri="{FF2B5EF4-FFF2-40B4-BE49-F238E27FC236}">
                    <a16:creationId xmlns:a16="http://schemas.microsoft.com/office/drawing/2014/main" id="{A811395D-B562-428E-0023-AE9A17726576}"/>
                  </a:ext>
                </a:extLst>
              </p:cNvPr>
              <p:cNvSpPr>
                <a:spLocks/>
              </p:cNvSpPr>
              <p:nvPr/>
            </p:nvSpPr>
            <p:spPr>
              <a:xfrm>
                <a:off x="11892632" y="4263887"/>
                <a:ext cx="406328" cy="443801"/>
              </a:xfrm>
              <a:prstGeom prst="ellipse">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200">
                  <a:latin typeface="Tw Cen MT" panose="020B0602020104020603" pitchFamily="34" charset="0"/>
                </a:endParaRPr>
              </a:p>
            </p:txBody>
          </p:sp>
          <p:pic>
            <p:nvPicPr>
              <p:cNvPr id="19" name="Graphic 595">
                <a:extLst>
                  <a:ext uri="{FF2B5EF4-FFF2-40B4-BE49-F238E27FC236}">
                    <a16:creationId xmlns:a16="http://schemas.microsoft.com/office/drawing/2014/main" id="{729F5BBA-8DD0-D1B5-2CB0-0330DDF2DA36}"/>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11972239" y="4350717"/>
                <a:ext cx="247114" cy="270140"/>
              </a:xfrm>
              <a:prstGeom prst="rect">
                <a:avLst/>
              </a:prstGeom>
            </p:spPr>
          </p:pic>
        </p:grpSp>
        <p:sp>
          <p:nvSpPr>
            <p:cNvPr id="17" name="Speech Bubble: Rectangle with Corners Rounded 16">
              <a:extLst>
                <a:ext uri="{FF2B5EF4-FFF2-40B4-BE49-F238E27FC236}">
                  <a16:creationId xmlns:a16="http://schemas.microsoft.com/office/drawing/2014/main" id="{F0C54C2E-63DE-85DF-AFC2-EA6E34923F10}"/>
                </a:ext>
              </a:extLst>
            </p:cNvPr>
            <p:cNvSpPr/>
            <p:nvPr/>
          </p:nvSpPr>
          <p:spPr>
            <a:xfrm>
              <a:off x="5700885" y="1321802"/>
              <a:ext cx="2693088" cy="1818644"/>
            </a:xfrm>
            <a:prstGeom prst="wedgeRoundRectCallout">
              <a:avLst>
                <a:gd name="adj1" fmla="val -62288"/>
                <a:gd name="adj2" fmla="val -5759"/>
                <a:gd name="adj3" fmla="val 16667"/>
              </a:avLst>
            </a:prstGeom>
            <a:solidFill>
              <a:srgbClr val="71A499"/>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lnSpc>
                  <a:spcPct val="107000"/>
                </a:lnSpc>
                <a:buNone/>
              </a:pPr>
              <a:r>
                <a:rPr lang="en-US" sz="1200" i="1" dirty="0">
                  <a:latin typeface="Tw Cen MT" panose="020B0602020104020603" pitchFamily="34" charset="0"/>
                </a:rPr>
                <a:t>“I was doing a lot of driving, and then I had a very bad car accident. I have multiple sclerosis and lost all my confidence, and then I handed my driver’s license. My right leg doesn’t work very well. </a:t>
              </a:r>
              <a:r>
                <a:rPr lang="en-US" sz="1200" i="1" dirty="0">
                  <a:highlight>
                    <a:srgbClr val="DAA8A2"/>
                  </a:highlight>
                  <a:latin typeface="Tw Cen MT" panose="020B0602020104020603" pitchFamily="34" charset="0"/>
                </a:rPr>
                <a:t>Good for people like us that can’t drive anymore</a:t>
              </a:r>
              <a:r>
                <a:rPr lang="en-US" sz="1200" i="1" dirty="0">
                  <a:latin typeface="Tw Cen MT" panose="020B0602020104020603" pitchFamily="34" charset="0"/>
                </a:rPr>
                <a:t>.”</a:t>
              </a:r>
              <a:endParaRPr lang="en-AU" sz="1200" i="1" dirty="0">
                <a:latin typeface="Tw Cen MT" panose="020B0602020104020603" pitchFamily="34" charset="0"/>
              </a:endParaRPr>
            </a:p>
            <a:p>
              <a:pPr algn="ctr">
                <a:lnSpc>
                  <a:spcPct val="107000"/>
                </a:lnSpc>
                <a:buNone/>
              </a:pPr>
              <a:r>
                <a:rPr lang="en-US" sz="1200" dirty="0">
                  <a:latin typeface="Tw Cen MT" panose="020B0602020104020603" pitchFamily="34" charset="0"/>
                </a:rPr>
                <a:t>Female, 55 – 64, Disabled (Physical)</a:t>
              </a:r>
              <a:endParaRPr lang="en-AU" sz="1200" dirty="0">
                <a:latin typeface="Tw Cen MT" panose="020B0602020104020603" pitchFamily="34" charset="0"/>
              </a:endParaRPr>
            </a:p>
          </p:txBody>
        </p:sp>
      </p:grpSp>
      <p:grpSp>
        <p:nvGrpSpPr>
          <p:cNvPr id="20" name="Group 19">
            <a:extLst>
              <a:ext uri="{FF2B5EF4-FFF2-40B4-BE49-F238E27FC236}">
                <a16:creationId xmlns:a16="http://schemas.microsoft.com/office/drawing/2014/main" id="{AA6DEB91-7110-EEF8-61A2-F8750F00BF07}"/>
              </a:ext>
            </a:extLst>
          </p:cNvPr>
          <p:cNvGrpSpPr/>
          <p:nvPr/>
        </p:nvGrpSpPr>
        <p:grpSpPr>
          <a:xfrm>
            <a:off x="5314840" y="1771749"/>
            <a:ext cx="3264305" cy="1600002"/>
            <a:chOff x="5117695" y="3571050"/>
            <a:chExt cx="3264305" cy="1600002"/>
          </a:xfrm>
        </p:grpSpPr>
        <p:grpSp>
          <p:nvGrpSpPr>
            <p:cNvPr id="21" name="Group 20">
              <a:extLst>
                <a:ext uri="{FF2B5EF4-FFF2-40B4-BE49-F238E27FC236}">
                  <a16:creationId xmlns:a16="http://schemas.microsoft.com/office/drawing/2014/main" id="{B112B144-CAEE-A3D8-515D-4DBE7BB25BA2}"/>
                </a:ext>
              </a:extLst>
            </p:cNvPr>
            <p:cNvGrpSpPr/>
            <p:nvPr/>
          </p:nvGrpSpPr>
          <p:grpSpPr>
            <a:xfrm>
              <a:off x="5117695" y="4200475"/>
              <a:ext cx="312344" cy="341150"/>
              <a:chOff x="15976672" y="-841161"/>
              <a:chExt cx="406328" cy="443802"/>
            </a:xfrm>
          </p:grpSpPr>
          <p:sp>
            <p:nvSpPr>
              <p:cNvPr id="23" name="Oval 22">
                <a:extLst>
                  <a:ext uri="{FF2B5EF4-FFF2-40B4-BE49-F238E27FC236}">
                    <a16:creationId xmlns:a16="http://schemas.microsoft.com/office/drawing/2014/main" id="{931BD685-82AA-6AF8-9FE3-12DD06390EE6}"/>
                  </a:ext>
                </a:extLst>
              </p:cNvPr>
              <p:cNvSpPr/>
              <p:nvPr/>
            </p:nvSpPr>
            <p:spPr>
              <a:xfrm>
                <a:off x="15976672" y="-841161"/>
                <a:ext cx="406328" cy="443802"/>
              </a:xfrm>
              <a:prstGeom prst="ellipse">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200">
                  <a:latin typeface="Tw Cen MT" panose="020B0602020104020603" pitchFamily="34" charset="0"/>
                </a:endParaRPr>
              </a:p>
            </p:txBody>
          </p:sp>
          <p:pic>
            <p:nvPicPr>
              <p:cNvPr id="24" name="Graphic 591">
                <a:extLst>
                  <a:ext uri="{FF2B5EF4-FFF2-40B4-BE49-F238E27FC236}">
                    <a16:creationId xmlns:a16="http://schemas.microsoft.com/office/drawing/2014/main" id="{9F2D3F4C-53B5-3F6F-B84B-BEFBD18B9593}"/>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6056171" y="-746605"/>
                <a:ext cx="247330" cy="254691"/>
              </a:xfrm>
              <a:prstGeom prst="rect">
                <a:avLst/>
              </a:prstGeom>
            </p:spPr>
          </p:pic>
        </p:grpSp>
        <p:sp>
          <p:nvSpPr>
            <p:cNvPr id="22" name="Speech Bubble: Rectangle with Corners Rounded 21">
              <a:extLst>
                <a:ext uri="{FF2B5EF4-FFF2-40B4-BE49-F238E27FC236}">
                  <a16:creationId xmlns:a16="http://schemas.microsoft.com/office/drawing/2014/main" id="{4C97E239-A2AC-E460-A2F0-02179B45216B}"/>
                </a:ext>
              </a:extLst>
            </p:cNvPr>
            <p:cNvSpPr/>
            <p:nvPr/>
          </p:nvSpPr>
          <p:spPr>
            <a:xfrm>
              <a:off x="5688912" y="3571050"/>
              <a:ext cx="2693088" cy="1600002"/>
            </a:xfrm>
            <a:prstGeom prst="wedgeRoundRectCallout">
              <a:avLst>
                <a:gd name="adj1" fmla="val -62288"/>
                <a:gd name="adj2" fmla="val -5759"/>
                <a:gd name="adj3" fmla="val 16667"/>
              </a:avLst>
            </a:prstGeom>
            <a:solidFill>
              <a:srgbClr val="71A499"/>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lnSpc>
                  <a:spcPct val="107000"/>
                </a:lnSpc>
                <a:buNone/>
              </a:pPr>
              <a:r>
                <a:rPr lang="en-US" sz="1200" i="1" dirty="0">
                  <a:latin typeface="Tw Cen MT" panose="020B0602020104020603" pitchFamily="34" charset="0"/>
                </a:rPr>
                <a:t>“So long as you can get out of your house and get into one. </a:t>
              </a:r>
              <a:r>
                <a:rPr lang="en-US" sz="1200" i="1" dirty="0">
                  <a:highlight>
                    <a:srgbClr val="DAA8A2"/>
                  </a:highlight>
                  <a:latin typeface="Tw Cen MT" panose="020B0602020104020603" pitchFamily="34" charset="0"/>
                </a:rPr>
                <a:t>You’ll never have to depend on anyone </a:t>
              </a:r>
              <a:r>
                <a:rPr lang="en-US" sz="1200" i="1" dirty="0">
                  <a:latin typeface="Tw Cen MT" panose="020B0602020104020603" pitchFamily="34" charset="0"/>
                </a:rPr>
                <a:t>for the rest of the time you are mobile. Don’t have to call one of the family members and feel bad about it.”</a:t>
              </a:r>
              <a:endParaRPr lang="en-AU" sz="1200" i="1" dirty="0">
                <a:latin typeface="Tw Cen MT" panose="020B0602020104020603" pitchFamily="34" charset="0"/>
              </a:endParaRPr>
            </a:p>
            <a:p>
              <a:pPr algn="ctr">
                <a:lnSpc>
                  <a:spcPct val="107000"/>
                </a:lnSpc>
                <a:buNone/>
              </a:pPr>
              <a:r>
                <a:rPr lang="en-US" sz="1200" dirty="0">
                  <a:latin typeface="Tw Cen MT" panose="020B0602020104020603" pitchFamily="34" charset="0"/>
                </a:rPr>
                <a:t>Female, 65 – 74, Disabled (Physical)</a:t>
              </a:r>
              <a:endParaRPr lang="en-AU" sz="1200" dirty="0">
                <a:latin typeface="Tw Cen MT" panose="020B0602020104020603" pitchFamily="34" charset="0"/>
              </a:endParaRPr>
            </a:p>
          </p:txBody>
        </p:sp>
      </p:grpSp>
      <p:grpSp>
        <p:nvGrpSpPr>
          <p:cNvPr id="25" name="Group 24">
            <a:extLst>
              <a:ext uri="{FF2B5EF4-FFF2-40B4-BE49-F238E27FC236}">
                <a16:creationId xmlns:a16="http://schemas.microsoft.com/office/drawing/2014/main" id="{77299B42-7901-7EF1-D852-3B7C6E5FD4B7}"/>
              </a:ext>
            </a:extLst>
          </p:cNvPr>
          <p:cNvGrpSpPr/>
          <p:nvPr/>
        </p:nvGrpSpPr>
        <p:grpSpPr>
          <a:xfrm>
            <a:off x="5313792" y="1334466"/>
            <a:ext cx="3266400" cy="2474568"/>
            <a:chOff x="5051104" y="2058210"/>
            <a:chExt cx="3266400" cy="2474568"/>
          </a:xfrm>
        </p:grpSpPr>
        <p:grpSp>
          <p:nvGrpSpPr>
            <p:cNvPr id="26" name="Group 25">
              <a:extLst>
                <a:ext uri="{FF2B5EF4-FFF2-40B4-BE49-F238E27FC236}">
                  <a16:creationId xmlns:a16="http://schemas.microsoft.com/office/drawing/2014/main" id="{E8911A0D-FEEF-26A9-7F29-58A430C47F6F}"/>
                </a:ext>
              </a:extLst>
            </p:cNvPr>
            <p:cNvGrpSpPr/>
            <p:nvPr/>
          </p:nvGrpSpPr>
          <p:grpSpPr>
            <a:xfrm>
              <a:off x="5051104" y="3124918"/>
              <a:ext cx="312344" cy="341150"/>
              <a:chOff x="13135433" y="27978130"/>
              <a:chExt cx="828000" cy="828000"/>
            </a:xfrm>
          </p:grpSpPr>
          <p:sp>
            <p:nvSpPr>
              <p:cNvPr id="28" name="Oval 27">
                <a:extLst>
                  <a:ext uri="{FF2B5EF4-FFF2-40B4-BE49-F238E27FC236}">
                    <a16:creationId xmlns:a16="http://schemas.microsoft.com/office/drawing/2014/main" id="{33798472-FA4E-1E5E-0EBB-799EE479F5B1}"/>
                  </a:ext>
                </a:extLst>
              </p:cNvPr>
              <p:cNvSpPr/>
              <p:nvPr/>
            </p:nvSpPr>
            <p:spPr>
              <a:xfrm>
                <a:off x="13135433" y="27978130"/>
                <a:ext cx="828000" cy="828000"/>
              </a:xfrm>
              <a:prstGeom prst="ellipse">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200">
                  <a:latin typeface="Tw Cen MT" panose="020B0602020104020603" pitchFamily="34" charset="0"/>
                </a:endParaRPr>
              </a:p>
            </p:txBody>
          </p:sp>
          <p:pic>
            <p:nvPicPr>
              <p:cNvPr id="29" name="Graphic 524">
                <a:extLst>
                  <a:ext uri="{FF2B5EF4-FFF2-40B4-BE49-F238E27FC236}">
                    <a16:creationId xmlns:a16="http://schemas.microsoft.com/office/drawing/2014/main" id="{DD8158A5-7985-63AD-7886-D1A7AF04E0CA}"/>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13415636" y="28140131"/>
                <a:ext cx="267595" cy="504001"/>
              </a:xfrm>
              <a:prstGeom prst="rect">
                <a:avLst/>
              </a:prstGeom>
            </p:spPr>
          </p:pic>
        </p:grpSp>
        <p:sp>
          <p:nvSpPr>
            <p:cNvPr id="27" name="Speech Bubble: Rectangle with Corners Rounded 26">
              <a:extLst>
                <a:ext uri="{FF2B5EF4-FFF2-40B4-BE49-F238E27FC236}">
                  <a16:creationId xmlns:a16="http://schemas.microsoft.com/office/drawing/2014/main" id="{413F3EF3-B35F-636F-3ED8-D7F424E5E1EA}"/>
                </a:ext>
              </a:extLst>
            </p:cNvPr>
            <p:cNvSpPr/>
            <p:nvPr/>
          </p:nvSpPr>
          <p:spPr>
            <a:xfrm>
              <a:off x="5624416" y="2058210"/>
              <a:ext cx="2693088" cy="2474568"/>
            </a:xfrm>
            <a:prstGeom prst="wedgeRoundRectCallout">
              <a:avLst>
                <a:gd name="adj1" fmla="val -63739"/>
                <a:gd name="adj2" fmla="val -3598"/>
                <a:gd name="adj3" fmla="val 16667"/>
              </a:avLst>
            </a:prstGeom>
            <a:solidFill>
              <a:srgbClr val="71A499"/>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lnSpc>
                  <a:spcPct val="107000"/>
                </a:lnSpc>
                <a:buNone/>
              </a:pPr>
              <a:r>
                <a:rPr lang="en-US" sz="1200" i="1" dirty="0">
                  <a:latin typeface="Tw Cen MT" panose="020B0602020104020603" pitchFamily="34" charset="0"/>
                </a:rPr>
                <a:t>“Because of the way they truffle off by themselves when you're not using them, it's more likely that </a:t>
              </a:r>
              <a:r>
                <a:rPr lang="en-US" sz="1200" i="1" dirty="0">
                  <a:highlight>
                    <a:srgbClr val="DAA8A2"/>
                  </a:highlight>
                  <a:latin typeface="Tw Cen MT" panose="020B0602020104020603" pitchFamily="34" charset="0"/>
                </a:rPr>
                <a:t>people [within household] would share cars</a:t>
              </a:r>
              <a:r>
                <a:rPr lang="en-US" sz="1200" i="1" dirty="0">
                  <a:latin typeface="Tw Cen MT" panose="020B0602020104020603" pitchFamily="34" charset="0"/>
                </a:rPr>
                <a:t>. So, I only need it to go out in the mornings and I'm home in the afternoon, but if you want to use it in the afternoon, you can use it. You don't have to </a:t>
              </a:r>
              <a:r>
                <a:rPr lang="en-US" sz="1200" i="1" dirty="0">
                  <a:highlight>
                    <a:srgbClr val="DAA8A2"/>
                  </a:highlight>
                  <a:latin typeface="Tw Cen MT" panose="020B0602020104020603" pitchFamily="34" charset="0"/>
                </a:rPr>
                <a:t>worry about them wrecking the car because they're not actually driving it</a:t>
              </a:r>
              <a:r>
                <a:rPr lang="en-US" sz="1200" i="1" dirty="0">
                  <a:latin typeface="Tw Cen MT" panose="020B0602020104020603" pitchFamily="34" charset="0"/>
                </a:rPr>
                <a:t>.”</a:t>
              </a:r>
              <a:endParaRPr lang="en-AU" sz="1200" i="1" dirty="0">
                <a:latin typeface="Tw Cen MT" panose="020B0602020104020603" pitchFamily="34" charset="0"/>
              </a:endParaRPr>
            </a:p>
            <a:p>
              <a:pPr algn="ctr">
                <a:lnSpc>
                  <a:spcPct val="107000"/>
                </a:lnSpc>
                <a:buNone/>
              </a:pPr>
              <a:r>
                <a:rPr lang="en-US" sz="1200" dirty="0">
                  <a:latin typeface="Tw Cen MT" panose="020B0602020104020603" pitchFamily="34" charset="0"/>
                </a:rPr>
                <a:t>Female, 65 - 74</a:t>
              </a:r>
              <a:endParaRPr lang="en-AU" sz="1200" dirty="0">
                <a:latin typeface="Tw Cen MT" panose="020B0602020104020603" pitchFamily="34" charset="0"/>
              </a:endParaRPr>
            </a:p>
          </p:txBody>
        </p:sp>
      </p:grpSp>
      <p:grpSp>
        <p:nvGrpSpPr>
          <p:cNvPr id="30" name="Group 29">
            <a:extLst>
              <a:ext uri="{FF2B5EF4-FFF2-40B4-BE49-F238E27FC236}">
                <a16:creationId xmlns:a16="http://schemas.microsoft.com/office/drawing/2014/main" id="{F6C8EB65-6CF9-AFA8-4E24-6F16D242F8C4}"/>
              </a:ext>
            </a:extLst>
          </p:cNvPr>
          <p:cNvGrpSpPr/>
          <p:nvPr/>
        </p:nvGrpSpPr>
        <p:grpSpPr>
          <a:xfrm>
            <a:off x="5310795" y="1334466"/>
            <a:ext cx="3272394" cy="2474568"/>
            <a:chOff x="5046669" y="1462645"/>
            <a:chExt cx="3272394" cy="2474568"/>
          </a:xfrm>
        </p:grpSpPr>
        <p:grpSp>
          <p:nvGrpSpPr>
            <p:cNvPr id="31" name="Group 30">
              <a:extLst>
                <a:ext uri="{FF2B5EF4-FFF2-40B4-BE49-F238E27FC236}">
                  <a16:creationId xmlns:a16="http://schemas.microsoft.com/office/drawing/2014/main" id="{0C4F7BB6-2FD9-70A5-33F2-F2907084F73E}"/>
                </a:ext>
              </a:extLst>
            </p:cNvPr>
            <p:cNvGrpSpPr/>
            <p:nvPr/>
          </p:nvGrpSpPr>
          <p:grpSpPr>
            <a:xfrm>
              <a:off x="5046669" y="2529354"/>
              <a:ext cx="312344" cy="341150"/>
              <a:chOff x="13135433" y="27978130"/>
              <a:chExt cx="828000" cy="828000"/>
            </a:xfrm>
          </p:grpSpPr>
          <p:sp>
            <p:nvSpPr>
              <p:cNvPr id="40" name="Oval 39">
                <a:extLst>
                  <a:ext uri="{FF2B5EF4-FFF2-40B4-BE49-F238E27FC236}">
                    <a16:creationId xmlns:a16="http://schemas.microsoft.com/office/drawing/2014/main" id="{89D7FA99-8852-79CE-AFA9-B7F22884306D}"/>
                  </a:ext>
                </a:extLst>
              </p:cNvPr>
              <p:cNvSpPr/>
              <p:nvPr/>
            </p:nvSpPr>
            <p:spPr>
              <a:xfrm>
                <a:off x="13135433" y="27978130"/>
                <a:ext cx="828000" cy="828000"/>
              </a:xfrm>
              <a:prstGeom prst="ellipse">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200">
                  <a:latin typeface="Tw Cen MT" panose="020B0602020104020603" pitchFamily="34" charset="0"/>
                </a:endParaRPr>
              </a:p>
            </p:txBody>
          </p:sp>
          <p:pic>
            <p:nvPicPr>
              <p:cNvPr id="41" name="Graphic 516">
                <a:extLst>
                  <a:ext uri="{FF2B5EF4-FFF2-40B4-BE49-F238E27FC236}">
                    <a16:creationId xmlns:a16="http://schemas.microsoft.com/office/drawing/2014/main" id="{0AB574DE-7F71-B88B-E21F-2ADB70B5E6A7}"/>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p:blipFill>
            <p:spPr>
              <a:xfrm>
                <a:off x="13360589" y="28140131"/>
                <a:ext cx="377690" cy="504001"/>
              </a:xfrm>
              <a:prstGeom prst="rect">
                <a:avLst/>
              </a:prstGeom>
            </p:spPr>
          </p:pic>
        </p:grpSp>
        <p:sp>
          <p:nvSpPr>
            <p:cNvPr id="32" name="Speech Bubble: Rectangle with Corners Rounded 31">
              <a:extLst>
                <a:ext uri="{FF2B5EF4-FFF2-40B4-BE49-F238E27FC236}">
                  <a16:creationId xmlns:a16="http://schemas.microsoft.com/office/drawing/2014/main" id="{EE279C78-0700-1CB8-490F-0E5BADA0F96C}"/>
                </a:ext>
              </a:extLst>
            </p:cNvPr>
            <p:cNvSpPr/>
            <p:nvPr/>
          </p:nvSpPr>
          <p:spPr>
            <a:xfrm>
              <a:off x="5625975" y="1462645"/>
              <a:ext cx="2693088" cy="2474568"/>
            </a:xfrm>
            <a:prstGeom prst="wedgeRoundRectCallout">
              <a:avLst>
                <a:gd name="adj1" fmla="val -63739"/>
                <a:gd name="adj2" fmla="val -3598"/>
                <a:gd name="adj3" fmla="val 16667"/>
              </a:avLst>
            </a:prstGeom>
            <a:solidFill>
              <a:srgbClr val="71A499"/>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lnSpc>
                  <a:spcPct val="107000"/>
                </a:lnSpc>
                <a:buNone/>
              </a:pPr>
              <a:r>
                <a:rPr lang="en-US" sz="1200" i="1" dirty="0">
                  <a:latin typeface="Tw Cen MT" panose="020B0602020104020603" pitchFamily="34" charset="0"/>
                </a:rPr>
                <a:t>“I think the younger people tail. They sit behind an older person, and they push them to go faster. You might get a horn that is blown at you from behind because you might be a bit slower. </a:t>
              </a:r>
              <a:r>
                <a:rPr lang="en-US" sz="1200" i="1" dirty="0">
                  <a:highlight>
                    <a:srgbClr val="DAA8A2"/>
                  </a:highlight>
                  <a:latin typeface="Tw Cen MT" panose="020B0602020104020603" pitchFamily="34" charset="0"/>
                </a:rPr>
                <a:t>But if a younger person sees a driverless car, they can only target the car, not the person in the car. </a:t>
              </a:r>
              <a:r>
                <a:rPr lang="en-US" sz="1200" i="1" dirty="0">
                  <a:latin typeface="Tw Cen MT" panose="020B0602020104020603" pitchFamily="34" charset="0"/>
                </a:rPr>
                <a:t>The driverless car might be able to do this speed and keep both younger and older people happier.”</a:t>
              </a:r>
              <a:endParaRPr lang="en-AU" sz="1200" i="1" dirty="0">
                <a:latin typeface="Tw Cen MT" panose="020B0602020104020603" pitchFamily="34" charset="0"/>
              </a:endParaRPr>
            </a:p>
            <a:p>
              <a:pPr algn="ctr">
                <a:lnSpc>
                  <a:spcPct val="107000"/>
                </a:lnSpc>
                <a:buNone/>
              </a:pPr>
              <a:r>
                <a:rPr lang="en-US" sz="1200" dirty="0">
                  <a:latin typeface="Tw Cen MT" panose="020B0602020104020603" pitchFamily="34" charset="0"/>
                </a:rPr>
                <a:t>Female, 65 – 74, Disabled (Physical)</a:t>
              </a:r>
              <a:endParaRPr lang="en-AU" sz="1200" dirty="0">
                <a:latin typeface="Tw Cen MT" panose="020B0602020104020603" pitchFamily="34" charset="0"/>
              </a:endParaRPr>
            </a:p>
          </p:txBody>
        </p:sp>
      </p:grpSp>
      <p:grpSp>
        <p:nvGrpSpPr>
          <p:cNvPr id="44" name="Group 43">
            <a:extLst>
              <a:ext uri="{FF2B5EF4-FFF2-40B4-BE49-F238E27FC236}">
                <a16:creationId xmlns:a16="http://schemas.microsoft.com/office/drawing/2014/main" id="{92ECB5B3-68E4-CE0B-3A21-3D92C686D8D5}"/>
              </a:ext>
            </a:extLst>
          </p:cNvPr>
          <p:cNvGrpSpPr/>
          <p:nvPr/>
        </p:nvGrpSpPr>
        <p:grpSpPr>
          <a:xfrm>
            <a:off x="5327861" y="2099710"/>
            <a:ext cx="3238262" cy="944078"/>
            <a:chOff x="5077148" y="3726992"/>
            <a:chExt cx="3238262" cy="944078"/>
          </a:xfrm>
        </p:grpSpPr>
        <p:grpSp>
          <p:nvGrpSpPr>
            <p:cNvPr id="45" name="Group 44">
              <a:extLst>
                <a:ext uri="{FF2B5EF4-FFF2-40B4-BE49-F238E27FC236}">
                  <a16:creationId xmlns:a16="http://schemas.microsoft.com/office/drawing/2014/main" id="{0BB8CEFA-AC8C-412D-867C-A7917FCEB77C}"/>
                </a:ext>
              </a:extLst>
            </p:cNvPr>
            <p:cNvGrpSpPr/>
            <p:nvPr/>
          </p:nvGrpSpPr>
          <p:grpSpPr>
            <a:xfrm>
              <a:off x="8003066" y="4028456"/>
              <a:ext cx="312344" cy="341150"/>
              <a:chOff x="13135433" y="27978130"/>
              <a:chExt cx="828000" cy="828000"/>
            </a:xfrm>
          </p:grpSpPr>
          <p:sp>
            <p:nvSpPr>
              <p:cNvPr id="47" name="Oval 46">
                <a:extLst>
                  <a:ext uri="{FF2B5EF4-FFF2-40B4-BE49-F238E27FC236}">
                    <a16:creationId xmlns:a16="http://schemas.microsoft.com/office/drawing/2014/main" id="{CF875E1B-2CA7-2289-A35A-D1869BF0341F}"/>
                  </a:ext>
                </a:extLst>
              </p:cNvPr>
              <p:cNvSpPr/>
              <p:nvPr/>
            </p:nvSpPr>
            <p:spPr>
              <a:xfrm>
                <a:off x="13135433" y="27978130"/>
                <a:ext cx="828000" cy="828000"/>
              </a:xfrm>
              <a:prstGeom prst="ellipse">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200">
                  <a:latin typeface="Tw Cen MT" panose="020B0602020104020603" pitchFamily="34" charset="0"/>
                </a:endParaRPr>
              </a:p>
            </p:txBody>
          </p:sp>
          <p:pic>
            <p:nvPicPr>
              <p:cNvPr id="48" name="Graphic 524">
                <a:extLst>
                  <a:ext uri="{FF2B5EF4-FFF2-40B4-BE49-F238E27FC236}">
                    <a16:creationId xmlns:a16="http://schemas.microsoft.com/office/drawing/2014/main" id="{C63EBE09-FEA9-743A-F1CD-7A4E988A5E08}"/>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flipH="1">
                <a:off x="13415636" y="28140130"/>
                <a:ext cx="267595" cy="504000"/>
              </a:xfrm>
              <a:prstGeom prst="rect">
                <a:avLst/>
              </a:prstGeom>
            </p:spPr>
          </p:pic>
        </p:grpSp>
        <p:sp>
          <p:nvSpPr>
            <p:cNvPr id="46" name="Speech Bubble: Rectangle with Corners Rounded 45">
              <a:extLst>
                <a:ext uri="{FF2B5EF4-FFF2-40B4-BE49-F238E27FC236}">
                  <a16:creationId xmlns:a16="http://schemas.microsoft.com/office/drawing/2014/main" id="{5F30EC32-4A8B-8983-5FF8-0C802A65F81A}"/>
                </a:ext>
              </a:extLst>
            </p:cNvPr>
            <p:cNvSpPr/>
            <p:nvPr/>
          </p:nvSpPr>
          <p:spPr>
            <a:xfrm>
              <a:off x="5077148" y="3726992"/>
              <a:ext cx="2670909" cy="944078"/>
            </a:xfrm>
            <a:prstGeom prst="wedgeRoundRectCallout">
              <a:avLst>
                <a:gd name="adj1" fmla="val 63831"/>
                <a:gd name="adj2" fmla="val -8038"/>
                <a:gd name="adj3" fmla="val 16667"/>
              </a:avLst>
            </a:prstGeom>
            <a:solidFill>
              <a:srgbClr val="E6462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lnSpc>
                  <a:spcPct val="107000"/>
                </a:lnSpc>
                <a:buNone/>
              </a:pPr>
              <a:r>
                <a:rPr lang="en-US" sz="1200" i="1" dirty="0">
                  <a:latin typeface="Tw Cen MT" panose="020B0602020104020603" pitchFamily="34" charset="0"/>
                </a:rPr>
                <a:t>“I do </a:t>
              </a:r>
              <a:r>
                <a:rPr lang="en-US" sz="1200" i="1" dirty="0">
                  <a:highlight>
                    <a:srgbClr val="8F9EC9"/>
                  </a:highlight>
                  <a:latin typeface="Tw Cen MT" panose="020B0602020104020603" pitchFamily="34" charset="0"/>
                </a:rPr>
                <a:t>like driving now</a:t>
              </a:r>
              <a:r>
                <a:rPr lang="en-US" sz="1200" i="1" dirty="0">
                  <a:latin typeface="Tw Cen MT" panose="020B0602020104020603" pitchFamily="34" charset="0"/>
                </a:rPr>
                <a:t>. It’s control. It is probably my thing. It makes you feel good. You are in </a:t>
              </a:r>
              <a:r>
                <a:rPr lang="en-US" sz="1200" i="1" dirty="0">
                  <a:highlight>
                    <a:srgbClr val="8F9EC9"/>
                  </a:highlight>
                  <a:latin typeface="Tw Cen MT" panose="020B0602020104020603" pitchFamily="34" charset="0"/>
                </a:rPr>
                <a:t>control</a:t>
              </a:r>
              <a:r>
                <a:rPr lang="en-US" sz="1200" i="1" dirty="0">
                  <a:latin typeface="Tw Cen MT" panose="020B0602020104020603" pitchFamily="34" charset="0"/>
                </a:rPr>
                <a:t> of the vehicle.” </a:t>
              </a:r>
              <a:endParaRPr lang="en-AU" sz="1200" i="1" dirty="0">
                <a:latin typeface="Tw Cen MT" panose="020B0602020104020603" pitchFamily="34" charset="0"/>
              </a:endParaRPr>
            </a:p>
            <a:p>
              <a:pPr algn="ctr">
                <a:lnSpc>
                  <a:spcPct val="107000"/>
                </a:lnSpc>
                <a:buNone/>
              </a:pPr>
              <a:r>
                <a:rPr lang="en-AU" sz="1200" dirty="0">
                  <a:latin typeface="Tw Cen MT" panose="020B0602020104020603" pitchFamily="34" charset="0"/>
                </a:rPr>
                <a:t>Male, 65 – 74 </a:t>
              </a:r>
            </a:p>
          </p:txBody>
        </p:sp>
      </p:grpSp>
      <p:grpSp>
        <p:nvGrpSpPr>
          <p:cNvPr id="49" name="Group 48">
            <a:extLst>
              <a:ext uri="{FF2B5EF4-FFF2-40B4-BE49-F238E27FC236}">
                <a16:creationId xmlns:a16="http://schemas.microsoft.com/office/drawing/2014/main" id="{39D9E3F1-EA2A-A56E-9774-B85572BFD49B}"/>
              </a:ext>
            </a:extLst>
          </p:cNvPr>
          <p:cNvGrpSpPr/>
          <p:nvPr/>
        </p:nvGrpSpPr>
        <p:grpSpPr>
          <a:xfrm>
            <a:off x="5310795" y="1334466"/>
            <a:ext cx="3272394" cy="2474568"/>
            <a:chOff x="5046669" y="1462645"/>
            <a:chExt cx="3272394" cy="2474568"/>
          </a:xfrm>
        </p:grpSpPr>
        <p:grpSp>
          <p:nvGrpSpPr>
            <p:cNvPr id="50" name="Group 49">
              <a:extLst>
                <a:ext uri="{FF2B5EF4-FFF2-40B4-BE49-F238E27FC236}">
                  <a16:creationId xmlns:a16="http://schemas.microsoft.com/office/drawing/2014/main" id="{2F7974D9-1B29-2999-BE84-BAA64CA2B97A}"/>
                </a:ext>
              </a:extLst>
            </p:cNvPr>
            <p:cNvGrpSpPr/>
            <p:nvPr/>
          </p:nvGrpSpPr>
          <p:grpSpPr>
            <a:xfrm>
              <a:off x="5046669" y="2529353"/>
              <a:ext cx="312344" cy="341150"/>
              <a:chOff x="13135433" y="27978128"/>
              <a:chExt cx="828000" cy="828000"/>
            </a:xfrm>
          </p:grpSpPr>
          <p:sp>
            <p:nvSpPr>
              <p:cNvPr id="52" name="Oval 51">
                <a:extLst>
                  <a:ext uri="{FF2B5EF4-FFF2-40B4-BE49-F238E27FC236}">
                    <a16:creationId xmlns:a16="http://schemas.microsoft.com/office/drawing/2014/main" id="{B1160C99-5595-FDF6-D2DE-D5477FE93B4F}"/>
                  </a:ext>
                </a:extLst>
              </p:cNvPr>
              <p:cNvSpPr/>
              <p:nvPr/>
            </p:nvSpPr>
            <p:spPr>
              <a:xfrm>
                <a:off x="13135433" y="27978128"/>
                <a:ext cx="828000" cy="828000"/>
              </a:xfrm>
              <a:prstGeom prst="ellipse">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200">
                  <a:latin typeface="Tw Cen MT" panose="020B0602020104020603" pitchFamily="34" charset="0"/>
                </a:endParaRPr>
              </a:p>
            </p:txBody>
          </p:sp>
          <p:pic>
            <p:nvPicPr>
              <p:cNvPr id="53" name="Graphic 516">
                <a:extLst>
                  <a:ext uri="{FF2B5EF4-FFF2-40B4-BE49-F238E27FC236}">
                    <a16:creationId xmlns:a16="http://schemas.microsoft.com/office/drawing/2014/main" id="{637A4F91-3387-F948-3FE9-0F46CC76F660}"/>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p:blipFill>
            <p:spPr>
              <a:xfrm>
                <a:off x="13360589" y="28140129"/>
                <a:ext cx="377690" cy="504001"/>
              </a:xfrm>
              <a:prstGeom prst="rect">
                <a:avLst/>
              </a:prstGeom>
            </p:spPr>
          </p:pic>
        </p:grpSp>
        <p:sp>
          <p:nvSpPr>
            <p:cNvPr id="51" name="Speech Bubble: Rectangle with Corners Rounded 50">
              <a:extLst>
                <a:ext uri="{FF2B5EF4-FFF2-40B4-BE49-F238E27FC236}">
                  <a16:creationId xmlns:a16="http://schemas.microsoft.com/office/drawing/2014/main" id="{46AC0648-82FC-1E02-FC9D-A49B11192A55}"/>
                </a:ext>
              </a:extLst>
            </p:cNvPr>
            <p:cNvSpPr/>
            <p:nvPr/>
          </p:nvSpPr>
          <p:spPr>
            <a:xfrm>
              <a:off x="5625975" y="1462645"/>
              <a:ext cx="2693088" cy="2474568"/>
            </a:xfrm>
            <a:prstGeom prst="wedgeRoundRectCallout">
              <a:avLst>
                <a:gd name="adj1" fmla="val -63739"/>
                <a:gd name="adj2" fmla="val -3598"/>
                <a:gd name="adj3" fmla="val 16667"/>
              </a:avLst>
            </a:prstGeom>
            <a:solidFill>
              <a:srgbClr val="71A499"/>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lnSpc>
                  <a:spcPct val="107000"/>
                </a:lnSpc>
                <a:buNone/>
              </a:pPr>
              <a:r>
                <a:rPr lang="en-US" sz="1200" i="1" dirty="0">
                  <a:latin typeface="Tw Cen MT" panose="020B0602020104020603" pitchFamily="34" charset="0"/>
                </a:rPr>
                <a:t>“I think women would love it because they just say, I want to go to the shop, I don’t want my husband there because he will be bored waiting for me… </a:t>
              </a:r>
              <a:r>
                <a:rPr lang="en-US" sz="1200" i="1" dirty="0">
                  <a:highlight>
                    <a:srgbClr val="DAA8A2"/>
                  </a:highlight>
                  <a:latin typeface="Tw Cen MT" panose="020B0602020104020603" pitchFamily="34" charset="0"/>
                </a:rPr>
                <a:t>You’ve got a lot of things on</a:t>
              </a:r>
              <a:r>
                <a:rPr lang="en-US" sz="1200" i="1" dirty="0">
                  <a:latin typeface="Tw Cen MT" panose="020B0602020104020603" pitchFamily="34" charset="0"/>
                </a:rPr>
                <a:t>, and you’re trying to juggle, you know, kids going to soccer, … sleepover or whatever. It comes to the front door. </a:t>
              </a:r>
              <a:r>
                <a:rPr lang="en-US" sz="1200" i="1" dirty="0">
                  <a:highlight>
                    <a:srgbClr val="DAA8A2"/>
                  </a:highlight>
                  <a:latin typeface="Tw Cen MT" panose="020B0602020104020603" pitchFamily="34" charset="0"/>
                </a:rPr>
                <a:t>Put little Johnny there, he goes to the address. You don’t have to go.</a:t>
              </a:r>
              <a:r>
                <a:rPr lang="en-US" sz="1200" i="1" dirty="0">
                  <a:latin typeface="Tw Cen MT" panose="020B0602020104020603" pitchFamily="34" charset="0"/>
                </a:rPr>
                <a:t>”</a:t>
              </a:r>
              <a:endParaRPr lang="en-AU" sz="1200" i="1" dirty="0">
                <a:latin typeface="Tw Cen MT" panose="020B0602020104020603" pitchFamily="34" charset="0"/>
              </a:endParaRPr>
            </a:p>
            <a:p>
              <a:pPr algn="ctr">
                <a:lnSpc>
                  <a:spcPct val="107000"/>
                </a:lnSpc>
                <a:buNone/>
              </a:pPr>
              <a:r>
                <a:rPr lang="en-US" sz="1200" dirty="0">
                  <a:latin typeface="Tw Cen MT" panose="020B0602020104020603" pitchFamily="34" charset="0"/>
                </a:rPr>
                <a:t>Male, 65 – 74</a:t>
              </a:r>
              <a:endParaRPr lang="en-AU" sz="1200" dirty="0">
                <a:latin typeface="Tw Cen MT" panose="020B0602020104020603" pitchFamily="34" charset="0"/>
              </a:endParaRPr>
            </a:p>
          </p:txBody>
        </p:sp>
      </p:grpSp>
      <p:grpSp>
        <p:nvGrpSpPr>
          <p:cNvPr id="54" name="Group 53">
            <a:extLst>
              <a:ext uri="{FF2B5EF4-FFF2-40B4-BE49-F238E27FC236}">
                <a16:creationId xmlns:a16="http://schemas.microsoft.com/office/drawing/2014/main" id="{973DA490-2C06-69D3-9001-266ED868AEBB}"/>
              </a:ext>
            </a:extLst>
          </p:cNvPr>
          <p:cNvGrpSpPr/>
          <p:nvPr/>
        </p:nvGrpSpPr>
        <p:grpSpPr>
          <a:xfrm>
            <a:off x="5340884" y="1639807"/>
            <a:ext cx="3212216" cy="1850193"/>
            <a:chOff x="5029357" y="1437805"/>
            <a:chExt cx="3212216" cy="1850193"/>
          </a:xfrm>
        </p:grpSpPr>
        <p:grpSp>
          <p:nvGrpSpPr>
            <p:cNvPr id="55" name="Group 54">
              <a:extLst>
                <a:ext uri="{FF2B5EF4-FFF2-40B4-BE49-F238E27FC236}">
                  <a16:creationId xmlns:a16="http://schemas.microsoft.com/office/drawing/2014/main" id="{B378042B-5FF7-61F0-9716-CA6A4EACA08E}"/>
                </a:ext>
              </a:extLst>
            </p:cNvPr>
            <p:cNvGrpSpPr/>
            <p:nvPr/>
          </p:nvGrpSpPr>
          <p:grpSpPr>
            <a:xfrm>
              <a:off x="5029358" y="1437805"/>
              <a:ext cx="3212215" cy="944078"/>
              <a:chOff x="5029358" y="1437805"/>
              <a:chExt cx="3212215" cy="944078"/>
            </a:xfrm>
          </p:grpSpPr>
          <p:grpSp>
            <p:nvGrpSpPr>
              <p:cNvPr id="61" name="Group 60">
                <a:extLst>
                  <a:ext uri="{FF2B5EF4-FFF2-40B4-BE49-F238E27FC236}">
                    <a16:creationId xmlns:a16="http://schemas.microsoft.com/office/drawing/2014/main" id="{E165A16A-F756-F723-52C3-94FA1A289DBE}"/>
                  </a:ext>
                </a:extLst>
              </p:cNvPr>
              <p:cNvGrpSpPr/>
              <p:nvPr/>
            </p:nvGrpSpPr>
            <p:grpSpPr>
              <a:xfrm>
                <a:off x="5029358" y="1739269"/>
                <a:ext cx="312344" cy="341149"/>
                <a:chOff x="11892632" y="9387553"/>
                <a:chExt cx="406328" cy="443801"/>
              </a:xfrm>
            </p:grpSpPr>
            <p:sp>
              <p:nvSpPr>
                <p:cNvPr id="63" name="Oval 62">
                  <a:extLst>
                    <a:ext uri="{FF2B5EF4-FFF2-40B4-BE49-F238E27FC236}">
                      <a16:creationId xmlns:a16="http://schemas.microsoft.com/office/drawing/2014/main" id="{7FD192A5-2F80-0A85-40E8-964D98AC9CAF}"/>
                    </a:ext>
                  </a:extLst>
                </p:cNvPr>
                <p:cNvSpPr>
                  <a:spLocks/>
                </p:cNvSpPr>
                <p:nvPr/>
              </p:nvSpPr>
              <p:spPr>
                <a:xfrm>
                  <a:off x="11892632" y="9387553"/>
                  <a:ext cx="406328" cy="443801"/>
                </a:xfrm>
                <a:prstGeom prst="ellipse">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200">
                    <a:latin typeface="Tw Cen MT" panose="020B0602020104020603" pitchFamily="34" charset="0"/>
                  </a:endParaRPr>
                </a:p>
              </p:txBody>
            </p:sp>
            <p:pic>
              <p:nvPicPr>
                <p:cNvPr id="64" name="Graphic 595">
                  <a:extLst>
                    <a:ext uri="{FF2B5EF4-FFF2-40B4-BE49-F238E27FC236}">
                      <a16:creationId xmlns:a16="http://schemas.microsoft.com/office/drawing/2014/main" id="{E1A0680F-BBE2-FF78-3B7A-E6A7912DEC73}"/>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1972239" y="9482219"/>
                  <a:ext cx="247114" cy="254468"/>
                </a:xfrm>
                <a:prstGeom prst="rect">
                  <a:avLst/>
                </a:prstGeom>
              </p:spPr>
            </p:pic>
          </p:grpSp>
          <p:sp>
            <p:nvSpPr>
              <p:cNvPr id="62" name="Speech Bubble: Rectangle with Corners Rounded 61">
                <a:extLst>
                  <a:ext uri="{FF2B5EF4-FFF2-40B4-BE49-F238E27FC236}">
                    <a16:creationId xmlns:a16="http://schemas.microsoft.com/office/drawing/2014/main" id="{3E3C9382-7B41-892E-8CBC-2DE6D5E0BB9E}"/>
                  </a:ext>
                </a:extLst>
              </p:cNvPr>
              <p:cNvSpPr/>
              <p:nvPr/>
            </p:nvSpPr>
            <p:spPr>
              <a:xfrm>
                <a:off x="5548485" y="1437805"/>
                <a:ext cx="2693088" cy="944078"/>
              </a:xfrm>
              <a:prstGeom prst="wedgeRoundRectCallout">
                <a:avLst>
                  <a:gd name="adj1" fmla="val -60696"/>
                  <a:gd name="adj2" fmla="val -10830"/>
                  <a:gd name="adj3" fmla="val 16667"/>
                </a:avLst>
              </a:prstGeom>
              <a:solidFill>
                <a:srgbClr val="71A499"/>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lnSpc>
                    <a:spcPct val="107000"/>
                  </a:lnSpc>
                  <a:buNone/>
                </a:pPr>
                <a:r>
                  <a:rPr lang="en-US" sz="1200" i="1" dirty="0">
                    <a:latin typeface="Tw Cen MT" panose="020B0602020104020603" pitchFamily="34" charset="0"/>
                  </a:rPr>
                  <a:t>“You can work if you want to, if you are working, but I am not working. </a:t>
                </a:r>
                <a:r>
                  <a:rPr lang="en-US" sz="1200" i="1" dirty="0">
                    <a:highlight>
                      <a:srgbClr val="DAA8A2"/>
                    </a:highlight>
                    <a:latin typeface="Tw Cen MT" panose="020B0602020104020603" pitchFamily="34" charset="0"/>
                  </a:rPr>
                  <a:t>So, read, stream your favorite show</a:t>
                </a:r>
                <a:r>
                  <a:rPr lang="en-US" sz="1200" i="1" dirty="0">
                    <a:latin typeface="Tw Cen MT" panose="020B0602020104020603" pitchFamily="34" charset="0"/>
                  </a:rPr>
                  <a:t>” </a:t>
                </a:r>
                <a:endParaRPr lang="en-AU" sz="1200" i="1" dirty="0">
                  <a:latin typeface="Tw Cen MT" panose="020B0602020104020603" pitchFamily="34" charset="0"/>
                </a:endParaRPr>
              </a:p>
              <a:p>
                <a:pPr algn="ctr">
                  <a:lnSpc>
                    <a:spcPct val="107000"/>
                  </a:lnSpc>
                  <a:buNone/>
                </a:pPr>
                <a:r>
                  <a:rPr lang="en-US" sz="1200" dirty="0">
                    <a:latin typeface="Tw Cen MT" panose="020B0602020104020603" pitchFamily="34" charset="0"/>
                  </a:rPr>
                  <a:t>Male, 65 – 74</a:t>
                </a:r>
                <a:endParaRPr lang="en-AU" sz="1200" dirty="0">
                  <a:latin typeface="Tw Cen MT" panose="020B0602020104020603" pitchFamily="34" charset="0"/>
                </a:endParaRPr>
              </a:p>
            </p:txBody>
          </p:sp>
        </p:grpSp>
        <p:grpSp>
          <p:nvGrpSpPr>
            <p:cNvPr id="56" name="Group 55">
              <a:extLst>
                <a:ext uri="{FF2B5EF4-FFF2-40B4-BE49-F238E27FC236}">
                  <a16:creationId xmlns:a16="http://schemas.microsoft.com/office/drawing/2014/main" id="{999DB03D-1E91-0EA2-E99C-1723FB9BAC6E}"/>
                </a:ext>
              </a:extLst>
            </p:cNvPr>
            <p:cNvGrpSpPr/>
            <p:nvPr/>
          </p:nvGrpSpPr>
          <p:grpSpPr>
            <a:xfrm>
              <a:off x="5029357" y="2562561"/>
              <a:ext cx="3212216" cy="725437"/>
              <a:chOff x="5029357" y="2562561"/>
              <a:chExt cx="3212216" cy="725437"/>
            </a:xfrm>
          </p:grpSpPr>
          <p:grpSp>
            <p:nvGrpSpPr>
              <p:cNvPr id="57" name="Group 56">
                <a:extLst>
                  <a:ext uri="{FF2B5EF4-FFF2-40B4-BE49-F238E27FC236}">
                    <a16:creationId xmlns:a16="http://schemas.microsoft.com/office/drawing/2014/main" id="{63741B8F-21CB-4351-FA48-403016C3BE3B}"/>
                  </a:ext>
                </a:extLst>
              </p:cNvPr>
              <p:cNvGrpSpPr/>
              <p:nvPr/>
            </p:nvGrpSpPr>
            <p:grpSpPr>
              <a:xfrm>
                <a:off x="7929230" y="2754704"/>
                <a:ext cx="312343" cy="341150"/>
                <a:chOff x="1947054" y="32641078"/>
                <a:chExt cx="828000" cy="828000"/>
              </a:xfrm>
            </p:grpSpPr>
            <p:sp>
              <p:nvSpPr>
                <p:cNvPr id="59" name="Oval 58">
                  <a:extLst>
                    <a:ext uri="{FF2B5EF4-FFF2-40B4-BE49-F238E27FC236}">
                      <a16:creationId xmlns:a16="http://schemas.microsoft.com/office/drawing/2014/main" id="{14BD4482-46B6-AB7E-C3C8-B2AF3CFBFD38}"/>
                    </a:ext>
                  </a:extLst>
                </p:cNvPr>
                <p:cNvSpPr/>
                <p:nvPr/>
              </p:nvSpPr>
              <p:spPr>
                <a:xfrm>
                  <a:off x="1947054" y="32641078"/>
                  <a:ext cx="828000" cy="828000"/>
                </a:xfrm>
                <a:prstGeom prst="ellipse">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200">
                    <a:latin typeface="Tw Cen MT" panose="020B0602020104020603" pitchFamily="34" charset="0"/>
                  </a:endParaRPr>
                </a:p>
              </p:txBody>
            </p:sp>
            <p:pic>
              <p:nvPicPr>
                <p:cNvPr id="60" name="Graphic 59" descr="Person in wheelchair with solid fill">
                  <a:extLst>
                    <a:ext uri="{FF2B5EF4-FFF2-40B4-BE49-F238E27FC236}">
                      <a16:creationId xmlns:a16="http://schemas.microsoft.com/office/drawing/2014/main" id="{2B21BEC5-1760-64F8-262F-15320D237A18}"/>
                    </a:ext>
                  </a:extLst>
                </p:cNvPr>
                <p:cNvPicPr/>
                <p:nvPr/>
              </p:nvPicPr>
              <p:blipFill>
                <a:blip>
                  <a:extLst>
                    <a:ext uri="{96DAC541-7B7A-43D3-8B79-37D633B846F1}">
                      <asvg:svgBlip xmlns:asvg="http://schemas.microsoft.com/office/drawing/2016/SVG/main" r:embed="rId6"/>
                    </a:ext>
                  </a:extLst>
                </a:blip>
                <a:stretch>
                  <a:fillRect/>
                </a:stretch>
              </p:blipFill>
              <p:spPr>
                <a:xfrm flipH="1">
                  <a:off x="2109055" y="32803079"/>
                  <a:ext cx="504000" cy="504001"/>
                </a:xfrm>
                <a:prstGeom prst="rect">
                  <a:avLst/>
                </a:prstGeom>
              </p:spPr>
            </p:pic>
          </p:grpSp>
          <p:sp>
            <p:nvSpPr>
              <p:cNvPr id="58" name="Speech Bubble: Rectangle with Corners Rounded 57">
                <a:extLst>
                  <a:ext uri="{FF2B5EF4-FFF2-40B4-BE49-F238E27FC236}">
                    <a16:creationId xmlns:a16="http://schemas.microsoft.com/office/drawing/2014/main" id="{A917892E-43D5-0D76-F5DF-BF0DC3240B8A}"/>
                  </a:ext>
                </a:extLst>
              </p:cNvPr>
              <p:cNvSpPr/>
              <p:nvPr/>
            </p:nvSpPr>
            <p:spPr>
              <a:xfrm>
                <a:off x="5029357" y="2562561"/>
                <a:ext cx="2670909" cy="725437"/>
              </a:xfrm>
              <a:prstGeom prst="wedgeRoundRectCallout">
                <a:avLst>
                  <a:gd name="adj1" fmla="val 60122"/>
                  <a:gd name="adj2" fmla="val -7123"/>
                  <a:gd name="adj3" fmla="val 16667"/>
                </a:avLst>
              </a:prstGeom>
              <a:solidFill>
                <a:srgbClr val="E6462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lnSpc>
                    <a:spcPct val="107000"/>
                  </a:lnSpc>
                  <a:buNone/>
                </a:pPr>
                <a:r>
                  <a:rPr lang="en-US" sz="1200" i="1" dirty="0">
                    <a:latin typeface="Tw Cen MT" panose="020B0602020104020603" pitchFamily="34" charset="0"/>
                  </a:rPr>
                  <a:t>“Well, when I’m in someone’s car, </a:t>
                </a:r>
                <a:r>
                  <a:rPr lang="en-US" sz="1200" i="1" dirty="0">
                    <a:highlight>
                      <a:srgbClr val="8F9EC9"/>
                    </a:highlight>
                    <a:latin typeface="Tw Cen MT" panose="020B0602020104020603" pitchFamily="34" charset="0"/>
                  </a:rPr>
                  <a:t>I can’t help but always watch a traffic</a:t>
                </a:r>
                <a:r>
                  <a:rPr lang="en-US" sz="1200" i="1" dirty="0">
                    <a:latin typeface="Tw Cen MT" panose="020B0602020104020603" pitchFamily="34" charset="0"/>
                  </a:rPr>
                  <a:t>” </a:t>
                </a:r>
                <a:endParaRPr lang="en-AU" sz="1200" i="1" dirty="0">
                  <a:latin typeface="Tw Cen MT" panose="020B0602020104020603" pitchFamily="34" charset="0"/>
                </a:endParaRPr>
              </a:p>
              <a:p>
                <a:pPr algn="ctr">
                  <a:lnSpc>
                    <a:spcPct val="107000"/>
                  </a:lnSpc>
                  <a:buNone/>
                </a:pPr>
                <a:r>
                  <a:rPr lang="en-US" sz="1200" dirty="0">
                    <a:latin typeface="Tw Cen MT" panose="020B0602020104020603" pitchFamily="34" charset="0"/>
                  </a:rPr>
                  <a:t>Female, 55-64, Disabled (Physical)</a:t>
                </a:r>
                <a:endParaRPr lang="en-AU" sz="1200" dirty="0">
                  <a:latin typeface="Tw Cen MT" panose="020B0602020104020603" pitchFamily="34" charset="0"/>
                </a:endParaRPr>
              </a:p>
            </p:txBody>
          </p:sp>
        </p:grpSp>
      </p:grpSp>
    </p:spTree>
    <p:extLst>
      <p:ext uri="{BB962C8B-B14F-4D97-AF65-F5344CB8AC3E}">
        <p14:creationId xmlns:p14="http://schemas.microsoft.com/office/powerpoint/2010/main" val="2127422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20"/>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25"/>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nodeType="clickEffect">
                                  <p:stCondLst>
                                    <p:cond delay="0"/>
                                  </p:stCondLst>
                                  <p:childTnLst>
                                    <p:set>
                                      <p:cBhvr>
                                        <p:cTn id="52" dur="1" fill="hold">
                                          <p:stCondLst>
                                            <p:cond delay="0"/>
                                          </p:stCondLst>
                                        </p:cTn>
                                        <p:tgtEl>
                                          <p:spTgt spid="30"/>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
                                            <p:txEl>
                                              <p:pRg st="6" end="6"/>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nodeType="clickEffect">
                                  <p:stCondLst>
                                    <p:cond delay="0"/>
                                  </p:stCondLst>
                                  <p:childTnLst>
                                    <p:set>
                                      <p:cBhvr>
                                        <p:cTn id="62" dur="1" fill="hold">
                                          <p:stCondLst>
                                            <p:cond delay="0"/>
                                          </p:stCondLst>
                                        </p:cTn>
                                        <p:tgtEl>
                                          <p:spTgt spid="44"/>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7" end="7"/>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xit" presetSubtype="0" fill="hold" nodeType="clickEffect">
                                  <p:stCondLst>
                                    <p:cond delay="0"/>
                                  </p:stCondLst>
                                  <p:childTnLst>
                                    <p:set>
                                      <p:cBhvr>
                                        <p:cTn id="72" dur="1" fill="hold">
                                          <p:stCondLst>
                                            <p:cond delay="0"/>
                                          </p:stCondLst>
                                        </p:cTn>
                                        <p:tgtEl>
                                          <p:spTgt spid="49"/>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
                                            <p:txEl>
                                              <p:pRg st="8" end="8"/>
                                            </p:txEl>
                                          </p:spTgt>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a:xfrm>
            <a:off x="457200" y="88106"/>
            <a:ext cx="8229600" cy="857250"/>
          </a:xfrm>
        </p:spPr>
        <p:txBody>
          <a:bodyPr/>
          <a:lstStyle/>
          <a:p>
            <a:r>
              <a:rPr lang="en-AU" sz="2100" dirty="0">
                <a:solidFill>
                  <a:srgbClr val="1F487C"/>
                </a:solidFill>
              </a:rPr>
              <a:t>Findings: Private AVs</a:t>
            </a:r>
          </a:p>
        </p:txBody>
      </p:sp>
      <p:grpSp>
        <p:nvGrpSpPr>
          <p:cNvPr id="23" name="Group 22">
            <a:extLst>
              <a:ext uri="{FF2B5EF4-FFF2-40B4-BE49-F238E27FC236}">
                <a16:creationId xmlns:a16="http://schemas.microsoft.com/office/drawing/2014/main" id="{CDDBCF8D-F883-0A2F-64A4-AC511FB83E05}"/>
              </a:ext>
            </a:extLst>
          </p:cNvPr>
          <p:cNvGrpSpPr>
            <a:grpSpLocks noGrp="1" noUngrp="1" noRot="1" noMove="1" noResize="1"/>
          </p:cNvGrpSpPr>
          <p:nvPr/>
        </p:nvGrpSpPr>
        <p:grpSpPr>
          <a:xfrm>
            <a:off x="4727973" y="0"/>
            <a:ext cx="4443088" cy="5143500"/>
            <a:chOff x="6303963" y="0"/>
            <a:chExt cx="5924117" cy="6858000"/>
          </a:xfrm>
        </p:grpSpPr>
        <p:sp>
          <p:nvSpPr>
            <p:cNvPr id="20" name="Rectangle 19">
              <a:extLst>
                <a:ext uri="{FF2B5EF4-FFF2-40B4-BE49-F238E27FC236}">
                  <a16:creationId xmlns:a16="http://schemas.microsoft.com/office/drawing/2014/main" id="{7B32B744-A224-3535-76EE-6A83DCCDD932}"/>
                </a:ext>
              </a:extLst>
            </p:cNvPr>
            <p:cNvSpPr>
              <a:spLocks noGrp="1" noRot="1" noMove="1" noResize="1" noEditPoints="1" noAdjustHandles="1" noChangeArrowheads="1" noChangeShapeType="1"/>
            </p:cNvSpPr>
            <p:nvPr/>
          </p:nvSpPr>
          <p:spPr>
            <a:xfrm>
              <a:off x="6303963" y="0"/>
              <a:ext cx="5917386" cy="6858000"/>
            </a:xfrm>
            <a:prstGeom prst="rect">
              <a:avLst/>
            </a:prstGeom>
            <a:solidFill>
              <a:srgbClr val="224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endParaRPr lang="en-AU" sz="1350" kern="1200">
                <a:solidFill>
                  <a:prstClr val="white"/>
                </a:solidFill>
                <a:latin typeface="Arial"/>
              </a:endParaRPr>
            </a:p>
          </p:txBody>
        </p:sp>
        <p:pic>
          <p:nvPicPr>
            <p:cNvPr id="21" name="Graphic 20" descr="A city block with various buildings, skyscrapers and trees">
              <a:extLst>
                <a:ext uri="{FF2B5EF4-FFF2-40B4-BE49-F238E27FC236}">
                  <a16:creationId xmlns:a16="http://schemas.microsoft.com/office/drawing/2014/main" id="{98987E03-2181-BB71-35E1-2054A4A3CB87}"/>
                </a:ext>
              </a:extLst>
            </p:cNvPr>
            <p:cNvPicPr>
              <a:picLocks noGrp="1" noRo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65462" r="-1" b="24959"/>
            <a:stretch/>
          </p:blipFill>
          <p:spPr>
            <a:xfrm>
              <a:off x="6310694" y="4373750"/>
              <a:ext cx="1143411" cy="2484250"/>
            </a:xfrm>
            <a:prstGeom prst="rect">
              <a:avLst/>
            </a:prstGeom>
          </p:spPr>
        </p:pic>
        <p:pic>
          <p:nvPicPr>
            <p:cNvPr id="22" name="Graphic 21" descr="A city block with various buildings, skyscrapers and trees">
              <a:extLst>
                <a:ext uri="{FF2B5EF4-FFF2-40B4-BE49-F238E27FC236}">
                  <a16:creationId xmlns:a16="http://schemas.microsoft.com/office/drawing/2014/main" id="{418AD39A-C3FC-9E6A-5294-2669E30ED1FF}"/>
                </a:ext>
              </a:extLst>
            </p:cNvPr>
            <p:cNvPicPr>
              <a:picLocks noGrp="1" noRo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334" r="51939" b="24959"/>
            <a:stretch/>
          </p:blipFill>
          <p:spPr>
            <a:xfrm>
              <a:off x="10625946" y="4373750"/>
              <a:ext cx="1602134" cy="2484250"/>
            </a:xfrm>
            <a:prstGeom prst="rect">
              <a:avLst/>
            </a:prstGeom>
          </p:spPr>
        </p:pic>
      </p:grpSp>
      <p:sp>
        <p:nvSpPr>
          <p:cNvPr id="24" name="Content Placeholder 2">
            <a:extLst>
              <a:ext uri="{FF2B5EF4-FFF2-40B4-BE49-F238E27FC236}">
                <a16:creationId xmlns:a16="http://schemas.microsoft.com/office/drawing/2014/main" id="{872B5386-6435-904E-C54E-ED95F3831645}"/>
              </a:ext>
            </a:extLst>
          </p:cNvPr>
          <p:cNvSpPr txBox="1">
            <a:spLocks/>
          </p:cNvSpPr>
          <p:nvPr/>
        </p:nvSpPr>
        <p:spPr>
          <a:xfrm>
            <a:off x="457199" y="1019176"/>
            <a:ext cx="4114800" cy="3575447"/>
          </a:xfrm>
          <a:prstGeom prst="rect">
            <a:avLst/>
          </a:prstGeom>
        </p:spPr>
        <p:txBody>
          <a:bodyPr vert="horz" lIns="68580" tIns="34290" rIns="68580" bIns="34290" rtlCol="0">
            <a:normAutofit/>
          </a:bodyPr>
          <a:lstStyle>
            <a:lvl1pPr marL="342900" indent="-342900" algn="l" defTabSz="457200" rtl="0" eaLnBrk="1" fontAlgn="base" hangingPunct="1">
              <a:lnSpc>
                <a:spcPct val="90000"/>
              </a:lnSpc>
              <a:spcBef>
                <a:spcPct val="20000"/>
              </a:spcBef>
              <a:spcAft>
                <a:spcPct val="0"/>
              </a:spcAft>
              <a:buFont typeface="Lucida Grande" charset="0"/>
              <a:buChar char="–"/>
              <a:defRPr sz="2000" kern="1200">
                <a:solidFill>
                  <a:schemeClr val="tx1"/>
                </a:solidFill>
                <a:latin typeface="Tw Cen MT"/>
                <a:ea typeface="ＭＳ Ｐゴシック" charset="0"/>
                <a:cs typeface="Tw Cen MT"/>
              </a:defRPr>
            </a:lvl1pPr>
            <a:lvl2pPr marL="742950" indent="-285750" algn="l" defTabSz="457200" rtl="0" eaLnBrk="1" fontAlgn="base" hangingPunct="1">
              <a:lnSpc>
                <a:spcPct val="90000"/>
              </a:lnSpc>
              <a:spcBef>
                <a:spcPct val="20000"/>
              </a:spcBef>
              <a:spcAft>
                <a:spcPct val="0"/>
              </a:spcAft>
              <a:buFont typeface="Lucida Grande"/>
              <a:buChar char="–"/>
              <a:defRPr sz="1800" kern="1200">
                <a:solidFill>
                  <a:schemeClr val="tx1"/>
                </a:solidFill>
                <a:latin typeface="Tw Cen MT"/>
                <a:ea typeface="ＭＳ Ｐゴシック" charset="0"/>
                <a:cs typeface="Tw Cen MT"/>
              </a:defRPr>
            </a:lvl2pPr>
            <a:lvl3pPr marL="1143000" indent="-228600" algn="l" defTabSz="457200" rtl="0" eaLnBrk="1" fontAlgn="base" hangingPunct="1">
              <a:lnSpc>
                <a:spcPct val="90000"/>
              </a:lnSpc>
              <a:spcBef>
                <a:spcPct val="20000"/>
              </a:spcBef>
              <a:spcAft>
                <a:spcPct val="0"/>
              </a:spcAft>
              <a:buFont typeface="Arial" charset="0"/>
              <a:buChar char="•"/>
              <a:defRPr sz="1600" kern="1200">
                <a:solidFill>
                  <a:schemeClr val="tx1"/>
                </a:solidFill>
                <a:latin typeface="Tw Cen MT"/>
                <a:ea typeface="ＭＳ Ｐゴシック" charset="0"/>
                <a:cs typeface="Tw Cen MT"/>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b="1" dirty="0"/>
              <a:t>Perceived Ease of Use</a:t>
            </a:r>
          </a:p>
          <a:p>
            <a:pPr>
              <a:buFont typeface="Arial" panose="020B0604020202020204" pitchFamily="34" charset="0"/>
              <a:buChar char="•"/>
            </a:pPr>
            <a:r>
              <a:rPr lang="en-US" sz="1600" dirty="0">
                <a:solidFill>
                  <a:prstClr val="black"/>
                </a:solidFill>
              </a:rPr>
              <a:t>Learning (+/-)</a:t>
            </a:r>
          </a:p>
          <a:p>
            <a:pPr>
              <a:buFont typeface="Arial" panose="020B0604020202020204" pitchFamily="34" charset="0"/>
              <a:buChar char="•"/>
            </a:pPr>
            <a:r>
              <a:rPr lang="en-US" sz="1600" dirty="0">
                <a:solidFill>
                  <a:prstClr val="black"/>
                </a:solidFill>
              </a:rPr>
              <a:t>Driving &amp; Parking (+)</a:t>
            </a:r>
          </a:p>
          <a:p>
            <a:pPr marL="0" indent="0">
              <a:buNone/>
            </a:pPr>
            <a:endParaRPr lang="en-US" sz="1600" b="1" dirty="0"/>
          </a:p>
        </p:txBody>
      </p:sp>
      <p:grpSp>
        <p:nvGrpSpPr>
          <p:cNvPr id="31" name="Group 30">
            <a:extLst>
              <a:ext uri="{FF2B5EF4-FFF2-40B4-BE49-F238E27FC236}">
                <a16:creationId xmlns:a16="http://schemas.microsoft.com/office/drawing/2014/main" id="{E77E0DFC-CCD8-2CB4-3F80-F3B6A713FD16}"/>
              </a:ext>
            </a:extLst>
          </p:cNvPr>
          <p:cNvGrpSpPr/>
          <p:nvPr/>
        </p:nvGrpSpPr>
        <p:grpSpPr>
          <a:xfrm>
            <a:off x="5343409" y="1020298"/>
            <a:ext cx="3212216" cy="3102905"/>
            <a:chOff x="5343409" y="1069045"/>
            <a:chExt cx="3212216" cy="3102905"/>
          </a:xfrm>
        </p:grpSpPr>
        <p:grpSp>
          <p:nvGrpSpPr>
            <p:cNvPr id="4" name="Group 3">
              <a:extLst>
                <a:ext uri="{FF2B5EF4-FFF2-40B4-BE49-F238E27FC236}">
                  <a16:creationId xmlns:a16="http://schemas.microsoft.com/office/drawing/2014/main" id="{6BBA9152-D99E-5BAB-6296-FFCC63E7FD89}"/>
                </a:ext>
              </a:extLst>
            </p:cNvPr>
            <p:cNvGrpSpPr/>
            <p:nvPr/>
          </p:nvGrpSpPr>
          <p:grpSpPr>
            <a:xfrm>
              <a:off x="5343410" y="1069045"/>
              <a:ext cx="3212215" cy="2037285"/>
              <a:chOff x="5029358" y="891202"/>
              <a:chExt cx="3212215" cy="2037285"/>
            </a:xfrm>
          </p:grpSpPr>
          <p:grpSp>
            <p:nvGrpSpPr>
              <p:cNvPr id="13" name="Group 12">
                <a:extLst>
                  <a:ext uri="{FF2B5EF4-FFF2-40B4-BE49-F238E27FC236}">
                    <a16:creationId xmlns:a16="http://schemas.microsoft.com/office/drawing/2014/main" id="{21C0B272-FDDD-AD6D-58F4-69D89B001DEE}"/>
                  </a:ext>
                </a:extLst>
              </p:cNvPr>
              <p:cNvGrpSpPr/>
              <p:nvPr/>
            </p:nvGrpSpPr>
            <p:grpSpPr>
              <a:xfrm>
                <a:off x="5029358" y="1739269"/>
                <a:ext cx="312344" cy="341149"/>
                <a:chOff x="11892632" y="9387553"/>
                <a:chExt cx="406328" cy="443801"/>
              </a:xfrm>
            </p:grpSpPr>
            <p:sp>
              <p:nvSpPr>
                <p:cNvPr id="16" name="Oval 15">
                  <a:extLst>
                    <a:ext uri="{FF2B5EF4-FFF2-40B4-BE49-F238E27FC236}">
                      <a16:creationId xmlns:a16="http://schemas.microsoft.com/office/drawing/2014/main" id="{05D6B6A2-E9FC-C621-2CD7-CD384D800307}"/>
                    </a:ext>
                  </a:extLst>
                </p:cNvPr>
                <p:cNvSpPr>
                  <a:spLocks/>
                </p:cNvSpPr>
                <p:nvPr/>
              </p:nvSpPr>
              <p:spPr>
                <a:xfrm>
                  <a:off x="11892632" y="9387553"/>
                  <a:ext cx="406328" cy="443801"/>
                </a:xfrm>
                <a:prstGeom prst="ellipse">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200">
                    <a:latin typeface="Tw Cen MT" panose="020B0602020104020603" pitchFamily="34" charset="0"/>
                  </a:endParaRPr>
                </a:p>
              </p:txBody>
            </p:sp>
            <p:pic>
              <p:nvPicPr>
                <p:cNvPr id="25" name="Graphic 595">
                  <a:extLst>
                    <a:ext uri="{FF2B5EF4-FFF2-40B4-BE49-F238E27FC236}">
                      <a16:creationId xmlns:a16="http://schemas.microsoft.com/office/drawing/2014/main" id="{6B25474F-CF9B-E93C-9E26-7E4C30F14AE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1972239" y="9482219"/>
                  <a:ext cx="247114" cy="254468"/>
                </a:xfrm>
                <a:prstGeom prst="rect">
                  <a:avLst/>
                </a:prstGeom>
              </p:spPr>
            </p:pic>
          </p:grpSp>
          <p:sp>
            <p:nvSpPr>
              <p:cNvPr id="15" name="Speech Bubble: Rectangle with Corners Rounded 14">
                <a:extLst>
                  <a:ext uri="{FF2B5EF4-FFF2-40B4-BE49-F238E27FC236}">
                    <a16:creationId xmlns:a16="http://schemas.microsoft.com/office/drawing/2014/main" id="{C3C91152-A362-BA44-B06F-D52D3699B073}"/>
                  </a:ext>
                </a:extLst>
              </p:cNvPr>
              <p:cNvSpPr/>
              <p:nvPr/>
            </p:nvSpPr>
            <p:spPr>
              <a:xfrm>
                <a:off x="5548485" y="891202"/>
                <a:ext cx="2693088" cy="2037285"/>
              </a:xfrm>
              <a:prstGeom prst="wedgeRoundRectCallout">
                <a:avLst>
                  <a:gd name="adj1" fmla="val -62677"/>
                  <a:gd name="adj2" fmla="val -3158"/>
                  <a:gd name="adj3" fmla="val 16667"/>
                </a:avLst>
              </a:prstGeom>
              <a:solidFill>
                <a:srgbClr val="71A499"/>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lnSpc>
                    <a:spcPct val="107000"/>
                  </a:lnSpc>
                  <a:buNone/>
                </a:pPr>
                <a:r>
                  <a:rPr lang="en-US" sz="1200" i="1" dirty="0">
                    <a:latin typeface="Tw Cen MT" panose="020B0602020104020603" pitchFamily="34" charset="0"/>
                  </a:rPr>
                  <a:t>“Driving is already programmed in, but you have to operate the program. That would be my driving lesson… </a:t>
                </a:r>
                <a:r>
                  <a:rPr lang="en-US" sz="1200" i="1" dirty="0">
                    <a:highlight>
                      <a:srgbClr val="DAA8A2"/>
                    </a:highlight>
                    <a:latin typeface="Tw Cen MT" panose="020B0602020104020603" pitchFamily="34" charset="0"/>
                  </a:rPr>
                  <a:t>The driving part would have been decreased like it wouldn’t be there. Road rules and all that around parking, that would be depleted. </a:t>
                </a:r>
                <a:r>
                  <a:rPr lang="en-US" sz="1200" i="1" dirty="0">
                    <a:latin typeface="Tw Cen MT" panose="020B0602020104020603" pitchFamily="34" charset="0"/>
                  </a:rPr>
                  <a:t>So, the only thing for me, would be learning the technology.” </a:t>
                </a:r>
                <a:endParaRPr lang="en-AU" sz="1200" i="1" dirty="0">
                  <a:latin typeface="Tw Cen MT" panose="020B0602020104020603" pitchFamily="34" charset="0"/>
                </a:endParaRPr>
              </a:p>
              <a:p>
                <a:pPr algn="ctr">
                  <a:lnSpc>
                    <a:spcPct val="107000"/>
                  </a:lnSpc>
                  <a:buNone/>
                </a:pPr>
                <a:r>
                  <a:rPr lang="en-US" sz="1200" i="1" dirty="0">
                    <a:latin typeface="Tw Cen MT" panose="020B0602020104020603" pitchFamily="34" charset="0"/>
                  </a:rPr>
                  <a:t>Female, 65 - 74, Disabled (Physical)</a:t>
                </a:r>
                <a:endParaRPr lang="en-AU" sz="1200" i="1" dirty="0">
                  <a:latin typeface="Tw Cen MT" panose="020B0602020104020603" pitchFamily="34" charset="0"/>
                </a:endParaRPr>
              </a:p>
            </p:txBody>
          </p:sp>
        </p:grpSp>
        <p:grpSp>
          <p:nvGrpSpPr>
            <p:cNvPr id="5" name="Group 4">
              <a:extLst>
                <a:ext uri="{FF2B5EF4-FFF2-40B4-BE49-F238E27FC236}">
                  <a16:creationId xmlns:a16="http://schemas.microsoft.com/office/drawing/2014/main" id="{E9687ADC-E811-692A-261C-419902C0FC5D}"/>
                </a:ext>
              </a:extLst>
            </p:cNvPr>
            <p:cNvGrpSpPr/>
            <p:nvPr/>
          </p:nvGrpSpPr>
          <p:grpSpPr>
            <a:xfrm>
              <a:off x="5343409" y="3227872"/>
              <a:ext cx="3212216" cy="944078"/>
              <a:chOff x="5029357" y="2453240"/>
              <a:chExt cx="3212216" cy="944078"/>
            </a:xfrm>
          </p:grpSpPr>
          <p:grpSp>
            <p:nvGrpSpPr>
              <p:cNvPr id="6" name="Group 5">
                <a:extLst>
                  <a:ext uri="{FF2B5EF4-FFF2-40B4-BE49-F238E27FC236}">
                    <a16:creationId xmlns:a16="http://schemas.microsoft.com/office/drawing/2014/main" id="{783FD8E8-7588-5248-B2A0-35DB7B2F1F81}"/>
                  </a:ext>
                </a:extLst>
              </p:cNvPr>
              <p:cNvGrpSpPr/>
              <p:nvPr/>
            </p:nvGrpSpPr>
            <p:grpSpPr>
              <a:xfrm>
                <a:off x="7929230" y="2754704"/>
                <a:ext cx="312343" cy="341150"/>
                <a:chOff x="1947054" y="32641078"/>
                <a:chExt cx="828000" cy="828000"/>
              </a:xfrm>
            </p:grpSpPr>
            <p:sp>
              <p:nvSpPr>
                <p:cNvPr id="9" name="Oval 8">
                  <a:extLst>
                    <a:ext uri="{FF2B5EF4-FFF2-40B4-BE49-F238E27FC236}">
                      <a16:creationId xmlns:a16="http://schemas.microsoft.com/office/drawing/2014/main" id="{B9384E10-2CA4-1F4A-B5B2-F5FCAC522C1C}"/>
                    </a:ext>
                  </a:extLst>
                </p:cNvPr>
                <p:cNvSpPr/>
                <p:nvPr/>
              </p:nvSpPr>
              <p:spPr>
                <a:xfrm>
                  <a:off x="1947054" y="32641078"/>
                  <a:ext cx="828000" cy="828000"/>
                </a:xfrm>
                <a:prstGeom prst="ellipse">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200">
                    <a:latin typeface="Tw Cen MT" panose="020B0602020104020603" pitchFamily="34" charset="0"/>
                  </a:endParaRPr>
                </a:p>
              </p:txBody>
            </p:sp>
            <p:pic>
              <p:nvPicPr>
                <p:cNvPr id="11" name="Graphic 10" descr="Person in wheelchair with solid fill">
                  <a:extLst>
                    <a:ext uri="{FF2B5EF4-FFF2-40B4-BE49-F238E27FC236}">
                      <a16:creationId xmlns:a16="http://schemas.microsoft.com/office/drawing/2014/main" id="{8252488C-A867-823D-5EDB-B6F25078AEDB}"/>
                    </a:ext>
                  </a:extLst>
                </p:cNvPr>
                <p:cNvPicPr/>
                <p:nvPr/>
              </p:nvPicPr>
              <p:blipFill>
                <a:blip>
                  <a:extLst>
                    <a:ext uri="{96DAC541-7B7A-43D3-8B79-37D633B846F1}">
                      <asvg:svgBlip xmlns:asvg="http://schemas.microsoft.com/office/drawing/2016/SVG/main" r:embed="rId5"/>
                    </a:ext>
                  </a:extLst>
                </a:blip>
                <a:stretch>
                  <a:fillRect/>
                </a:stretch>
              </p:blipFill>
              <p:spPr>
                <a:xfrm flipH="1">
                  <a:off x="2109055" y="32803079"/>
                  <a:ext cx="504000" cy="504001"/>
                </a:xfrm>
                <a:prstGeom prst="rect">
                  <a:avLst/>
                </a:prstGeom>
              </p:spPr>
            </p:pic>
          </p:grpSp>
          <p:sp>
            <p:nvSpPr>
              <p:cNvPr id="7" name="Speech Bubble: Rectangle with Corners Rounded 6">
                <a:extLst>
                  <a:ext uri="{FF2B5EF4-FFF2-40B4-BE49-F238E27FC236}">
                    <a16:creationId xmlns:a16="http://schemas.microsoft.com/office/drawing/2014/main" id="{8494DD6F-E21D-8578-0D22-0AB363A6DA97}"/>
                  </a:ext>
                </a:extLst>
              </p:cNvPr>
              <p:cNvSpPr/>
              <p:nvPr/>
            </p:nvSpPr>
            <p:spPr>
              <a:xfrm>
                <a:off x="5029357" y="2453240"/>
                <a:ext cx="2670909" cy="944078"/>
              </a:xfrm>
              <a:prstGeom prst="wedgeRoundRectCallout">
                <a:avLst>
                  <a:gd name="adj1" fmla="val 60122"/>
                  <a:gd name="adj2" fmla="val -7123"/>
                  <a:gd name="adj3" fmla="val 16667"/>
                </a:avLst>
              </a:prstGeom>
              <a:solidFill>
                <a:srgbClr val="E6462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lnSpc>
                    <a:spcPct val="107000"/>
                  </a:lnSpc>
                  <a:buNone/>
                </a:pPr>
                <a:r>
                  <a:rPr lang="en-US" sz="1200" i="1" dirty="0">
                    <a:latin typeface="Tw Cen MT" panose="020B0602020104020603" pitchFamily="34" charset="0"/>
                  </a:rPr>
                  <a:t>“It could be quite hard. </a:t>
                </a:r>
                <a:r>
                  <a:rPr lang="en-US" sz="1200" i="1" dirty="0">
                    <a:highlight>
                      <a:srgbClr val="8F9EC9"/>
                    </a:highlight>
                    <a:latin typeface="Tw Cen MT" panose="020B0602020104020603" pitchFamily="34" charset="0"/>
                  </a:rPr>
                  <a:t>I sort of struggled to understand</a:t>
                </a:r>
                <a:r>
                  <a:rPr lang="en-US" sz="1200" i="1" dirty="0">
                    <a:latin typeface="Tw Cen MT" panose="020B0602020104020603" pitchFamily="34" charset="0"/>
                  </a:rPr>
                  <a:t> the new features on my car or my phone, and I used to be in IT.”</a:t>
                </a:r>
                <a:endParaRPr lang="en-AU" sz="1200" i="1" dirty="0">
                  <a:latin typeface="Tw Cen MT" panose="020B0602020104020603" pitchFamily="34" charset="0"/>
                </a:endParaRPr>
              </a:p>
              <a:p>
                <a:pPr algn="ctr">
                  <a:lnSpc>
                    <a:spcPct val="107000"/>
                  </a:lnSpc>
                  <a:buNone/>
                </a:pPr>
                <a:r>
                  <a:rPr lang="en-US" sz="1200" dirty="0">
                    <a:latin typeface="Tw Cen MT" panose="020B0602020104020603" pitchFamily="34" charset="0"/>
                  </a:rPr>
                  <a:t>Female, 65 – 74</a:t>
                </a:r>
                <a:endParaRPr lang="en-AU" sz="1200" dirty="0">
                  <a:latin typeface="Tw Cen MT" panose="020B0602020104020603" pitchFamily="34" charset="0"/>
                </a:endParaRPr>
              </a:p>
            </p:txBody>
          </p:sp>
        </p:grpSp>
      </p:grpSp>
      <p:grpSp>
        <p:nvGrpSpPr>
          <p:cNvPr id="26" name="Group 25">
            <a:extLst>
              <a:ext uri="{FF2B5EF4-FFF2-40B4-BE49-F238E27FC236}">
                <a16:creationId xmlns:a16="http://schemas.microsoft.com/office/drawing/2014/main" id="{DE8B5585-EA9A-E6A5-9310-75CB3AD2F6CC}"/>
              </a:ext>
            </a:extLst>
          </p:cNvPr>
          <p:cNvGrpSpPr/>
          <p:nvPr/>
        </p:nvGrpSpPr>
        <p:grpSpPr>
          <a:xfrm>
            <a:off x="5343410" y="1443787"/>
            <a:ext cx="3212215" cy="2255927"/>
            <a:chOff x="5029358" y="781881"/>
            <a:chExt cx="3212215" cy="2255927"/>
          </a:xfrm>
        </p:grpSpPr>
        <p:grpSp>
          <p:nvGrpSpPr>
            <p:cNvPr id="27" name="Group 26">
              <a:extLst>
                <a:ext uri="{FF2B5EF4-FFF2-40B4-BE49-F238E27FC236}">
                  <a16:creationId xmlns:a16="http://schemas.microsoft.com/office/drawing/2014/main" id="{46043BB4-9440-80F7-9A7E-C9943465B331}"/>
                </a:ext>
              </a:extLst>
            </p:cNvPr>
            <p:cNvGrpSpPr/>
            <p:nvPr/>
          </p:nvGrpSpPr>
          <p:grpSpPr>
            <a:xfrm>
              <a:off x="5029358" y="1739269"/>
              <a:ext cx="312344" cy="341149"/>
              <a:chOff x="11892632" y="9387553"/>
              <a:chExt cx="406328" cy="443801"/>
            </a:xfrm>
          </p:grpSpPr>
          <p:sp>
            <p:nvSpPr>
              <p:cNvPr id="29" name="Oval 28">
                <a:extLst>
                  <a:ext uri="{FF2B5EF4-FFF2-40B4-BE49-F238E27FC236}">
                    <a16:creationId xmlns:a16="http://schemas.microsoft.com/office/drawing/2014/main" id="{A2E41DC4-0988-9D84-2821-6F933664EE7E}"/>
                  </a:ext>
                </a:extLst>
              </p:cNvPr>
              <p:cNvSpPr>
                <a:spLocks/>
              </p:cNvSpPr>
              <p:nvPr/>
            </p:nvSpPr>
            <p:spPr>
              <a:xfrm>
                <a:off x="11892632" y="9387553"/>
                <a:ext cx="406328" cy="443801"/>
              </a:xfrm>
              <a:prstGeom prst="ellipse">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200">
                  <a:latin typeface="Tw Cen MT" panose="020B0602020104020603" pitchFamily="34" charset="0"/>
                </a:endParaRPr>
              </a:p>
            </p:txBody>
          </p:sp>
          <p:pic>
            <p:nvPicPr>
              <p:cNvPr id="30" name="Graphic 595">
                <a:extLst>
                  <a:ext uri="{FF2B5EF4-FFF2-40B4-BE49-F238E27FC236}">
                    <a16:creationId xmlns:a16="http://schemas.microsoft.com/office/drawing/2014/main" id="{4EB7DD6C-D29E-88DC-F0C8-C575EEAC29C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1972239" y="9482219"/>
                <a:ext cx="247114" cy="254468"/>
              </a:xfrm>
              <a:prstGeom prst="rect">
                <a:avLst/>
              </a:prstGeom>
            </p:spPr>
          </p:pic>
        </p:grpSp>
        <p:sp>
          <p:nvSpPr>
            <p:cNvPr id="28" name="Speech Bubble: Rectangle with Corners Rounded 27">
              <a:extLst>
                <a:ext uri="{FF2B5EF4-FFF2-40B4-BE49-F238E27FC236}">
                  <a16:creationId xmlns:a16="http://schemas.microsoft.com/office/drawing/2014/main" id="{5842F92F-84AC-F5D7-6124-2751C2FBE1F2}"/>
                </a:ext>
              </a:extLst>
            </p:cNvPr>
            <p:cNvSpPr/>
            <p:nvPr/>
          </p:nvSpPr>
          <p:spPr>
            <a:xfrm>
              <a:off x="5548485" y="781881"/>
              <a:ext cx="2693088" cy="2255927"/>
            </a:xfrm>
            <a:prstGeom prst="wedgeRoundRectCallout">
              <a:avLst>
                <a:gd name="adj1" fmla="val -62677"/>
                <a:gd name="adj2" fmla="val -3158"/>
                <a:gd name="adj3" fmla="val 16667"/>
              </a:avLst>
            </a:prstGeom>
            <a:solidFill>
              <a:srgbClr val="71A499"/>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lnSpc>
                  <a:spcPct val="107000"/>
                </a:lnSpc>
                <a:buNone/>
              </a:pPr>
              <a:r>
                <a:rPr lang="en-US" sz="1200" i="1" dirty="0">
                  <a:latin typeface="Tw Cen MT" panose="020B0602020104020603" pitchFamily="34" charset="0"/>
                </a:rPr>
                <a:t>“Because of my arthritis, I get pains, leg pain, knee pain, that sort of pain when I’m driving for a good couple of hours … We are older. We're slower to respond. We’re distracted easily. I think you wouldn't get as tired, because when </a:t>
              </a:r>
              <a:r>
                <a:rPr lang="en-US" sz="1200" i="1" dirty="0">
                  <a:highlight>
                    <a:srgbClr val="DAA8A2"/>
                  </a:highlight>
                  <a:latin typeface="Tw Cen MT" panose="020B0602020104020603" pitchFamily="34" charset="0"/>
                </a:rPr>
                <a:t>you're driving</a:t>
              </a:r>
              <a:r>
                <a:rPr lang="en-US" sz="1200" i="1" dirty="0">
                  <a:latin typeface="Tw Cen MT" panose="020B0602020104020603" pitchFamily="34" charset="0"/>
                </a:rPr>
                <a:t>, you're looking, you're </a:t>
              </a:r>
              <a:r>
                <a:rPr lang="en-US" sz="1200" i="1" dirty="0">
                  <a:highlight>
                    <a:srgbClr val="DAA8A2"/>
                  </a:highlight>
                  <a:latin typeface="Tw Cen MT" panose="020B0602020104020603" pitchFamily="34" charset="0"/>
                </a:rPr>
                <a:t>concentrating, so it [PAV]) wouldn't get as tired.”</a:t>
              </a:r>
              <a:endParaRPr lang="en-AU" sz="1200" i="1" dirty="0">
                <a:highlight>
                  <a:srgbClr val="DAA8A2"/>
                </a:highlight>
                <a:latin typeface="Tw Cen MT" panose="020B0602020104020603" pitchFamily="34" charset="0"/>
              </a:endParaRPr>
            </a:p>
            <a:p>
              <a:pPr algn="ctr">
                <a:lnSpc>
                  <a:spcPct val="107000"/>
                </a:lnSpc>
                <a:buNone/>
              </a:pPr>
              <a:r>
                <a:rPr lang="en-US" sz="1200" dirty="0">
                  <a:latin typeface="Tw Cen MT" panose="020B0602020104020603" pitchFamily="34" charset="0"/>
                </a:rPr>
                <a:t>Female, 65 – 74</a:t>
              </a:r>
              <a:endParaRPr lang="en-AU" sz="1200" dirty="0">
                <a:latin typeface="Tw Cen MT" panose="020B0602020104020603" pitchFamily="34" charset="0"/>
              </a:endParaRPr>
            </a:p>
          </p:txBody>
        </p:sp>
      </p:grpSp>
    </p:spTree>
    <p:extLst>
      <p:ext uri="{BB962C8B-B14F-4D97-AF65-F5344CB8AC3E}">
        <p14:creationId xmlns:p14="http://schemas.microsoft.com/office/powerpoint/2010/main" val="1598561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3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FE9A8E-669D-4866-2DD7-34E78B111A0D}"/>
              </a:ext>
            </a:extLst>
          </p:cNvPr>
          <p:cNvSpPr>
            <a:spLocks noGrp="1" noRot="1" noMove="1" noResize="1" noEditPoints="1" noAdjustHandles="1" noChangeArrowheads="1" noChangeShapeType="1"/>
          </p:cNvSpPr>
          <p:nvPr>
            <p:ph idx="1"/>
          </p:nvPr>
        </p:nvSpPr>
        <p:spPr>
          <a:xfrm>
            <a:off x="457200" y="1019177"/>
            <a:ext cx="4114800" cy="3574799"/>
          </a:xfrm>
        </p:spPr>
        <p:txBody>
          <a:bodyPr>
            <a:normAutofit/>
          </a:bodyPr>
          <a:lstStyle/>
          <a:p>
            <a:pPr marL="0" indent="0">
              <a:buNone/>
            </a:pPr>
            <a:r>
              <a:rPr lang="en-US" sz="2000" b="1" dirty="0">
                <a:latin typeface="Tw Cen MT" panose="020B0602020104020603" pitchFamily="34" charset="0"/>
              </a:rPr>
              <a:t>Perceived Usefulness</a:t>
            </a:r>
          </a:p>
          <a:p>
            <a:pPr>
              <a:buFont typeface="Arial" panose="020B0604020202020204" pitchFamily="34" charset="0"/>
              <a:buChar char="•"/>
            </a:pPr>
            <a:r>
              <a:rPr lang="en-US" sz="1600" dirty="0">
                <a:solidFill>
                  <a:prstClr val="black"/>
                </a:solidFill>
                <a:latin typeface="Tw Cen MT" panose="020B0602020104020603" pitchFamily="34" charset="0"/>
              </a:rPr>
              <a:t>Transport safety (+/-)</a:t>
            </a:r>
          </a:p>
          <a:p>
            <a:pPr>
              <a:buFont typeface="Arial" panose="020B0604020202020204" pitchFamily="34" charset="0"/>
              <a:buChar char="•"/>
            </a:pPr>
            <a:r>
              <a:rPr lang="en-US" sz="1600" dirty="0">
                <a:solidFill>
                  <a:prstClr val="black"/>
                </a:solidFill>
                <a:latin typeface="Tw Cen MT" panose="020B0602020104020603" pitchFamily="34" charset="0"/>
              </a:rPr>
              <a:t>Personal safety (+/-)</a:t>
            </a:r>
          </a:p>
          <a:p>
            <a:pPr>
              <a:buFont typeface="Arial" panose="020B0604020202020204" pitchFamily="34" charset="0"/>
              <a:buChar char="•"/>
            </a:pPr>
            <a:r>
              <a:rPr lang="en-US" sz="1600" dirty="0">
                <a:solidFill>
                  <a:prstClr val="black"/>
                </a:solidFill>
                <a:latin typeface="Tw Cen MT" panose="020B0602020104020603" pitchFamily="34" charset="0"/>
              </a:rPr>
              <a:t>Personal security (-)</a:t>
            </a:r>
          </a:p>
          <a:p>
            <a:pPr>
              <a:buFont typeface="Arial" panose="020B0604020202020204" pitchFamily="34" charset="0"/>
              <a:buChar char="•"/>
            </a:pPr>
            <a:r>
              <a:rPr lang="en-US" sz="1600" dirty="0">
                <a:solidFill>
                  <a:prstClr val="black"/>
                </a:solidFill>
                <a:latin typeface="Tw Cen MT" panose="020B0602020104020603" pitchFamily="34" charset="0"/>
              </a:rPr>
              <a:t>Health safety (-)</a:t>
            </a:r>
          </a:p>
          <a:p>
            <a:pPr>
              <a:buFont typeface="Arial" panose="020B0604020202020204" pitchFamily="34" charset="0"/>
              <a:buChar char="•"/>
            </a:pPr>
            <a:r>
              <a:rPr lang="en-US" sz="1600" dirty="0">
                <a:solidFill>
                  <a:prstClr val="black"/>
                </a:solidFill>
                <a:latin typeface="Tw Cen MT" panose="020B0602020104020603" pitchFamily="34" charset="0"/>
              </a:rPr>
              <a:t>Exposure to travel-related scams (+)</a:t>
            </a:r>
          </a:p>
          <a:p>
            <a:pPr>
              <a:buFont typeface="Arial" panose="020B0604020202020204" pitchFamily="34" charset="0"/>
              <a:buChar char="•"/>
            </a:pPr>
            <a:r>
              <a:rPr lang="en-US" sz="1600" dirty="0">
                <a:solidFill>
                  <a:prstClr val="black"/>
                </a:solidFill>
                <a:latin typeface="Tw Cen MT" panose="020B0602020104020603" pitchFamily="34" charset="0"/>
              </a:rPr>
              <a:t>Opportunities for social interaction during travel (-)</a:t>
            </a:r>
          </a:p>
          <a:p>
            <a:pPr marL="0" indent="0">
              <a:buNone/>
            </a:pPr>
            <a:endParaRPr lang="en-US" sz="1600" b="1" dirty="0">
              <a:latin typeface="Tw Cen MT" panose="020B0602020104020603" pitchFamily="34" charset="0"/>
            </a:endParaRPr>
          </a:p>
        </p:txBody>
      </p:sp>
      <p:sp>
        <p:nvSpPr>
          <p:cNvPr id="33" name="Rectangle 32">
            <a:extLst>
              <a:ext uri="{FF2B5EF4-FFF2-40B4-BE49-F238E27FC236}">
                <a16:creationId xmlns:a16="http://schemas.microsoft.com/office/drawing/2014/main" id="{C34E4205-0FD2-AC12-5BA6-C38AB18BB607}"/>
              </a:ext>
            </a:extLst>
          </p:cNvPr>
          <p:cNvSpPr>
            <a:spLocks noGrp="1" noRot="1" noMove="1" noResize="1" noEditPoints="1" noAdjustHandles="1" noChangeArrowheads="1" noChangeShapeType="1"/>
          </p:cNvSpPr>
          <p:nvPr/>
        </p:nvSpPr>
        <p:spPr>
          <a:xfrm>
            <a:off x="4727972" y="0"/>
            <a:ext cx="4438040" cy="5143500"/>
          </a:xfrm>
          <a:prstGeom prst="rect">
            <a:avLst/>
          </a:prstGeom>
          <a:solidFill>
            <a:srgbClr val="224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AU" sz="1350" kern="1200" dirty="0">
              <a:solidFill>
                <a:prstClr val="white"/>
              </a:solidFill>
              <a:latin typeface="Arial"/>
            </a:endParaRPr>
          </a:p>
        </p:txBody>
      </p:sp>
      <p:grpSp>
        <p:nvGrpSpPr>
          <p:cNvPr id="5" name="Group 4">
            <a:extLst>
              <a:ext uri="{FF2B5EF4-FFF2-40B4-BE49-F238E27FC236}">
                <a16:creationId xmlns:a16="http://schemas.microsoft.com/office/drawing/2014/main" id="{FCF88C0F-C747-1433-FB8C-CF1DB210C227}"/>
              </a:ext>
            </a:extLst>
          </p:cNvPr>
          <p:cNvGrpSpPr>
            <a:grpSpLocks noGrp="1" noUngrp="1" noRot="1" noMove="1" noResize="1"/>
          </p:cNvGrpSpPr>
          <p:nvPr/>
        </p:nvGrpSpPr>
        <p:grpSpPr>
          <a:xfrm>
            <a:off x="4727972" y="0"/>
            <a:ext cx="4438040" cy="5143501"/>
            <a:chOff x="4727972" y="0"/>
            <a:chExt cx="4438040" cy="5143501"/>
          </a:xfrm>
        </p:grpSpPr>
        <p:pic>
          <p:nvPicPr>
            <p:cNvPr id="4" name="Graphic 3" descr="A wreath with pinecones and lights">
              <a:extLst>
                <a:ext uri="{FF2B5EF4-FFF2-40B4-BE49-F238E27FC236}">
                  <a16:creationId xmlns:a16="http://schemas.microsoft.com/office/drawing/2014/main" id="{008009CF-54B0-A011-78DD-2F89CA9B0A09}"/>
                </a:ext>
              </a:extLst>
            </p:cNvPr>
            <p:cNvPicPr>
              <a:picLocks noGrp="1" noRot="1" noChangeAspec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t="49914" r="50000"/>
            <a:stretch/>
          </p:blipFill>
          <p:spPr>
            <a:xfrm>
              <a:off x="8064000" y="0"/>
              <a:ext cx="1080000" cy="1081857"/>
            </a:xfrm>
            <a:prstGeom prst="rect">
              <a:avLst/>
            </a:prstGeom>
          </p:spPr>
        </p:pic>
        <p:pic>
          <p:nvPicPr>
            <p:cNvPr id="35" name="Graphic 34" descr="Bamboo and grasses">
              <a:extLst>
                <a:ext uri="{FF2B5EF4-FFF2-40B4-BE49-F238E27FC236}">
                  <a16:creationId xmlns:a16="http://schemas.microsoft.com/office/drawing/2014/main" id="{C375EABD-5993-C416-42BA-01CDFD983D25}"/>
                </a:ext>
              </a:extLst>
            </p:cNvPr>
            <p:cNvPicPr>
              <a:picLocks noGrp="1" noRo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l="53909"/>
            <a:stretch/>
          </p:blipFill>
          <p:spPr>
            <a:xfrm>
              <a:off x="4727972" y="3903608"/>
              <a:ext cx="1015970" cy="1239893"/>
            </a:xfrm>
            <a:prstGeom prst="rect">
              <a:avLst/>
            </a:prstGeom>
          </p:spPr>
        </p:pic>
        <p:pic>
          <p:nvPicPr>
            <p:cNvPr id="36" name="Graphic 35" descr="Bamboo and grasses">
              <a:extLst>
                <a:ext uri="{FF2B5EF4-FFF2-40B4-BE49-F238E27FC236}">
                  <a16:creationId xmlns:a16="http://schemas.microsoft.com/office/drawing/2014/main" id="{91216B7F-C693-CF57-4A58-A9518872ABF2}"/>
                </a:ext>
              </a:extLst>
            </p:cNvPr>
            <p:cNvPicPr>
              <a:picLocks noGrp="1" noRo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r="50000"/>
            <a:stretch/>
          </p:blipFill>
          <p:spPr>
            <a:xfrm>
              <a:off x="8063885" y="3903608"/>
              <a:ext cx="1102127" cy="1239893"/>
            </a:xfrm>
            <a:prstGeom prst="rect">
              <a:avLst/>
            </a:prstGeom>
          </p:spPr>
        </p:pic>
        <p:pic>
          <p:nvPicPr>
            <p:cNvPr id="37" name="Graphic 36" descr="An organic corner shape">
              <a:extLst>
                <a:ext uri="{FF2B5EF4-FFF2-40B4-BE49-F238E27FC236}">
                  <a16:creationId xmlns:a16="http://schemas.microsoft.com/office/drawing/2014/main" id="{FBABEFDD-3CE0-4453-92B2-0B92DB06645F}"/>
                </a:ext>
              </a:extLst>
            </p:cNvPr>
            <p:cNvPicPr>
              <a:picLocks noGrp="1" noRo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27972" y="0"/>
              <a:ext cx="1418807" cy="1418807"/>
            </a:xfrm>
            <a:prstGeom prst="rect">
              <a:avLst/>
            </a:prstGeom>
          </p:spPr>
        </p:pic>
      </p:grpSp>
      <p:sp>
        <p:nvSpPr>
          <p:cNvPr id="2" name="Title 1">
            <a:extLst>
              <a:ext uri="{FF2B5EF4-FFF2-40B4-BE49-F238E27FC236}">
                <a16:creationId xmlns:a16="http://schemas.microsoft.com/office/drawing/2014/main" id="{CF74DB7E-CFA7-340D-92D5-29F98B99F8DA}"/>
              </a:ext>
            </a:extLst>
          </p:cNvPr>
          <p:cNvSpPr>
            <a:spLocks noGrp="1" noRot="1" noMove="1" noResize="1" noEditPoints="1" noAdjustHandles="1" noChangeArrowheads="1" noChangeShapeType="1"/>
          </p:cNvSpPr>
          <p:nvPr>
            <p:ph type="title"/>
          </p:nvPr>
        </p:nvSpPr>
        <p:spPr/>
        <p:txBody>
          <a:bodyPr/>
          <a:lstStyle/>
          <a:p>
            <a:r>
              <a:rPr lang="en-AU" sz="2100" dirty="0">
                <a:solidFill>
                  <a:srgbClr val="1F487C"/>
                </a:solidFill>
              </a:rPr>
              <a:t>Findings: Shared AVs &amp; Autonomous </a:t>
            </a:r>
            <a:r>
              <a:rPr lang="en-AU" sz="2100" dirty="0">
                <a:solidFill>
                  <a:schemeClr val="bg1"/>
                </a:solidFill>
              </a:rPr>
              <a:t>Public Transport</a:t>
            </a:r>
          </a:p>
        </p:txBody>
      </p:sp>
      <p:grpSp>
        <p:nvGrpSpPr>
          <p:cNvPr id="45" name="Group 44">
            <a:extLst>
              <a:ext uri="{FF2B5EF4-FFF2-40B4-BE49-F238E27FC236}">
                <a16:creationId xmlns:a16="http://schemas.microsoft.com/office/drawing/2014/main" id="{DE940EDD-BA70-CB00-D4BC-68E8D8F50A9E}"/>
              </a:ext>
            </a:extLst>
          </p:cNvPr>
          <p:cNvGrpSpPr/>
          <p:nvPr/>
        </p:nvGrpSpPr>
        <p:grpSpPr>
          <a:xfrm>
            <a:off x="5340884" y="1627392"/>
            <a:ext cx="3212216" cy="1943482"/>
            <a:chOff x="5029357" y="1563158"/>
            <a:chExt cx="3212216" cy="1943482"/>
          </a:xfrm>
        </p:grpSpPr>
        <p:grpSp>
          <p:nvGrpSpPr>
            <p:cNvPr id="46" name="Group 45">
              <a:extLst>
                <a:ext uri="{FF2B5EF4-FFF2-40B4-BE49-F238E27FC236}">
                  <a16:creationId xmlns:a16="http://schemas.microsoft.com/office/drawing/2014/main" id="{02D07C0D-E027-094F-D429-213D68EA00EB}"/>
                </a:ext>
              </a:extLst>
            </p:cNvPr>
            <p:cNvGrpSpPr/>
            <p:nvPr/>
          </p:nvGrpSpPr>
          <p:grpSpPr>
            <a:xfrm>
              <a:off x="5029358" y="1563158"/>
              <a:ext cx="3212215" cy="693371"/>
              <a:chOff x="5029358" y="1563158"/>
              <a:chExt cx="3212215" cy="693371"/>
            </a:xfrm>
          </p:grpSpPr>
          <p:grpSp>
            <p:nvGrpSpPr>
              <p:cNvPr id="52" name="Group 51">
                <a:extLst>
                  <a:ext uri="{FF2B5EF4-FFF2-40B4-BE49-F238E27FC236}">
                    <a16:creationId xmlns:a16="http://schemas.microsoft.com/office/drawing/2014/main" id="{A1AE3617-29D5-2E14-E141-6FE3F8441717}"/>
                  </a:ext>
                </a:extLst>
              </p:cNvPr>
              <p:cNvGrpSpPr/>
              <p:nvPr/>
            </p:nvGrpSpPr>
            <p:grpSpPr>
              <a:xfrm>
                <a:off x="5029358" y="1739269"/>
                <a:ext cx="312344" cy="341149"/>
                <a:chOff x="11892632" y="9387553"/>
                <a:chExt cx="406328" cy="443801"/>
              </a:xfrm>
            </p:grpSpPr>
            <p:sp>
              <p:nvSpPr>
                <p:cNvPr id="54" name="Oval 53">
                  <a:extLst>
                    <a:ext uri="{FF2B5EF4-FFF2-40B4-BE49-F238E27FC236}">
                      <a16:creationId xmlns:a16="http://schemas.microsoft.com/office/drawing/2014/main" id="{464CA626-0336-6B8D-5AD3-CB6A0D1A3C33}"/>
                    </a:ext>
                  </a:extLst>
                </p:cNvPr>
                <p:cNvSpPr>
                  <a:spLocks/>
                </p:cNvSpPr>
                <p:nvPr/>
              </p:nvSpPr>
              <p:spPr>
                <a:xfrm>
                  <a:off x="11892632" y="9387553"/>
                  <a:ext cx="406328" cy="443801"/>
                </a:xfrm>
                <a:prstGeom prst="ellipse">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200">
                    <a:latin typeface="Tw Cen MT" panose="020B0602020104020603" pitchFamily="34" charset="0"/>
                  </a:endParaRPr>
                </a:p>
              </p:txBody>
            </p:sp>
            <p:pic>
              <p:nvPicPr>
                <p:cNvPr id="55" name="Graphic 595">
                  <a:extLst>
                    <a:ext uri="{FF2B5EF4-FFF2-40B4-BE49-F238E27FC236}">
                      <a16:creationId xmlns:a16="http://schemas.microsoft.com/office/drawing/2014/main" id="{E331DC19-307D-2F1B-994F-F68EB53275DD}"/>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11972239" y="9482219"/>
                  <a:ext cx="247114" cy="254468"/>
                </a:xfrm>
                <a:prstGeom prst="rect">
                  <a:avLst/>
                </a:prstGeom>
              </p:spPr>
            </p:pic>
          </p:grpSp>
          <p:sp>
            <p:nvSpPr>
              <p:cNvPr id="53" name="Speech Bubble: Rectangle with Corners Rounded 52">
                <a:extLst>
                  <a:ext uri="{FF2B5EF4-FFF2-40B4-BE49-F238E27FC236}">
                    <a16:creationId xmlns:a16="http://schemas.microsoft.com/office/drawing/2014/main" id="{593683EE-78A4-0DD1-E24D-7FCCB7B7E2B0}"/>
                  </a:ext>
                </a:extLst>
              </p:cNvPr>
              <p:cNvSpPr/>
              <p:nvPr/>
            </p:nvSpPr>
            <p:spPr>
              <a:xfrm>
                <a:off x="5548485" y="1563158"/>
                <a:ext cx="2693088" cy="693371"/>
              </a:xfrm>
              <a:prstGeom prst="wedgeRoundRectCallout">
                <a:avLst>
                  <a:gd name="adj1" fmla="val -60696"/>
                  <a:gd name="adj2" fmla="val -10830"/>
                  <a:gd name="adj3" fmla="val 16667"/>
                </a:avLst>
              </a:prstGeom>
              <a:solidFill>
                <a:srgbClr val="71A499"/>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en-US" sz="1200" i="1" dirty="0">
                    <a:solidFill>
                      <a:schemeClr val="lt1"/>
                    </a:solidFill>
                    <a:latin typeface="Tw Cen MT" panose="020B0602020104020603" pitchFamily="34" charset="0"/>
                  </a:rPr>
                  <a:t>“I suppose if there might be less accident. It even might be </a:t>
                </a:r>
                <a:r>
                  <a:rPr lang="en-US" sz="1200" i="1" dirty="0">
                    <a:solidFill>
                      <a:schemeClr val="lt1"/>
                    </a:solidFill>
                    <a:highlight>
                      <a:srgbClr val="DAA8A2"/>
                    </a:highlight>
                    <a:latin typeface="Tw Cen MT" panose="020B0602020104020603" pitchFamily="34" charset="0"/>
                  </a:rPr>
                  <a:t>more careful than us.”</a:t>
                </a:r>
                <a:endParaRPr lang="en-AU" sz="1200" dirty="0">
                  <a:solidFill>
                    <a:schemeClr val="lt1"/>
                  </a:solidFill>
                  <a:highlight>
                    <a:srgbClr val="DAA8A2"/>
                  </a:highlight>
                  <a:latin typeface="Tw Cen MT" panose="020B0602020104020603" pitchFamily="34" charset="0"/>
                </a:endParaRPr>
              </a:p>
              <a:p>
                <a:pPr algn="ctr"/>
                <a:r>
                  <a:rPr lang="en-AU" sz="1200" dirty="0">
                    <a:solidFill>
                      <a:schemeClr val="lt1"/>
                    </a:solidFill>
                    <a:latin typeface="Tw Cen MT" panose="020B0602020104020603" pitchFamily="34" charset="0"/>
                  </a:rPr>
                  <a:t>Male, 75+</a:t>
                </a:r>
              </a:p>
            </p:txBody>
          </p:sp>
        </p:grpSp>
        <p:grpSp>
          <p:nvGrpSpPr>
            <p:cNvPr id="47" name="Group 46">
              <a:extLst>
                <a:ext uri="{FF2B5EF4-FFF2-40B4-BE49-F238E27FC236}">
                  <a16:creationId xmlns:a16="http://schemas.microsoft.com/office/drawing/2014/main" id="{C1CDBDDA-7B91-E06E-6CD6-0D1D88584B25}"/>
                </a:ext>
              </a:extLst>
            </p:cNvPr>
            <p:cNvGrpSpPr/>
            <p:nvPr/>
          </p:nvGrpSpPr>
          <p:grpSpPr>
            <a:xfrm>
              <a:off x="5029357" y="2343920"/>
              <a:ext cx="3212216" cy="1162720"/>
              <a:chOff x="5029357" y="2343920"/>
              <a:chExt cx="3212216" cy="1162720"/>
            </a:xfrm>
          </p:grpSpPr>
          <p:grpSp>
            <p:nvGrpSpPr>
              <p:cNvPr id="48" name="Group 47">
                <a:extLst>
                  <a:ext uri="{FF2B5EF4-FFF2-40B4-BE49-F238E27FC236}">
                    <a16:creationId xmlns:a16="http://schemas.microsoft.com/office/drawing/2014/main" id="{39EBC372-F5B4-E68A-B90E-76CC7B5C1BCE}"/>
                  </a:ext>
                </a:extLst>
              </p:cNvPr>
              <p:cNvGrpSpPr/>
              <p:nvPr/>
            </p:nvGrpSpPr>
            <p:grpSpPr>
              <a:xfrm>
                <a:off x="7929230" y="2754704"/>
                <a:ext cx="312343" cy="341150"/>
                <a:chOff x="1947054" y="32641078"/>
                <a:chExt cx="828000" cy="828000"/>
              </a:xfrm>
            </p:grpSpPr>
            <p:sp>
              <p:nvSpPr>
                <p:cNvPr id="50" name="Oval 49">
                  <a:extLst>
                    <a:ext uri="{FF2B5EF4-FFF2-40B4-BE49-F238E27FC236}">
                      <a16:creationId xmlns:a16="http://schemas.microsoft.com/office/drawing/2014/main" id="{F42FBA8B-4A9F-60A3-F85F-68A67FD9FED5}"/>
                    </a:ext>
                  </a:extLst>
                </p:cNvPr>
                <p:cNvSpPr/>
                <p:nvPr/>
              </p:nvSpPr>
              <p:spPr>
                <a:xfrm>
                  <a:off x="1947054" y="32641078"/>
                  <a:ext cx="828000" cy="828000"/>
                </a:xfrm>
                <a:prstGeom prst="ellipse">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200">
                    <a:latin typeface="Tw Cen MT" panose="020B0602020104020603" pitchFamily="34" charset="0"/>
                  </a:endParaRPr>
                </a:p>
              </p:txBody>
            </p:sp>
            <p:pic>
              <p:nvPicPr>
                <p:cNvPr id="51" name="Graphic 50" descr="Person in wheelchair with solid fill">
                  <a:extLst>
                    <a:ext uri="{FF2B5EF4-FFF2-40B4-BE49-F238E27FC236}">
                      <a16:creationId xmlns:a16="http://schemas.microsoft.com/office/drawing/2014/main" id="{3422BBCB-4A95-48D1-9816-BF585FDDE4C5}"/>
                    </a:ext>
                  </a:extLst>
                </p:cNvPr>
                <p:cNvPicPr/>
                <p:nvPr/>
              </p:nvPicPr>
              <p:blipFill>
                <a:blip>
                  <a:extLst>
                    <a:ext uri="{96DAC541-7B7A-43D3-8B79-37D633B846F1}">
                      <asvg:svgBlip xmlns:asvg="http://schemas.microsoft.com/office/drawing/2016/SVG/main" r:embed="rId7"/>
                    </a:ext>
                  </a:extLst>
                </a:blip>
                <a:stretch>
                  <a:fillRect/>
                </a:stretch>
              </p:blipFill>
              <p:spPr>
                <a:xfrm flipH="1">
                  <a:off x="2109055" y="32803079"/>
                  <a:ext cx="504000" cy="504001"/>
                </a:xfrm>
                <a:prstGeom prst="rect">
                  <a:avLst/>
                </a:prstGeom>
              </p:spPr>
            </p:pic>
          </p:grpSp>
          <p:sp>
            <p:nvSpPr>
              <p:cNvPr id="49" name="Speech Bubble: Rectangle with Corners Rounded 48">
                <a:extLst>
                  <a:ext uri="{FF2B5EF4-FFF2-40B4-BE49-F238E27FC236}">
                    <a16:creationId xmlns:a16="http://schemas.microsoft.com/office/drawing/2014/main" id="{1725884F-A2B3-4C0A-6D77-B34312BA51BD}"/>
                  </a:ext>
                </a:extLst>
              </p:cNvPr>
              <p:cNvSpPr/>
              <p:nvPr/>
            </p:nvSpPr>
            <p:spPr>
              <a:xfrm>
                <a:off x="5029357" y="2343920"/>
                <a:ext cx="2670909" cy="1162720"/>
              </a:xfrm>
              <a:prstGeom prst="wedgeRoundRectCallout">
                <a:avLst>
                  <a:gd name="adj1" fmla="val 60122"/>
                  <a:gd name="adj2" fmla="val -7123"/>
                  <a:gd name="adj3" fmla="val 16667"/>
                </a:avLst>
              </a:prstGeom>
              <a:solidFill>
                <a:srgbClr val="E6462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lnSpc>
                    <a:spcPct val="107000"/>
                  </a:lnSpc>
                  <a:buNone/>
                </a:pPr>
                <a:r>
                  <a:rPr lang="en-US" sz="1200" i="1" dirty="0">
                    <a:latin typeface="Tw Cen MT" panose="020B0602020104020603" pitchFamily="34" charset="0"/>
                  </a:rPr>
                  <a:t>“I wouldn’t put that on an expressway with all the man drivers that we’ve got… Because there was a </a:t>
                </a:r>
                <a:r>
                  <a:rPr lang="en-US" sz="1200" i="1" dirty="0">
                    <a:highlight>
                      <a:srgbClr val="8F9EC9"/>
                    </a:highlight>
                    <a:latin typeface="Tw Cen MT" panose="020B0602020104020603" pitchFamily="34" charset="0"/>
                  </a:rPr>
                  <a:t>Tesla … knocked out </a:t>
                </a:r>
                <a:r>
                  <a:rPr lang="en-US" sz="1200" i="1" dirty="0">
                    <a:latin typeface="Tw Cen MT" panose="020B0602020104020603" pitchFamily="34" charset="0"/>
                  </a:rPr>
                  <a:t>three cars”</a:t>
                </a:r>
                <a:endParaRPr lang="en-AU" sz="1200" i="1" dirty="0">
                  <a:latin typeface="Tw Cen MT" panose="020B0602020104020603" pitchFamily="34" charset="0"/>
                </a:endParaRPr>
              </a:p>
              <a:p>
                <a:pPr algn="ctr">
                  <a:lnSpc>
                    <a:spcPct val="107000"/>
                  </a:lnSpc>
                  <a:buNone/>
                </a:pPr>
                <a:r>
                  <a:rPr lang="en-AU" sz="1200" dirty="0">
                    <a:latin typeface="Tw Cen MT" panose="020B0602020104020603" pitchFamily="34" charset="0"/>
                  </a:rPr>
                  <a:t>Female, 75+, Disabled (Physical)</a:t>
                </a:r>
              </a:p>
            </p:txBody>
          </p:sp>
        </p:grpSp>
      </p:grpSp>
      <p:grpSp>
        <p:nvGrpSpPr>
          <p:cNvPr id="15" name="Group 14">
            <a:extLst>
              <a:ext uri="{FF2B5EF4-FFF2-40B4-BE49-F238E27FC236}">
                <a16:creationId xmlns:a16="http://schemas.microsoft.com/office/drawing/2014/main" id="{260203FD-EAA8-B959-7C05-5C0DD3583135}"/>
              </a:ext>
            </a:extLst>
          </p:cNvPr>
          <p:cNvGrpSpPr/>
          <p:nvPr/>
        </p:nvGrpSpPr>
        <p:grpSpPr>
          <a:xfrm>
            <a:off x="5340884" y="714626"/>
            <a:ext cx="3212216" cy="3714248"/>
            <a:chOff x="5103194" y="1537374"/>
            <a:chExt cx="3212216" cy="3714248"/>
          </a:xfrm>
        </p:grpSpPr>
        <p:grpSp>
          <p:nvGrpSpPr>
            <p:cNvPr id="16" name="Group 15">
              <a:extLst>
                <a:ext uri="{FF2B5EF4-FFF2-40B4-BE49-F238E27FC236}">
                  <a16:creationId xmlns:a16="http://schemas.microsoft.com/office/drawing/2014/main" id="{1A2F6EC8-2B06-801E-AC62-9D9F027DA2FE}"/>
                </a:ext>
              </a:extLst>
            </p:cNvPr>
            <p:cNvGrpSpPr/>
            <p:nvPr/>
          </p:nvGrpSpPr>
          <p:grpSpPr>
            <a:xfrm>
              <a:off x="5103195" y="1537374"/>
              <a:ext cx="3212215" cy="1381361"/>
              <a:chOff x="5029358" y="1219164"/>
              <a:chExt cx="3212215" cy="1381361"/>
            </a:xfrm>
          </p:grpSpPr>
          <p:grpSp>
            <p:nvGrpSpPr>
              <p:cNvPr id="26" name="Group 25">
                <a:extLst>
                  <a:ext uri="{FF2B5EF4-FFF2-40B4-BE49-F238E27FC236}">
                    <a16:creationId xmlns:a16="http://schemas.microsoft.com/office/drawing/2014/main" id="{652129C6-3733-9479-D01B-98B90B284BF7}"/>
                  </a:ext>
                </a:extLst>
              </p:cNvPr>
              <p:cNvGrpSpPr/>
              <p:nvPr/>
            </p:nvGrpSpPr>
            <p:grpSpPr>
              <a:xfrm>
                <a:off x="5029358" y="1739269"/>
                <a:ext cx="312344" cy="341149"/>
                <a:chOff x="11892632" y="9387553"/>
                <a:chExt cx="406328" cy="443801"/>
              </a:xfrm>
            </p:grpSpPr>
            <p:sp>
              <p:nvSpPr>
                <p:cNvPr id="28" name="Oval 27">
                  <a:extLst>
                    <a:ext uri="{FF2B5EF4-FFF2-40B4-BE49-F238E27FC236}">
                      <a16:creationId xmlns:a16="http://schemas.microsoft.com/office/drawing/2014/main" id="{4DF14266-73EB-8BEE-1EBC-EB75D778216C}"/>
                    </a:ext>
                  </a:extLst>
                </p:cNvPr>
                <p:cNvSpPr>
                  <a:spLocks/>
                </p:cNvSpPr>
                <p:nvPr/>
              </p:nvSpPr>
              <p:spPr>
                <a:xfrm>
                  <a:off x="11892632" y="9387553"/>
                  <a:ext cx="406328" cy="443801"/>
                </a:xfrm>
                <a:prstGeom prst="ellipse">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200">
                    <a:latin typeface="Tw Cen MT" panose="020B0602020104020603" pitchFamily="34" charset="0"/>
                  </a:endParaRPr>
                </a:p>
              </p:txBody>
            </p:sp>
            <p:pic>
              <p:nvPicPr>
                <p:cNvPr id="29" name="Graphic 595">
                  <a:extLst>
                    <a:ext uri="{FF2B5EF4-FFF2-40B4-BE49-F238E27FC236}">
                      <a16:creationId xmlns:a16="http://schemas.microsoft.com/office/drawing/2014/main" id="{D78B1181-0EE2-C6C2-8E29-66ED2A234272}"/>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11972239" y="9482219"/>
                  <a:ext cx="247114" cy="254468"/>
                </a:xfrm>
                <a:prstGeom prst="rect">
                  <a:avLst/>
                </a:prstGeom>
              </p:spPr>
            </p:pic>
          </p:grpSp>
          <p:sp>
            <p:nvSpPr>
              <p:cNvPr id="27" name="Speech Bubble: Rectangle with Corners Rounded 26">
                <a:extLst>
                  <a:ext uri="{FF2B5EF4-FFF2-40B4-BE49-F238E27FC236}">
                    <a16:creationId xmlns:a16="http://schemas.microsoft.com/office/drawing/2014/main" id="{85B886C9-1877-9A5D-A70C-64D332514CBA}"/>
                  </a:ext>
                </a:extLst>
              </p:cNvPr>
              <p:cNvSpPr/>
              <p:nvPr/>
            </p:nvSpPr>
            <p:spPr>
              <a:xfrm>
                <a:off x="5548485" y="1219164"/>
                <a:ext cx="2693088" cy="1381361"/>
              </a:xfrm>
              <a:prstGeom prst="wedgeRoundRectCallout">
                <a:avLst>
                  <a:gd name="adj1" fmla="val -62677"/>
                  <a:gd name="adj2" fmla="val -3158"/>
                  <a:gd name="adj3" fmla="val 16667"/>
                </a:avLst>
              </a:prstGeom>
              <a:solidFill>
                <a:srgbClr val="71A499"/>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lnSpc>
                    <a:spcPct val="107000"/>
                  </a:lnSpc>
                  <a:buNone/>
                </a:pPr>
                <a:r>
                  <a:rPr lang="en-US" sz="1200" i="1" dirty="0">
                    <a:effectLst/>
                    <a:latin typeface="Tw Cen MT" panose="020B0602020104020603" pitchFamily="34" charset="0"/>
                    <a:ea typeface="Aptos" panose="020B0004020202020204" pitchFamily="34" charset="0"/>
                    <a:cs typeface="Times New Roman" panose="02020603050405020304" pitchFamily="18" charset="0"/>
                  </a:rPr>
                  <a:t>“It would give you more time to load and get yourself set up and attach to whatever you need to be. You’re the one who actually direct it. So, you have </a:t>
                </a:r>
                <a:r>
                  <a:rPr lang="en-US" sz="1200" i="1" dirty="0">
                    <a:effectLst/>
                    <a:highlight>
                      <a:srgbClr val="DAA8A2"/>
                    </a:highlight>
                    <a:latin typeface="Tw Cen MT" panose="020B0602020104020603" pitchFamily="34" charset="0"/>
                    <a:ea typeface="Aptos" panose="020B0004020202020204" pitchFamily="34" charset="0"/>
                    <a:cs typeface="Times New Roman" panose="02020603050405020304" pitchFamily="18" charset="0"/>
                  </a:rPr>
                  <a:t>control in </a:t>
                </a:r>
                <a:r>
                  <a:rPr lang="en-US" sz="1200" i="1" dirty="0">
                    <a:effectLst/>
                    <a:latin typeface="Tw Cen MT" panose="020B0602020104020603" pitchFamily="34" charset="0"/>
                    <a:ea typeface="Aptos" panose="020B0004020202020204" pitchFamily="34" charset="0"/>
                    <a:cs typeface="Times New Roman" panose="02020603050405020304" pitchFamily="18" charset="0"/>
                  </a:rPr>
                  <a:t>that way, the getting on and getting off”</a:t>
                </a:r>
                <a:endParaRPr lang="en-AU" sz="1200" i="1" dirty="0">
                  <a:effectLst/>
                  <a:latin typeface="Tw Cen MT" panose="020B0602020104020603" pitchFamily="34" charset="0"/>
                  <a:ea typeface="Aptos" panose="020B0004020202020204" pitchFamily="34" charset="0"/>
                  <a:cs typeface="Times New Roman" panose="02020603050405020304" pitchFamily="18" charset="0"/>
                </a:endParaRPr>
              </a:p>
              <a:p>
                <a:pPr algn="ctr">
                  <a:lnSpc>
                    <a:spcPct val="107000"/>
                  </a:lnSpc>
                  <a:buNone/>
                </a:pPr>
                <a:r>
                  <a:rPr lang="en-US" sz="1200" dirty="0">
                    <a:effectLst/>
                    <a:latin typeface="Tw Cen MT" panose="020B0602020104020603" pitchFamily="34" charset="0"/>
                    <a:ea typeface="Aptos" panose="020B0004020202020204" pitchFamily="34" charset="0"/>
                    <a:cs typeface="Times New Roman" panose="02020603050405020304" pitchFamily="18" charset="0"/>
                  </a:rPr>
                  <a:t>Female, 65 – 74, Disabled (Physical)</a:t>
                </a:r>
                <a:endParaRPr lang="en-AU" sz="1200" dirty="0">
                  <a:effectLst/>
                  <a:latin typeface="Tw Cen MT" panose="020B0602020104020603" pitchFamily="34" charset="0"/>
                  <a:ea typeface="Aptos" panose="020B0004020202020204" pitchFamily="34" charset="0"/>
                  <a:cs typeface="Times New Roman" panose="02020603050405020304" pitchFamily="18" charset="0"/>
                </a:endParaRPr>
              </a:p>
            </p:txBody>
          </p:sp>
        </p:grpSp>
        <p:grpSp>
          <p:nvGrpSpPr>
            <p:cNvPr id="17" name="Group 16">
              <a:extLst>
                <a:ext uri="{FF2B5EF4-FFF2-40B4-BE49-F238E27FC236}">
                  <a16:creationId xmlns:a16="http://schemas.microsoft.com/office/drawing/2014/main" id="{E5D809D7-1C9F-334F-61D8-1C89B7F32B2B}"/>
                </a:ext>
              </a:extLst>
            </p:cNvPr>
            <p:cNvGrpSpPr/>
            <p:nvPr/>
          </p:nvGrpSpPr>
          <p:grpSpPr>
            <a:xfrm>
              <a:off x="5103194" y="2995695"/>
              <a:ext cx="3212216" cy="2255927"/>
              <a:chOff x="5029357" y="2247145"/>
              <a:chExt cx="3212216" cy="2255927"/>
            </a:xfrm>
          </p:grpSpPr>
          <p:grpSp>
            <p:nvGrpSpPr>
              <p:cNvPr id="18" name="Group 17" hidden="1">
                <a:extLst>
                  <a:ext uri="{FF2B5EF4-FFF2-40B4-BE49-F238E27FC236}">
                    <a16:creationId xmlns:a16="http://schemas.microsoft.com/office/drawing/2014/main" id="{84137422-11E0-F721-C420-502FE9B332F0}"/>
                  </a:ext>
                </a:extLst>
              </p:cNvPr>
              <p:cNvGrpSpPr/>
              <p:nvPr/>
            </p:nvGrpSpPr>
            <p:grpSpPr>
              <a:xfrm>
                <a:off x="7929230" y="3204540"/>
                <a:ext cx="312343" cy="341150"/>
                <a:chOff x="1947054" y="33732830"/>
                <a:chExt cx="828000" cy="827999"/>
              </a:xfrm>
            </p:grpSpPr>
            <p:sp>
              <p:nvSpPr>
                <p:cNvPr id="20" name="Oval 19">
                  <a:extLst>
                    <a:ext uri="{FF2B5EF4-FFF2-40B4-BE49-F238E27FC236}">
                      <a16:creationId xmlns:a16="http://schemas.microsoft.com/office/drawing/2014/main" id="{7B0F540C-4309-9E33-61F1-4CEE00E645C0}"/>
                    </a:ext>
                  </a:extLst>
                </p:cNvPr>
                <p:cNvSpPr/>
                <p:nvPr/>
              </p:nvSpPr>
              <p:spPr>
                <a:xfrm>
                  <a:off x="1947054" y="33732830"/>
                  <a:ext cx="828000" cy="827999"/>
                </a:xfrm>
                <a:prstGeom prst="ellipse">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200">
                    <a:latin typeface="Tw Cen MT" panose="020B0602020104020603" pitchFamily="34" charset="0"/>
                  </a:endParaRPr>
                </a:p>
              </p:txBody>
            </p:sp>
            <p:pic>
              <p:nvPicPr>
                <p:cNvPr id="21" name="Graphic 20" descr="Person in wheelchair with solid fill">
                  <a:extLst>
                    <a:ext uri="{FF2B5EF4-FFF2-40B4-BE49-F238E27FC236}">
                      <a16:creationId xmlns:a16="http://schemas.microsoft.com/office/drawing/2014/main" id="{AC279375-9D27-EC26-2671-BB33136ADF52}"/>
                    </a:ext>
                  </a:extLst>
                </p:cNvPr>
                <p:cNvPicPr/>
                <p:nvPr/>
              </p:nvPicPr>
              <p:blipFill>
                <a:blip>
                  <a:extLst>
                    <a:ext uri="{96DAC541-7B7A-43D3-8B79-37D633B846F1}">
                      <asvg:svgBlip xmlns:asvg="http://schemas.microsoft.com/office/drawing/2016/SVG/main" r:embed="rId7"/>
                    </a:ext>
                  </a:extLst>
                </a:blip>
                <a:stretch>
                  <a:fillRect/>
                </a:stretch>
              </p:blipFill>
              <p:spPr>
                <a:xfrm flipH="1">
                  <a:off x="2109055" y="33894849"/>
                  <a:ext cx="504000" cy="504001"/>
                </a:xfrm>
                <a:prstGeom prst="rect">
                  <a:avLst/>
                </a:prstGeom>
              </p:spPr>
            </p:pic>
          </p:grpSp>
          <p:sp>
            <p:nvSpPr>
              <p:cNvPr id="19" name="Speech Bubble: Rectangle with Corners Rounded 18">
                <a:extLst>
                  <a:ext uri="{FF2B5EF4-FFF2-40B4-BE49-F238E27FC236}">
                    <a16:creationId xmlns:a16="http://schemas.microsoft.com/office/drawing/2014/main" id="{7783C403-C779-B43C-190F-8E66E7AA8D56}"/>
                  </a:ext>
                </a:extLst>
              </p:cNvPr>
              <p:cNvSpPr/>
              <p:nvPr/>
            </p:nvSpPr>
            <p:spPr>
              <a:xfrm>
                <a:off x="5029357" y="2247145"/>
                <a:ext cx="2670909" cy="2255927"/>
              </a:xfrm>
              <a:prstGeom prst="wedgeRoundRectCallout">
                <a:avLst>
                  <a:gd name="adj1" fmla="val 60122"/>
                  <a:gd name="adj2" fmla="val -7123"/>
                  <a:gd name="adj3" fmla="val 16667"/>
                </a:avLst>
              </a:prstGeom>
              <a:solidFill>
                <a:srgbClr val="E6462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lnSpc>
                    <a:spcPct val="107000"/>
                  </a:lnSpc>
                  <a:buNone/>
                </a:pPr>
                <a:r>
                  <a:rPr lang="en-US" sz="1200" i="1" dirty="0">
                    <a:effectLst/>
                    <a:latin typeface="Tw Cen MT" panose="020B0602020104020603" pitchFamily="34" charset="0"/>
                    <a:ea typeface="Aptos" panose="020B0004020202020204" pitchFamily="34" charset="0"/>
                    <a:cs typeface="Times New Roman" panose="02020603050405020304" pitchFamily="18" charset="0"/>
                  </a:rPr>
                  <a:t>“If you’re getting on with walker and use that ramp to get up, </a:t>
                </a:r>
                <a:r>
                  <a:rPr lang="en-US" sz="1200" i="1" dirty="0">
                    <a:effectLst/>
                    <a:highlight>
                      <a:srgbClr val="8F9EC9"/>
                    </a:highlight>
                    <a:latin typeface="Tw Cen MT" panose="020B0602020104020603" pitchFamily="34" charset="0"/>
                    <a:ea typeface="Aptos" panose="020B0004020202020204" pitchFamily="34" charset="0"/>
                    <a:cs typeface="Times New Roman" panose="02020603050405020304" pitchFamily="18" charset="0"/>
                  </a:rPr>
                  <a:t>it’s nice to know that there’s somebody watching you and assisting you if necessary</a:t>
                </a:r>
                <a:r>
                  <a:rPr lang="en-US" sz="1200" i="1" dirty="0">
                    <a:effectLst/>
                    <a:latin typeface="Tw Cen MT" panose="020B0602020104020603" pitchFamily="34" charset="0"/>
                    <a:ea typeface="Aptos" panose="020B0004020202020204" pitchFamily="34" charset="0"/>
                    <a:cs typeface="Times New Roman" panose="02020603050405020304" pitchFamily="18" charset="0"/>
                  </a:rPr>
                  <a:t>, … that incline can be enough to make it very difficult for some people on walkers, and it might be a case of losing your balance … , or I don’t think that’s going to save you, whereas having the driver there.”</a:t>
                </a:r>
                <a:endParaRPr lang="en-AU" sz="1200" i="1" dirty="0">
                  <a:effectLst/>
                  <a:latin typeface="Tw Cen MT" panose="020B0602020104020603" pitchFamily="34" charset="0"/>
                  <a:ea typeface="Aptos" panose="020B0004020202020204" pitchFamily="34" charset="0"/>
                  <a:cs typeface="Times New Roman" panose="02020603050405020304" pitchFamily="18" charset="0"/>
                </a:endParaRPr>
              </a:p>
              <a:p>
                <a:pPr algn="ctr">
                  <a:lnSpc>
                    <a:spcPct val="107000"/>
                  </a:lnSpc>
                  <a:buNone/>
                </a:pPr>
                <a:r>
                  <a:rPr lang="en-US" sz="1200" i="1" dirty="0">
                    <a:effectLst/>
                    <a:latin typeface="Tw Cen MT" panose="020B0602020104020603" pitchFamily="34" charset="0"/>
                    <a:ea typeface="Aptos" panose="020B0004020202020204" pitchFamily="34" charset="0"/>
                    <a:cs typeface="Times New Roman" panose="02020603050405020304" pitchFamily="18" charset="0"/>
                  </a:rPr>
                  <a:t>Female, 75+, Disabled (Physical)</a:t>
                </a:r>
                <a:endParaRPr lang="en-AU" sz="1200" dirty="0">
                  <a:effectLst/>
                  <a:latin typeface="Tw Cen MT" panose="020B0602020104020603" pitchFamily="34" charset="0"/>
                  <a:ea typeface="Aptos" panose="020B0004020202020204" pitchFamily="34" charset="0"/>
                  <a:cs typeface="Times New Roman" panose="02020603050405020304" pitchFamily="18" charset="0"/>
                </a:endParaRPr>
              </a:p>
            </p:txBody>
          </p:sp>
        </p:grpSp>
      </p:grpSp>
      <p:grpSp>
        <p:nvGrpSpPr>
          <p:cNvPr id="6" name="Group 5">
            <a:extLst>
              <a:ext uri="{FF2B5EF4-FFF2-40B4-BE49-F238E27FC236}">
                <a16:creationId xmlns:a16="http://schemas.microsoft.com/office/drawing/2014/main" id="{1341849B-5061-B1CD-E2B8-7DEF5FF7BDAF}"/>
              </a:ext>
            </a:extLst>
          </p:cNvPr>
          <p:cNvGrpSpPr/>
          <p:nvPr/>
        </p:nvGrpSpPr>
        <p:grpSpPr>
          <a:xfrm>
            <a:off x="5340884" y="2127094"/>
            <a:ext cx="3212216" cy="944078"/>
            <a:chOff x="762000" y="4020697"/>
            <a:chExt cx="3212216" cy="944078"/>
          </a:xfrm>
        </p:grpSpPr>
        <p:sp>
          <p:nvSpPr>
            <p:cNvPr id="30" name="Speech Bubble: Rectangle with Corners Rounded 29">
              <a:extLst>
                <a:ext uri="{FF2B5EF4-FFF2-40B4-BE49-F238E27FC236}">
                  <a16:creationId xmlns:a16="http://schemas.microsoft.com/office/drawing/2014/main" id="{0EAB6407-4A19-FE85-8AB5-DCA33E23DCD0}"/>
                </a:ext>
              </a:extLst>
            </p:cNvPr>
            <p:cNvSpPr/>
            <p:nvPr/>
          </p:nvSpPr>
          <p:spPr>
            <a:xfrm>
              <a:off x="762000" y="4020697"/>
              <a:ext cx="2670909" cy="944078"/>
            </a:xfrm>
            <a:prstGeom prst="wedgeRoundRectCallout">
              <a:avLst>
                <a:gd name="adj1" fmla="val 60122"/>
                <a:gd name="adj2" fmla="val -7123"/>
                <a:gd name="adj3" fmla="val 16667"/>
              </a:avLst>
            </a:prstGeom>
            <a:solidFill>
              <a:srgbClr val="E6462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lnSpc>
                  <a:spcPct val="107000"/>
                </a:lnSpc>
                <a:buNone/>
              </a:pPr>
              <a:r>
                <a:rPr lang="en-US" sz="1200" i="1" dirty="0">
                  <a:effectLst/>
                  <a:latin typeface="Tw Cen MT" panose="020B0602020104020603" pitchFamily="34" charset="0"/>
                  <a:ea typeface="Aptos" panose="020B0004020202020204" pitchFamily="34" charset="0"/>
                  <a:cs typeface="Times New Roman" panose="02020603050405020304" pitchFamily="18" charset="0"/>
                </a:rPr>
                <a:t>“If I was in a car with somebody I didn’t know, </a:t>
              </a:r>
              <a:r>
                <a:rPr lang="en-US" sz="1200" i="1" dirty="0">
                  <a:effectLst/>
                  <a:highlight>
                    <a:srgbClr val="8F9EC9"/>
                  </a:highlight>
                  <a:latin typeface="Tw Cen MT" panose="020B0602020104020603" pitchFamily="34" charset="0"/>
                  <a:ea typeface="Aptos" panose="020B0004020202020204" pitchFamily="34" charset="0"/>
                  <a:cs typeface="Times New Roman" panose="02020603050405020304" pitchFamily="18" charset="0"/>
                </a:rPr>
                <a:t>with no one else</a:t>
              </a:r>
              <a:r>
                <a:rPr lang="en-US" sz="1200" i="1" dirty="0">
                  <a:effectLst/>
                  <a:latin typeface="Tw Cen MT" panose="020B0602020104020603" pitchFamily="34" charset="0"/>
                  <a:ea typeface="Aptos" panose="020B0004020202020204" pitchFamily="34" charset="0"/>
                  <a:cs typeface="Times New Roman" panose="02020603050405020304" pitchFamily="18" charset="0"/>
                </a:rPr>
                <a:t>, I don’t think I’d like that. I think I’d feel a bit </a:t>
              </a:r>
              <a:r>
                <a:rPr lang="en-US" sz="1200" i="1" dirty="0">
                  <a:effectLst/>
                  <a:highlight>
                    <a:srgbClr val="8F9EC9"/>
                  </a:highlight>
                  <a:latin typeface="Tw Cen MT" panose="020B0602020104020603" pitchFamily="34" charset="0"/>
                  <a:ea typeface="Aptos" panose="020B0004020202020204" pitchFamily="34" charset="0"/>
                  <a:cs typeface="Times New Roman" panose="02020603050405020304" pitchFamily="18" charset="0"/>
                </a:rPr>
                <a:t>vulnerable</a:t>
              </a:r>
              <a:r>
                <a:rPr lang="en-US" sz="1200" i="1" dirty="0">
                  <a:effectLst/>
                  <a:latin typeface="Tw Cen MT" panose="020B0602020104020603" pitchFamily="34" charset="0"/>
                  <a:ea typeface="Aptos" panose="020B0004020202020204" pitchFamily="34" charset="0"/>
                  <a:cs typeface="Times New Roman" panose="02020603050405020304" pitchFamily="18" charset="0"/>
                </a:rPr>
                <a:t>”</a:t>
              </a:r>
              <a:endParaRPr lang="en-AU" sz="1200" i="1" dirty="0">
                <a:effectLst/>
                <a:latin typeface="Tw Cen MT" panose="020B0602020104020603" pitchFamily="34" charset="0"/>
                <a:ea typeface="Aptos" panose="020B0004020202020204" pitchFamily="34" charset="0"/>
                <a:cs typeface="Times New Roman" panose="02020603050405020304" pitchFamily="18" charset="0"/>
              </a:endParaRPr>
            </a:p>
            <a:p>
              <a:pPr algn="ctr">
                <a:lnSpc>
                  <a:spcPct val="107000"/>
                </a:lnSpc>
                <a:buNone/>
              </a:pPr>
              <a:r>
                <a:rPr lang="en-US" sz="1200" dirty="0">
                  <a:effectLst/>
                  <a:latin typeface="Tw Cen MT" panose="020B0602020104020603" pitchFamily="34" charset="0"/>
                  <a:ea typeface="Aptos" panose="020B0004020202020204" pitchFamily="34" charset="0"/>
                  <a:cs typeface="Times New Roman" panose="02020603050405020304" pitchFamily="18" charset="0"/>
                </a:rPr>
                <a:t>Female, 65 – 74</a:t>
              </a:r>
              <a:endParaRPr lang="en-AU" sz="1200" dirty="0">
                <a:effectLst/>
                <a:latin typeface="Tw Cen MT" panose="020B0602020104020603" pitchFamily="34" charset="0"/>
                <a:ea typeface="Aptos" panose="020B0004020202020204" pitchFamily="34" charset="0"/>
                <a:cs typeface="Times New Roman" panose="02020603050405020304" pitchFamily="18" charset="0"/>
              </a:endParaRPr>
            </a:p>
          </p:txBody>
        </p:sp>
        <p:grpSp>
          <p:nvGrpSpPr>
            <p:cNvPr id="7" name="Group 6">
              <a:extLst>
                <a:ext uri="{FF2B5EF4-FFF2-40B4-BE49-F238E27FC236}">
                  <a16:creationId xmlns:a16="http://schemas.microsoft.com/office/drawing/2014/main" id="{5620E502-6731-FBF1-0AF0-B06D18162009}"/>
                </a:ext>
              </a:extLst>
            </p:cNvPr>
            <p:cNvGrpSpPr/>
            <p:nvPr/>
          </p:nvGrpSpPr>
          <p:grpSpPr>
            <a:xfrm>
              <a:off x="3661873" y="4322161"/>
              <a:ext cx="312343" cy="341150"/>
              <a:chOff x="3661873" y="4322161"/>
              <a:chExt cx="312343" cy="341150"/>
            </a:xfrm>
          </p:grpSpPr>
          <p:sp>
            <p:nvSpPr>
              <p:cNvPr id="31" name="Oval 30">
                <a:extLst>
                  <a:ext uri="{FF2B5EF4-FFF2-40B4-BE49-F238E27FC236}">
                    <a16:creationId xmlns:a16="http://schemas.microsoft.com/office/drawing/2014/main" id="{FAADEC6E-00CB-CCA5-38FB-36D695A658B8}"/>
                  </a:ext>
                </a:extLst>
              </p:cNvPr>
              <p:cNvSpPr/>
              <p:nvPr/>
            </p:nvSpPr>
            <p:spPr>
              <a:xfrm>
                <a:off x="3661873" y="4322161"/>
                <a:ext cx="312343" cy="341150"/>
              </a:xfrm>
              <a:prstGeom prst="ellipse">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200">
                  <a:latin typeface="Tw Cen MT" panose="020B0602020104020603" pitchFamily="34" charset="0"/>
                </a:endParaRPr>
              </a:p>
            </p:txBody>
          </p:sp>
          <p:pic>
            <p:nvPicPr>
              <p:cNvPr id="8" name="Graphic 595">
                <a:extLst>
                  <a:ext uri="{FF2B5EF4-FFF2-40B4-BE49-F238E27FC236}">
                    <a16:creationId xmlns:a16="http://schemas.microsoft.com/office/drawing/2014/main" id="{BCBE9679-FEF4-D155-86A6-7B14E52C9D31}"/>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flipH="1">
                <a:off x="3723066" y="4392017"/>
                <a:ext cx="189956" cy="195609"/>
              </a:xfrm>
              <a:prstGeom prst="rect">
                <a:avLst/>
              </a:prstGeom>
            </p:spPr>
          </p:pic>
        </p:grpSp>
      </p:grpSp>
      <p:grpSp>
        <p:nvGrpSpPr>
          <p:cNvPr id="40" name="Group 39">
            <a:extLst>
              <a:ext uri="{FF2B5EF4-FFF2-40B4-BE49-F238E27FC236}">
                <a16:creationId xmlns:a16="http://schemas.microsoft.com/office/drawing/2014/main" id="{E24BEE6E-EC67-054F-FF33-9CDBB41C6E2B}"/>
              </a:ext>
            </a:extLst>
          </p:cNvPr>
          <p:cNvGrpSpPr/>
          <p:nvPr/>
        </p:nvGrpSpPr>
        <p:grpSpPr>
          <a:xfrm>
            <a:off x="5327861" y="1908453"/>
            <a:ext cx="3238262" cy="1381361"/>
            <a:chOff x="5077148" y="3508351"/>
            <a:chExt cx="3238262" cy="1381361"/>
          </a:xfrm>
        </p:grpSpPr>
        <p:grpSp>
          <p:nvGrpSpPr>
            <p:cNvPr id="41" name="Group 40">
              <a:extLst>
                <a:ext uri="{FF2B5EF4-FFF2-40B4-BE49-F238E27FC236}">
                  <a16:creationId xmlns:a16="http://schemas.microsoft.com/office/drawing/2014/main" id="{8BF52310-CA2C-B33F-14F9-4A1B6F51292A}"/>
                </a:ext>
              </a:extLst>
            </p:cNvPr>
            <p:cNvGrpSpPr/>
            <p:nvPr/>
          </p:nvGrpSpPr>
          <p:grpSpPr>
            <a:xfrm>
              <a:off x="8003066" y="4028456"/>
              <a:ext cx="312344" cy="341150"/>
              <a:chOff x="13135433" y="27978130"/>
              <a:chExt cx="828000" cy="828000"/>
            </a:xfrm>
          </p:grpSpPr>
          <p:sp>
            <p:nvSpPr>
              <p:cNvPr id="10" name="Oval 9">
                <a:extLst>
                  <a:ext uri="{FF2B5EF4-FFF2-40B4-BE49-F238E27FC236}">
                    <a16:creationId xmlns:a16="http://schemas.microsoft.com/office/drawing/2014/main" id="{851216E2-536D-BFB0-3F35-59F36505B0FC}"/>
                  </a:ext>
                </a:extLst>
              </p:cNvPr>
              <p:cNvSpPr/>
              <p:nvPr/>
            </p:nvSpPr>
            <p:spPr>
              <a:xfrm>
                <a:off x="13135433" y="27978130"/>
                <a:ext cx="828000" cy="828000"/>
              </a:xfrm>
              <a:prstGeom prst="ellipse">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200">
                  <a:latin typeface="Tw Cen MT" panose="020B0602020104020603" pitchFamily="34" charset="0"/>
                </a:endParaRPr>
              </a:p>
            </p:txBody>
          </p:sp>
          <p:pic>
            <p:nvPicPr>
              <p:cNvPr id="44" name="Graphic 524">
                <a:extLst>
                  <a:ext uri="{FF2B5EF4-FFF2-40B4-BE49-F238E27FC236}">
                    <a16:creationId xmlns:a16="http://schemas.microsoft.com/office/drawing/2014/main" id="{1E46C8AD-6C1C-DCF6-EB1C-633DCB077D70}"/>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flipH="1">
                <a:off x="13415636" y="28140130"/>
                <a:ext cx="267595" cy="504000"/>
              </a:xfrm>
              <a:prstGeom prst="rect">
                <a:avLst/>
              </a:prstGeom>
            </p:spPr>
          </p:pic>
        </p:grpSp>
        <p:sp>
          <p:nvSpPr>
            <p:cNvPr id="9" name="Speech Bubble: Rectangle with Corners Rounded 8">
              <a:extLst>
                <a:ext uri="{FF2B5EF4-FFF2-40B4-BE49-F238E27FC236}">
                  <a16:creationId xmlns:a16="http://schemas.microsoft.com/office/drawing/2014/main" id="{12CEBC6D-0D87-BB44-9F04-CCD2D5943809}"/>
                </a:ext>
              </a:extLst>
            </p:cNvPr>
            <p:cNvSpPr/>
            <p:nvPr/>
          </p:nvSpPr>
          <p:spPr>
            <a:xfrm>
              <a:off x="5077148" y="3508351"/>
              <a:ext cx="2670909" cy="1381361"/>
            </a:xfrm>
            <a:prstGeom prst="wedgeRoundRectCallout">
              <a:avLst>
                <a:gd name="adj1" fmla="val 63831"/>
                <a:gd name="adj2" fmla="val -8038"/>
                <a:gd name="adj3" fmla="val 16667"/>
              </a:avLst>
            </a:prstGeom>
            <a:solidFill>
              <a:srgbClr val="E6462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lnSpc>
                  <a:spcPct val="107000"/>
                </a:lnSpc>
                <a:buNone/>
              </a:pPr>
              <a:r>
                <a:rPr lang="en-US" sz="1200" i="1" dirty="0">
                  <a:effectLst/>
                  <a:latin typeface="Tw Cen MT" panose="020B0602020104020603" pitchFamily="34" charset="0"/>
                  <a:ea typeface="Aptos" panose="020B0004020202020204" pitchFamily="34" charset="0"/>
                  <a:cs typeface="Times New Roman" panose="02020603050405020304" pitchFamily="18" charset="0"/>
                </a:rPr>
                <a:t>“How do I know it’s going to be </a:t>
              </a:r>
              <a:r>
                <a:rPr lang="en-US" sz="1200" i="1" dirty="0">
                  <a:effectLst/>
                  <a:highlight>
                    <a:srgbClr val="8F9EC9"/>
                  </a:highlight>
                  <a:latin typeface="Tw Cen MT" panose="020B0602020104020603" pitchFamily="34" charset="0"/>
                  <a:ea typeface="Aptos" panose="020B0004020202020204" pitchFamily="34" charset="0"/>
                  <a:cs typeface="Times New Roman" panose="02020603050405020304" pitchFamily="18" charset="0"/>
                </a:rPr>
                <a:t>clean</a:t>
              </a:r>
              <a:r>
                <a:rPr lang="en-US" sz="1200" i="1" dirty="0">
                  <a:effectLst/>
                  <a:latin typeface="Tw Cen MT" panose="020B0602020104020603" pitchFamily="34" charset="0"/>
                  <a:ea typeface="Aptos" panose="020B0004020202020204" pitchFamily="34" charset="0"/>
                  <a:cs typeface="Times New Roman" panose="02020603050405020304" pitchFamily="18" charset="0"/>
                </a:rPr>
                <a:t>? … there is rubbish everywhere and … a needle there. With a taxi, we’ve got the driver… There’s always someone there </a:t>
              </a:r>
              <a:r>
                <a:rPr lang="en-US" sz="1200" i="1" dirty="0">
                  <a:effectLst/>
                  <a:highlight>
                    <a:srgbClr val="8F9EC9"/>
                  </a:highlight>
                  <a:latin typeface="Tw Cen MT" panose="020B0602020104020603" pitchFamily="34" charset="0"/>
                  <a:ea typeface="Aptos" panose="020B0004020202020204" pitchFamily="34" charset="0"/>
                  <a:cs typeface="Times New Roman" panose="02020603050405020304" pitchFamily="18" charset="0"/>
                </a:rPr>
                <a:t>overlooking</a:t>
              </a:r>
              <a:r>
                <a:rPr lang="en-US" sz="1200" i="1" dirty="0">
                  <a:effectLst/>
                  <a:latin typeface="Tw Cen MT" panose="020B0602020104020603" pitchFamily="34" charset="0"/>
                  <a:ea typeface="Aptos" panose="020B0004020202020204" pitchFamily="34" charset="0"/>
                  <a:cs typeface="Times New Roman" panose="02020603050405020304" pitchFamily="18" charset="0"/>
                </a:rPr>
                <a:t>”</a:t>
              </a:r>
              <a:endParaRPr lang="en-AU" sz="1200" i="1" dirty="0">
                <a:effectLst/>
                <a:latin typeface="Tw Cen MT" panose="020B0602020104020603" pitchFamily="34" charset="0"/>
                <a:ea typeface="Aptos" panose="020B0004020202020204" pitchFamily="34" charset="0"/>
                <a:cs typeface="Times New Roman" panose="02020603050405020304" pitchFamily="18" charset="0"/>
              </a:endParaRPr>
            </a:p>
            <a:p>
              <a:pPr algn="ctr">
                <a:lnSpc>
                  <a:spcPct val="107000"/>
                </a:lnSpc>
                <a:buNone/>
              </a:pPr>
              <a:r>
                <a:rPr lang="en-US" sz="1200" dirty="0">
                  <a:effectLst/>
                  <a:latin typeface="Tw Cen MT" panose="020B0602020104020603" pitchFamily="34" charset="0"/>
                  <a:ea typeface="Aptos" panose="020B0004020202020204" pitchFamily="34" charset="0"/>
                  <a:cs typeface="Times New Roman" panose="02020603050405020304" pitchFamily="18" charset="0"/>
                </a:rPr>
                <a:t>Female, 55 – 64, Disabled (Physical)</a:t>
              </a:r>
              <a:endParaRPr lang="en-AU" sz="1200" dirty="0">
                <a:effectLst/>
                <a:latin typeface="Tw Cen MT" panose="020B0602020104020603" pitchFamily="34" charset="0"/>
                <a:ea typeface="Aptos" panose="020B0004020202020204" pitchFamily="34" charset="0"/>
                <a:cs typeface="Times New Roman" panose="02020603050405020304" pitchFamily="18" charset="0"/>
              </a:endParaRPr>
            </a:p>
          </p:txBody>
        </p:sp>
      </p:grpSp>
      <p:grpSp>
        <p:nvGrpSpPr>
          <p:cNvPr id="57" name="Group 56">
            <a:extLst>
              <a:ext uri="{FF2B5EF4-FFF2-40B4-BE49-F238E27FC236}">
                <a16:creationId xmlns:a16="http://schemas.microsoft.com/office/drawing/2014/main" id="{DD3F5BCB-B2CA-6FA0-3D16-2FBD00B675A1}"/>
              </a:ext>
            </a:extLst>
          </p:cNvPr>
          <p:cNvGrpSpPr/>
          <p:nvPr/>
        </p:nvGrpSpPr>
        <p:grpSpPr>
          <a:xfrm flipH="1">
            <a:off x="5340885" y="1908453"/>
            <a:ext cx="3212215" cy="1381361"/>
            <a:chOff x="5029358" y="1219164"/>
            <a:chExt cx="3212215" cy="1381361"/>
          </a:xfrm>
        </p:grpSpPr>
        <p:grpSp>
          <p:nvGrpSpPr>
            <p:cNvPr id="63" name="Group 62">
              <a:extLst>
                <a:ext uri="{FF2B5EF4-FFF2-40B4-BE49-F238E27FC236}">
                  <a16:creationId xmlns:a16="http://schemas.microsoft.com/office/drawing/2014/main" id="{79A1F3E4-26F7-0B71-3319-044B4C82CD49}"/>
                </a:ext>
              </a:extLst>
            </p:cNvPr>
            <p:cNvGrpSpPr/>
            <p:nvPr/>
          </p:nvGrpSpPr>
          <p:grpSpPr>
            <a:xfrm>
              <a:off x="5029358" y="1739269"/>
              <a:ext cx="312344" cy="341149"/>
              <a:chOff x="11892632" y="9387553"/>
              <a:chExt cx="406328" cy="443801"/>
            </a:xfrm>
          </p:grpSpPr>
          <p:sp>
            <p:nvSpPr>
              <p:cNvPr id="65" name="Oval 64">
                <a:extLst>
                  <a:ext uri="{FF2B5EF4-FFF2-40B4-BE49-F238E27FC236}">
                    <a16:creationId xmlns:a16="http://schemas.microsoft.com/office/drawing/2014/main" id="{A174CBC3-620A-218D-EE55-A3CE83DF983C}"/>
                  </a:ext>
                </a:extLst>
              </p:cNvPr>
              <p:cNvSpPr>
                <a:spLocks/>
              </p:cNvSpPr>
              <p:nvPr/>
            </p:nvSpPr>
            <p:spPr>
              <a:xfrm>
                <a:off x="11892632" y="9387553"/>
                <a:ext cx="406328" cy="443801"/>
              </a:xfrm>
              <a:prstGeom prst="ellipse">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200">
                  <a:latin typeface="Tw Cen MT" panose="020B0602020104020603" pitchFamily="34" charset="0"/>
                </a:endParaRPr>
              </a:p>
            </p:txBody>
          </p:sp>
          <p:pic>
            <p:nvPicPr>
              <p:cNvPr id="66" name="Graphic 595">
                <a:extLst>
                  <a:ext uri="{FF2B5EF4-FFF2-40B4-BE49-F238E27FC236}">
                    <a16:creationId xmlns:a16="http://schemas.microsoft.com/office/drawing/2014/main" id="{B7AB2480-8938-4EB7-01B1-7F300200EE41}"/>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11972239" y="9482219"/>
                <a:ext cx="247114" cy="254468"/>
              </a:xfrm>
              <a:prstGeom prst="rect">
                <a:avLst/>
              </a:prstGeom>
            </p:spPr>
          </p:pic>
        </p:grpSp>
        <p:sp>
          <p:nvSpPr>
            <p:cNvPr id="64" name="Speech Bubble: Rectangle with Corners Rounded 63">
              <a:extLst>
                <a:ext uri="{FF2B5EF4-FFF2-40B4-BE49-F238E27FC236}">
                  <a16:creationId xmlns:a16="http://schemas.microsoft.com/office/drawing/2014/main" id="{2AB5D2A5-697B-13B0-1D43-AECFBD9CAEC9}"/>
                </a:ext>
              </a:extLst>
            </p:cNvPr>
            <p:cNvSpPr/>
            <p:nvPr/>
          </p:nvSpPr>
          <p:spPr>
            <a:xfrm>
              <a:off x="5548485" y="1219164"/>
              <a:ext cx="2693088" cy="1381361"/>
            </a:xfrm>
            <a:prstGeom prst="wedgeRoundRectCallout">
              <a:avLst>
                <a:gd name="adj1" fmla="val -60696"/>
                <a:gd name="adj2" fmla="val -10830"/>
                <a:gd name="adj3" fmla="val 16667"/>
              </a:avLst>
            </a:prstGeom>
            <a:solidFill>
              <a:srgbClr val="E6462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lnSpc>
                  <a:spcPct val="107000"/>
                </a:lnSpc>
                <a:buNone/>
              </a:pPr>
              <a:r>
                <a:rPr lang="en-US" sz="1200" i="1" dirty="0">
                  <a:effectLst/>
                  <a:latin typeface="Tw Cen MT" panose="020B0602020104020603" pitchFamily="34" charset="0"/>
                  <a:ea typeface="Aptos" panose="020B0004020202020204" pitchFamily="34" charset="0"/>
                  <a:cs typeface="Times New Roman" panose="02020603050405020304" pitchFamily="18" charset="0"/>
                </a:rPr>
                <a:t>“We still need </a:t>
              </a:r>
              <a:r>
                <a:rPr lang="en-US" sz="1200" i="1" dirty="0">
                  <a:effectLst/>
                  <a:highlight>
                    <a:srgbClr val="8F9EC9"/>
                  </a:highlight>
                  <a:latin typeface="Tw Cen MT" panose="020B0602020104020603" pitchFamily="34" charset="0"/>
                  <a:ea typeface="Aptos" panose="020B0004020202020204" pitchFamily="34" charset="0"/>
                  <a:cs typeface="Times New Roman" panose="02020603050405020304" pitchFamily="18" charset="0"/>
                </a:rPr>
                <a:t>human</a:t>
              </a:r>
              <a:r>
                <a:rPr lang="en-US" sz="1200" i="1" dirty="0">
                  <a:effectLst/>
                  <a:latin typeface="Tw Cen MT" panose="020B0602020104020603" pitchFamily="34" charset="0"/>
                  <a:ea typeface="Aptos" panose="020B0004020202020204" pitchFamily="34" charset="0"/>
                  <a:cs typeface="Times New Roman" panose="02020603050405020304" pitchFamily="18" charset="0"/>
                </a:rPr>
                <a:t>. Talking to someone. Get into this car, not talk to anyone in the car because no one there … that </a:t>
              </a:r>
              <a:r>
                <a:rPr lang="en-US" sz="1200" i="1" dirty="0">
                  <a:effectLst/>
                  <a:highlight>
                    <a:srgbClr val="8F9EC9"/>
                  </a:highlight>
                  <a:latin typeface="Tw Cen MT" panose="020B0602020104020603" pitchFamily="34" charset="0"/>
                  <a:ea typeface="Aptos" panose="020B0004020202020204" pitchFamily="34" charset="0"/>
                  <a:cs typeface="Times New Roman" panose="02020603050405020304" pitchFamily="18" charset="0"/>
                </a:rPr>
                <a:t>sort of interaction that puts you back in the community.”</a:t>
              </a:r>
              <a:endParaRPr lang="en-AU" sz="1200" i="1" dirty="0">
                <a:effectLst/>
                <a:highlight>
                  <a:srgbClr val="8F9EC9"/>
                </a:highlight>
                <a:latin typeface="Tw Cen MT" panose="020B0602020104020603" pitchFamily="34" charset="0"/>
                <a:ea typeface="Aptos" panose="020B0004020202020204" pitchFamily="34" charset="0"/>
                <a:cs typeface="Times New Roman" panose="02020603050405020304" pitchFamily="18" charset="0"/>
              </a:endParaRPr>
            </a:p>
            <a:p>
              <a:pPr algn="ctr">
                <a:lnSpc>
                  <a:spcPct val="107000"/>
                </a:lnSpc>
                <a:buNone/>
              </a:pPr>
              <a:r>
                <a:rPr lang="en-US" sz="1200" dirty="0">
                  <a:effectLst/>
                  <a:latin typeface="Tw Cen MT" panose="020B0602020104020603" pitchFamily="34" charset="0"/>
                  <a:ea typeface="Aptos" panose="020B0004020202020204" pitchFamily="34" charset="0"/>
                  <a:cs typeface="Times New Roman" panose="02020603050405020304" pitchFamily="18" charset="0"/>
                </a:rPr>
                <a:t>Female, 55 – 64, Disabled (Physical)</a:t>
              </a:r>
              <a:endParaRPr lang="en-AU" sz="1200" dirty="0">
                <a:effectLst/>
                <a:latin typeface="Tw Cen MT" panose="020B0602020104020603" pitchFamily="34" charset="0"/>
                <a:ea typeface="Aptos" panose="020B0004020202020204" pitchFamily="34" charset="0"/>
                <a:cs typeface="Times New Roman" panose="02020603050405020304" pitchFamily="18" charset="0"/>
              </a:endParaRPr>
            </a:p>
          </p:txBody>
        </p:sp>
      </p:grpSp>
      <p:grpSp>
        <p:nvGrpSpPr>
          <p:cNvPr id="67" name="Group 66">
            <a:extLst>
              <a:ext uri="{FF2B5EF4-FFF2-40B4-BE49-F238E27FC236}">
                <a16:creationId xmlns:a16="http://schemas.microsoft.com/office/drawing/2014/main" id="{26FE6267-6CAB-EC0B-047F-23E55C47C3C1}"/>
              </a:ext>
            </a:extLst>
          </p:cNvPr>
          <p:cNvGrpSpPr/>
          <p:nvPr/>
        </p:nvGrpSpPr>
        <p:grpSpPr>
          <a:xfrm>
            <a:off x="5340885" y="1908453"/>
            <a:ext cx="3212215" cy="1381361"/>
            <a:chOff x="5029358" y="1219163"/>
            <a:chExt cx="3212215" cy="1381361"/>
          </a:xfrm>
        </p:grpSpPr>
        <p:grpSp>
          <p:nvGrpSpPr>
            <p:cNvPr id="68" name="Group 67">
              <a:extLst>
                <a:ext uri="{FF2B5EF4-FFF2-40B4-BE49-F238E27FC236}">
                  <a16:creationId xmlns:a16="http://schemas.microsoft.com/office/drawing/2014/main" id="{A09FDC33-50AF-FF63-B0C9-468575A8C678}"/>
                </a:ext>
              </a:extLst>
            </p:cNvPr>
            <p:cNvGrpSpPr/>
            <p:nvPr/>
          </p:nvGrpSpPr>
          <p:grpSpPr>
            <a:xfrm>
              <a:off x="5029358" y="1739269"/>
              <a:ext cx="312344" cy="341149"/>
              <a:chOff x="11892632" y="9387553"/>
              <a:chExt cx="406328" cy="443801"/>
            </a:xfrm>
          </p:grpSpPr>
          <p:sp>
            <p:nvSpPr>
              <p:cNvPr id="70" name="Oval 69">
                <a:extLst>
                  <a:ext uri="{FF2B5EF4-FFF2-40B4-BE49-F238E27FC236}">
                    <a16:creationId xmlns:a16="http://schemas.microsoft.com/office/drawing/2014/main" id="{45056D41-C01F-3C0A-36BE-218065934F47}"/>
                  </a:ext>
                </a:extLst>
              </p:cNvPr>
              <p:cNvSpPr>
                <a:spLocks/>
              </p:cNvSpPr>
              <p:nvPr/>
            </p:nvSpPr>
            <p:spPr>
              <a:xfrm>
                <a:off x="11892632" y="9387553"/>
                <a:ext cx="406328" cy="443801"/>
              </a:xfrm>
              <a:prstGeom prst="ellipse">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200">
                  <a:latin typeface="Tw Cen MT" panose="020B0602020104020603" pitchFamily="34" charset="0"/>
                </a:endParaRPr>
              </a:p>
            </p:txBody>
          </p:sp>
          <p:pic>
            <p:nvPicPr>
              <p:cNvPr id="71" name="Graphic 595">
                <a:extLst>
                  <a:ext uri="{FF2B5EF4-FFF2-40B4-BE49-F238E27FC236}">
                    <a16:creationId xmlns:a16="http://schemas.microsoft.com/office/drawing/2014/main" id="{FA701A4E-724F-CE99-1A4E-E854C007BC21}"/>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11972239" y="9482219"/>
                <a:ext cx="247114" cy="254468"/>
              </a:xfrm>
              <a:prstGeom prst="rect">
                <a:avLst/>
              </a:prstGeom>
            </p:spPr>
          </p:pic>
        </p:grpSp>
        <p:sp>
          <p:nvSpPr>
            <p:cNvPr id="69" name="Speech Bubble: Rectangle with Corners Rounded 68">
              <a:extLst>
                <a:ext uri="{FF2B5EF4-FFF2-40B4-BE49-F238E27FC236}">
                  <a16:creationId xmlns:a16="http://schemas.microsoft.com/office/drawing/2014/main" id="{92F6653B-DD2F-4DD1-624B-511FB23D02CB}"/>
                </a:ext>
              </a:extLst>
            </p:cNvPr>
            <p:cNvSpPr/>
            <p:nvPr/>
          </p:nvSpPr>
          <p:spPr>
            <a:xfrm>
              <a:off x="5548485" y="1219163"/>
              <a:ext cx="2693088" cy="1381361"/>
            </a:xfrm>
            <a:prstGeom prst="wedgeRoundRectCallout">
              <a:avLst>
                <a:gd name="adj1" fmla="val -62677"/>
                <a:gd name="adj2" fmla="val -3158"/>
                <a:gd name="adj3" fmla="val 16667"/>
              </a:avLst>
            </a:prstGeom>
            <a:solidFill>
              <a:srgbClr val="71A499"/>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lnSpc>
                  <a:spcPct val="107000"/>
                </a:lnSpc>
                <a:buNone/>
              </a:pPr>
              <a:r>
                <a:rPr lang="en-US" sz="1200" i="1" dirty="0">
                  <a:effectLst/>
                  <a:latin typeface="Tw Cen MT" panose="020B0602020104020603" pitchFamily="34" charset="0"/>
                  <a:ea typeface="Aptos" panose="020B0004020202020204" pitchFamily="34" charset="0"/>
                  <a:cs typeface="Times New Roman" panose="02020603050405020304" pitchFamily="18" charset="0"/>
                </a:rPr>
                <a:t>“I would imagine you just ask it [SAVs] to be taken to place like taxi, and they take you. May be </a:t>
              </a:r>
              <a:r>
                <a:rPr lang="en-US" sz="1200" i="1" dirty="0">
                  <a:effectLst/>
                  <a:highlight>
                    <a:srgbClr val="DAA8A2"/>
                  </a:highlight>
                  <a:latin typeface="Tw Cen MT" panose="020B0602020104020603" pitchFamily="34" charset="0"/>
                  <a:ea typeface="Aptos" panose="020B0004020202020204" pitchFamily="34" charset="0"/>
                  <a:cs typeface="Times New Roman" panose="02020603050405020304" pitchFamily="18" charset="0"/>
                </a:rPr>
                <a:t>not like some taxi that take you the longest way round and charged you twice as much</a:t>
              </a:r>
              <a:r>
                <a:rPr lang="en-US" sz="1200" i="1" dirty="0">
                  <a:effectLst/>
                  <a:latin typeface="Tw Cen MT" panose="020B0602020104020603" pitchFamily="34" charset="0"/>
                  <a:ea typeface="Aptos" panose="020B0004020202020204" pitchFamily="34" charset="0"/>
                  <a:cs typeface="Times New Roman" panose="02020603050405020304" pitchFamily="18" charset="0"/>
                </a:rPr>
                <a:t>”</a:t>
              </a:r>
              <a:endParaRPr lang="en-AU" sz="1200" i="1" dirty="0">
                <a:effectLst/>
                <a:latin typeface="Tw Cen MT" panose="020B0602020104020603" pitchFamily="34" charset="0"/>
                <a:ea typeface="Aptos" panose="020B0004020202020204" pitchFamily="34" charset="0"/>
                <a:cs typeface="Times New Roman" panose="02020603050405020304" pitchFamily="18" charset="0"/>
              </a:endParaRPr>
            </a:p>
            <a:p>
              <a:pPr algn="ctr">
                <a:lnSpc>
                  <a:spcPct val="107000"/>
                </a:lnSpc>
                <a:buNone/>
              </a:pPr>
              <a:r>
                <a:rPr lang="en-US" sz="1200" dirty="0">
                  <a:effectLst/>
                  <a:latin typeface="Tw Cen MT" panose="020B0602020104020603" pitchFamily="34" charset="0"/>
                  <a:ea typeface="Aptos" panose="020B0004020202020204" pitchFamily="34" charset="0"/>
                  <a:cs typeface="Times New Roman" panose="02020603050405020304" pitchFamily="18" charset="0"/>
                </a:rPr>
                <a:t>Female, 75+, Disabled (Physical)</a:t>
              </a:r>
              <a:endParaRPr lang="en-AU" sz="1200" dirty="0">
                <a:effectLst/>
                <a:latin typeface="Tw Cen MT" panose="020B0602020104020603" pitchFamily="34" charset="0"/>
                <a:ea typeface="Aptos" panose="020B0004020202020204" pitchFamily="34" charset="0"/>
                <a:cs typeface="Times New Roman" panose="02020603050405020304" pitchFamily="18" charset="0"/>
              </a:endParaRPr>
            </a:p>
          </p:txBody>
        </p:sp>
      </p:grpSp>
    </p:spTree>
    <p:extLst>
      <p:ext uri="{BB962C8B-B14F-4D97-AF65-F5344CB8AC3E}">
        <p14:creationId xmlns:p14="http://schemas.microsoft.com/office/powerpoint/2010/main" val="772478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4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6"/>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40"/>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nodeType="clickEffect">
                                  <p:stCondLst>
                                    <p:cond delay="0"/>
                                  </p:stCondLst>
                                  <p:childTnLst>
                                    <p:set>
                                      <p:cBhvr>
                                        <p:cTn id="52" dur="1" fill="hold">
                                          <p:stCondLst>
                                            <p:cond delay="0"/>
                                          </p:stCondLst>
                                        </p:cTn>
                                        <p:tgtEl>
                                          <p:spTgt spid="67"/>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
                                            <p:txEl>
                                              <p:pRg st="6" end="6"/>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2CCF7-12DE-4716-374A-A31FB09B2883}"/>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00803D00-51BC-C5F7-1F2F-ED47B1A77010}"/>
              </a:ext>
            </a:extLst>
          </p:cNvPr>
          <p:cNvGrpSpPr>
            <a:grpSpLocks noGrp="1" noUngrp="1" noRot="1" noMove="1" noResize="1"/>
          </p:cNvGrpSpPr>
          <p:nvPr/>
        </p:nvGrpSpPr>
        <p:grpSpPr>
          <a:xfrm>
            <a:off x="4727973" y="0"/>
            <a:ext cx="4443088" cy="5143500"/>
            <a:chOff x="6303963" y="0"/>
            <a:chExt cx="5924117" cy="6858000"/>
          </a:xfrm>
        </p:grpSpPr>
        <p:sp>
          <p:nvSpPr>
            <p:cNvPr id="20" name="Rectangle 19">
              <a:extLst>
                <a:ext uri="{FF2B5EF4-FFF2-40B4-BE49-F238E27FC236}">
                  <a16:creationId xmlns:a16="http://schemas.microsoft.com/office/drawing/2014/main" id="{900B12EF-4B9D-2FD9-4575-F44FFFBB2594}"/>
                </a:ext>
              </a:extLst>
            </p:cNvPr>
            <p:cNvSpPr>
              <a:spLocks noGrp="1" noRot="1" noMove="1" noResize="1" noEditPoints="1" noAdjustHandles="1" noChangeArrowheads="1" noChangeShapeType="1"/>
            </p:cNvSpPr>
            <p:nvPr/>
          </p:nvSpPr>
          <p:spPr>
            <a:xfrm>
              <a:off x="6303963" y="0"/>
              <a:ext cx="5917386" cy="6858000"/>
            </a:xfrm>
            <a:prstGeom prst="rect">
              <a:avLst/>
            </a:prstGeom>
            <a:solidFill>
              <a:srgbClr val="224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endParaRPr lang="en-AU" sz="1350" kern="1200">
                <a:solidFill>
                  <a:prstClr val="white"/>
                </a:solidFill>
                <a:latin typeface="Arial"/>
              </a:endParaRPr>
            </a:p>
          </p:txBody>
        </p:sp>
        <p:pic>
          <p:nvPicPr>
            <p:cNvPr id="21" name="Graphic 20" descr="A city block with various buildings, skyscrapers and trees">
              <a:extLst>
                <a:ext uri="{FF2B5EF4-FFF2-40B4-BE49-F238E27FC236}">
                  <a16:creationId xmlns:a16="http://schemas.microsoft.com/office/drawing/2014/main" id="{9FEE53A8-3158-432A-330E-022C06695C87}"/>
                </a:ext>
              </a:extLst>
            </p:cNvPr>
            <p:cNvPicPr>
              <a:picLocks noGrp="1" noRo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65462" r="-1" b="24959"/>
            <a:stretch/>
          </p:blipFill>
          <p:spPr>
            <a:xfrm>
              <a:off x="6310694" y="4373750"/>
              <a:ext cx="1143411" cy="2484250"/>
            </a:xfrm>
            <a:prstGeom prst="rect">
              <a:avLst/>
            </a:prstGeom>
          </p:spPr>
        </p:pic>
        <p:pic>
          <p:nvPicPr>
            <p:cNvPr id="22" name="Graphic 21" descr="A city block with various buildings, skyscrapers and trees">
              <a:extLst>
                <a:ext uri="{FF2B5EF4-FFF2-40B4-BE49-F238E27FC236}">
                  <a16:creationId xmlns:a16="http://schemas.microsoft.com/office/drawing/2014/main" id="{27383E58-E40C-B1F4-1301-7DBB8683F8C5}"/>
                </a:ext>
              </a:extLst>
            </p:cNvPr>
            <p:cNvPicPr>
              <a:picLocks noGrp="1" noRo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334" r="51939" b="24959"/>
            <a:stretch/>
          </p:blipFill>
          <p:spPr>
            <a:xfrm>
              <a:off x="10625946" y="4373750"/>
              <a:ext cx="1602134" cy="2484250"/>
            </a:xfrm>
            <a:prstGeom prst="rect">
              <a:avLst/>
            </a:prstGeom>
          </p:spPr>
        </p:pic>
      </p:grpSp>
      <p:sp>
        <p:nvSpPr>
          <p:cNvPr id="24" name="Content Placeholder 2">
            <a:extLst>
              <a:ext uri="{FF2B5EF4-FFF2-40B4-BE49-F238E27FC236}">
                <a16:creationId xmlns:a16="http://schemas.microsoft.com/office/drawing/2014/main" id="{FBC76DDB-64DB-FC2B-9838-D933A3D4FAE2}"/>
              </a:ext>
            </a:extLst>
          </p:cNvPr>
          <p:cNvSpPr txBox="1">
            <a:spLocks/>
          </p:cNvSpPr>
          <p:nvPr/>
        </p:nvSpPr>
        <p:spPr>
          <a:xfrm>
            <a:off x="457199" y="1019176"/>
            <a:ext cx="4114800" cy="3575447"/>
          </a:xfrm>
          <a:prstGeom prst="rect">
            <a:avLst/>
          </a:prstGeom>
        </p:spPr>
        <p:txBody>
          <a:bodyPr vert="horz" lIns="68580" tIns="34290" rIns="68580" bIns="34290" rtlCol="0">
            <a:normAutofit/>
          </a:bodyPr>
          <a:lstStyle>
            <a:lvl1pPr marL="342900" indent="-342900" algn="l" defTabSz="457200" rtl="0" eaLnBrk="1" fontAlgn="base" hangingPunct="1">
              <a:lnSpc>
                <a:spcPct val="90000"/>
              </a:lnSpc>
              <a:spcBef>
                <a:spcPct val="20000"/>
              </a:spcBef>
              <a:spcAft>
                <a:spcPct val="0"/>
              </a:spcAft>
              <a:buFont typeface="Lucida Grande" charset="0"/>
              <a:buChar char="–"/>
              <a:defRPr sz="2000" kern="1200">
                <a:solidFill>
                  <a:schemeClr val="tx1"/>
                </a:solidFill>
                <a:latin typeface="Tw Cen MT"/>
                <a:ea typeface="ＭＳ Ｐゴシック" charset="0"/>
                <a:cs typeface="Tw Cen MT"/>
              </a:defRPr>
            </a:lvl1pPr>
            <a:lvl2pPr marL="742950" indent="-285750" algn="l" defTabSz="457200" rtl="0" eaLnBrk="1" fontAlgn="base" hangingPunct="1">
              <a:lnSpc>
                <a:spcPct val="90000"/>
              </a:lnSpc>
              <a:spcBef>
                <a:spcPct val="20000"/>
              </a:spcBef>
              <a:spcAft>
                <a:spcPct val="0"/>
              </a:spcAft>
              <a:buFont typeface="Lucida Grande"/>
              <a:buChar char="–"/>
              <a:defRPr sz="1800" kern="1200">
                <a:solidFill>
                  <a:schemeClr val="tx1"/>
                </a:solidFill>
                <a:latin typeface="Tw Cen MT"/>
                <a:ea typeface="ＭＳ Ｐゴシック" charset="0"/>
                <a:cs typeface="Tw Cen MT"/>
              </a:defRPr>
            </a:lvl2pPr>
            <a:lvl3pPr marL="1143000" indent="-228600" algn="l" defTabSz="457200" rtl="0" eaLnBrk="1" fontAlgn="base" hangingPunct="1">
              <a:lnSpc>
                <a:spcPct val="90000"/>
              </a:lnSpc>
              <a:spcBef>
                <a:spcPct val="20000"/>
              </a:spcBef>
              <a:spcAft>
                <a:spcPct val="0"/>
              </a:spcAft>
              <a:buFont typeface="Arial" charset="0"/>
              <a:buChar char="•"/>
              <a:defRPr sz="1600" kern="1200">
                <a:solidFill>
                  <a:schemeClr val="tx1"/>
                </a:solidFill>
                <a:latin typeface="Tw Cen MT"/>
                <a:ea typeface="ＭＳ Ｐゴシック" charset="0"/>
                <a:cs typeface="Tw Cen MT"/>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b="1" dirty="0"/>
              <a:t>Perceived Ease of Use</a:t>
            </a:r>
          </a:p>
          <a:p>
            <a:pPr>
              <a:buFont typeface="Arial" panose="020B0604020202020204" pitchFamily="34" charset="0"/>
              <a:buChar char="•"/>
            </a:pPr>
            <a:r>
              <a:rPr lang="en-US" sz="1600" dirty="0">
                <a:solidFill>
                  <a:prstClr val="black"/>
                </a:solidFill>
              </a:rPr>
              <a:t>Accessing travel information (-)</a:t>
            </a:r>
          </a:p>
          <a:p>
            <a:pPr>
              <a:buFont typeface="Arial" panose="020B0604020202020204" pitchFamily="34" charset="0"/>
              <a:buChar char="•"/>
            </a:pPr>
            <a:r>
              <a:rPr lang="en-US" sz="1600" dirty="0">
                <a:solidFill>
                  <a:prstClr val="black"/>
                </a:solidFill>
              </a:rPr>
              <a:t>Boarding, seating, and alighting (-)</a:t>
            </a:r>
          </a:p>
          <a:p>
            <a:pPr>
              <a:buFont typeface="Arial" panose="020B0604020202020204" pitchFamily="34" charset="0"/>
              <a:buChar char="•"/>
            </a:pPr>
            <a:r>
              <a:rPr lang="en-US" sz="1600" dirty="0">
                <a:solidFill>
                  <a:prstClr val="black"/>
                </a:solidFill>
              </a:rPr>
              <a:t>Learning (-)</a:t>
            </a:r>
          </a:p>
        </p:txBody>
      </p:sp>
      <p:sp>
        <p:nvSpPr>
          <p:cNvPr id="2" name="Title 1">
            <a:extLst>
              <a:ext uri="{FF2B5EF4-FFF2-40B4-BE49-F238E27FC236}">
                <a16:creationId xmlns:a16="http://schemas.microsoft.com/office/drawing/2014/main" id="{B13249B3-1360-4235-2149-70992547C2A5}"/>
              </a:ext>
            </a:extLst>
          </p:cNvPr>
          <p:cNvSpPr>
            <a:spLocks noGrp="1"/>
          </p:cNvSpPr>
          <p:nvPr>
            <p:ph type="title"/>
          </p:nvPr>
        </p:nvSpPr>
        <p:spPr>
          <a:xfrm>
            <a:off x="457200" y="88106"/>
            <a:ext cx="8229600" cy="857250"/>
          </a:xfrm>
        </p:spPr>
        <p:txBody>
          <a:bodyPr/>
          <a:lstStyle/>
          <a:p>
            <a:r>
              <a:rPr lang="en-AU" sz="2100" dirty="0">
                <a:solidFill>
                  <a:srgbClr val="1F487C"/>
                </a:solidFill>
              </a:rPr>
              <a:t>Findings: Shared AVs &amp; Autonomous </a:t>
            </a:r>
            <a:r>
              <a:rPr lang="en-AU" sz="2100" dirty="0">
                <a:solidFill>
                  <a:schemeClr val="bg1"/>
                </a:solidFill>
              </a:rPr>
              <a:t>Public Transport</a:t>
            </a:r>
            <a:endParaRPr lang="en-AU" sz="2100" dirty="0">
              <a:solidFill>
                <a:srgbClr val="1F487C"/>
              </a:solidFill>
            </a:endParaRPr>
          </a:p>
        </p:txBody>
      </p:sp>
      <p:grpSp>
        <p:nvGrpSpPr>
          <p:cNvPr id="3" name="Group 2">
            <a:extLst>
              <a:ext uri="{FF2B5EF4-FFF2-40B4-BE49-F238E27FC236}">
                <a16:creationId xmlns:a16="http://schemas.microsoft.com/office/drawing/2014/main" id="{5AF88166-1984-C148-CF6A-4B4DA354AF94}"/>
              </a:ext>
            </a:extLst>
          </p:cNvPr>
          <p:cNvGrpSpPr/>
          <p:nvPr/>
        </p:nvGrpSpPr>
        <p:grpSpPr>
          <a:xfrm>
            <a:off x="5343409" y="2155472"/>
            <a:ext cx="3212216" cy="832558"/>
            <a:chOff x="5029357" y="2765444"/>
            <a:chExt cx="3212216" cy="832558"/>
          </a:xfrm>
        </p:grpSpPr>
        <p:grpSp>
          <p:nvGrpSpPr>
            <p:cNvPr id="8" name="Group 7">
              <a:extLst>
                <a:ext uri="{FF2B5EF4-FFF2-40B4-BE49-F238E27FC236}">
                  <a16:creationId xmlns:a16="http://schemas.microsoft.com/office/drawing/2014/main" id="{8DFD34CE-638D-4BD6-D516-F46CDBFC5DFB}"/>
                </a:ext>
              </a:extLst>
            </p:cNvPr>
            <p:cNvGrpSpPr/>
            <p:nvPr/>
          </p:nvGrpSpPr>
          <p:grpSpPr>
            <a:xfrm>
              <a:off x="7929230" y="3011145"/>
              <a:ext cx="312343" cy="341150"/>
              <a:chOff x="1947054" y="33263481"/>
              <a:chExt cx="828000" cy="828000"/>
            </a:xfrm>
          </p:grpSpPr>
          <p:sp>
            <p:nvSpPr>
              <p:cNvPr id="12" name="Oval 11">
                <a:extLst>
                  <a:ext uri="{FF2B5EF4-FFF2-40B4-BE49-F238E27FC236}">
                    <a16:creationId xmlns:a16="http://schemas.microsoft.com/office/drawing/2014/main" id="{3EABE978-CAEE-42C5-9D6C-18C06C4C5DF6}"/>
                  </a:ext>
                </a:extLst>
              </p:cNvPr>
              <p:cNvSpPr/>
              <p:nvPr/>
            </p:nvSpPr>
            <p:spPr>
              <a:xfrm>
                <a:off x="1947054" y="33263481"/>
                <a:ext cx="828000" cy="828000"/>
              </a:xfrm>
              <a:prstGeom prst="ellipse">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pic>
            <p:nvPicPr>
              <p:cNvPr id="14" name="Graphic 13" descr="Person in wheelchair with solid fill">
                <a:extLst>
                  <a:ext uri="{FF2B5EF4-FFF2-40B4-BE49-F238E27FC236}">
                    <a16:creationId xmlns:a16="http://schemas.microsoft.com/office/drawing/2014/main" id="{9996B301-1FC4-269F-6AD6-000075C6AC3E}"/>
                  </a:ext>
                </a:extLst>
              </p:cNvPr>
              <p:cNvPicPr/>
              <p:nvPr/>
            </p:nvPicPr>
            <p:blipFill>
              <a:blip>
                <a:extLst>
                  <a:ext uri="{96DAC541-7B7A-43D3-8B79-37D633B846F1}">
                    <asvg:svgBlip xmlns:asvg="http://schemas.microsoft.com/office/drawing/2016/SVG/main" r:embed="rId4"/>
                  </a:ext>
                </a:extLst>
              </a:blip>
              <a:stretch>
                <a:fillRect/>
              </a:stretch>
            </p:blipFill>
            <p:spPr>
              <a:xfrm flipH="1">
                <a:off x="2109055" y="33425489"/>
                <a:ext cx="504000" cy="504001"/>
              </a:xfrm>
              <a:prstGeom prst="rect">
                <a:avLst/>
              </a:prstGeom>
            </p:spPr>
          </p:pic>
        </p:grpSp>
        <p:sp>
          <p:nvSpPr>
            <p:cNvPr id="10" name="Speech Bubble: Rectangle with Corners Rounded 9">
              <a:extLst>
                <a:ext uri="{FF2B5EF4-FFF2-40B4-BE49-F238E27FC236}">
                  <a16:creationId xmlns:a16="http://schemas.microsoft.com/office/drawing/2014/main" id="{D6A762F0-8A62-EF15-0235-50E9B8F0D71A}"/>
                </a:ext>
              </a:extLst>
            </p:cNvPr>
            <p:cNvSpPr/>
            <p:nvPr/>
          </p:nvSpPr>
          <p:spPr>
            <a:xfrm>
              <a:off x="5029357" y="2765444"/>
              <a:ext cx="2670909" cy="832558"/>
            </a:xfrm>
            <a:prstGeom prst="wedgeRoundRectCallout">
              <a:avLst>
                <a:gd name="adj1" fmla="val 60122"/>
                <a:gd name="adj2" fmla="val -7123"/>
                <a:gd name="adj3" fmla="val 16667"/>
              </a:avLst>
            </a:prstGeom>
            <a:solidFill>
              <a:srgbClr val="E6462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lnSpc>
                  <a:spcPct val="107000"/>
                </a:lnSpc>
                <a:buNone/>
              </a:pPr>
              <a:r>
                <a:rPr lang="en-US" sz="1050" i="1" dirty="0">
                  <a:effectLst/>
                  <a:ea typeface="Aptos" panose="020B0004020202020204" pitchFamily="34" charset="0"/>
                  <a:cs typeface="Times New Roman" panose="02020603050405020304" pitchFamily="18" charset="0"/>
                </a:rPr>
                <a:t>“It could be quite hard. </a:t>
              </a:r>
              <a:r>
                <a:rPr lang="en-US" sz="1050" i="1" dirty="0">
                  <a:effectLst/>
                  <a:highlight>
                    <a:srgbClr val="8F9EC9"/>
                  </a:highlight>
                  <a:ea typeface="Aptos" panose="020B0004020202020204" pitchFamily="34" charset="0"/>
                  <a:cs typeface="Times New Roman" panose="02020603050405020304" pitchFamily="18" charset="0"/>
                </a:rPr>
                <a:t>I sort of struggled to understand the new features</a:t>
              </a:r>
              <a:r>
                <a:rPr lang="en-US" sz="1050" i="1" dirty="0">
                  <a:effectLst/>
                  <a:ea typeface="Aptos" panose="020B0004020202020204" pitchFamily="34" charset="0"/>
                  <a:cs typeface="Times New Roman" panose="02020603050405020304" pitchFamily="18" charset="0"/>
                </a:rPr>
                <a:t> on my car or my phone, and I used to be in IT.”</a:t>
              </a:r>
              <a:endParaRPr lang="en-AU" sz="1050" i="1" dirty="0">
                <a:effectLst/>
                <a:ea typeface="Aptos" panose="020B0004020202020204" pitchFamily="34" charset="0"/>
                <a:cs typeface="Times New Roman" panose="02020603050405020304" pitchFamily="18" charset="0"/>
              </a:endParaRPr>
            </a:p>
            <a:p>
              <a:pPr algn="ctr">
                <a:lnSpc>
                  <a:spcPct val="107000"/>
                </a:lnSpc>
                <a:buNone/>
              </a:pPr>
              <a:r>
                <a:rPr lang="en-US" sz="1050" dirty="0">
                  <a:effectLst/>
                  <a:ea typeface="Aptos" panose="020B0004020202020204" pitchFamily="34" charset="0"/>
                  <a:cs typeface="Times New Roman" panose="02020603050405020304" pitchFamily="18" charset="0"/>
                </a:rPr>
                <a:t>Female, 65 – 74</a:t>
              </a:r>
              <a:endParaRPr lang="en-AU" sz="1050" dirty="0">
                <a:effectLst/>
                <a:ea typeface="Aptos" panose="020B0004020202020204" pitchFamily="34" charset="0"/>
                <a:cs typeface="Times New Roman" panose="02020603050405020304" pitchFamily="18" charset="0"/>
              </a:endParaRPr>
            </a:p>
          </p:txBody>
        </p:sp>
      </p:grpSp>
      <p:grpSp>
        <p:nvGrpSpPr>
          <p:cNvPr id="17" name="Group 16">
            <a:extLst>
              <a:ext uri="{FF2B5EF4-FFF2-40B4-BE49-F238E27FC236}">
                <a16:creationId xmlns:a16="http://schemas.microsoft.com/office/drawing/2014/main" id="{50DB44EA-94BC-AD98-E731-8C625549A24E}"/>
              </a:ext>
            </a:extLst>
          </p:cNvPr>
          <p:cNvGrpSpPr/>
          <p:nvPr/>
        </p:nvGrpSpPr>
        <p:grpSpPr>
          <a:xfrm flipH="1">
            <a:off x="5343410" y="1581698"/>
            <a:ext cx="3212215" cy="1980106"/>
            <a:chOff x="5029358" y="919792"/>
            <a:chExt cx="3212215" cy="1980106"/>
          </a:xfrm>
        </p:grpSpPr>
        <p:grpSp>
          <p:nvGrpSpPr>
            <p:cNvPr id="18" name="Group 17">
              <a:extLst>
                <a:ext uri="{FF2B5EF4-FFF2-40B4-BE49-F238E27FC236}">
                  <a16:creationId xmlns:a16="http://schemas.microsoft.com/office/drawing/2014/main" id="{E5D8FD79-6AC5-4E59-7FA1-3AEA8806180E}"/>
                </a:ext>
              </a:extLst>
            </p:cNvPr>
            <p:cNvGrpSpPr/>
            <p:nvPr/>
          </p:nvGrpSpPr>
          <p:grpSpPr>
            <a:xfrm>
              <a:off x="5029358" y="1739269"/>
              <a:ext cx="312344" cy="341149"/>
              <a:chOff x="11892632" y="9387553"/>
              <a:chExt cx="406328" cy="443801"/>
            </a:xfrm>
          </p:grpSpPr>
          <p:sp>
            <p:nvSpPr>
              <p:cNvPr id="32" name="Oval 31">
                <a:extLst>
                  <a:ext uri="{FF2B5EF4-FFF2-40B4-BE49-F238E27FC236}">
                    <a16:creationId xmlns:a16="http://schemas.microsoft.com/office/drawing/2014/main" id="{98B8585E-C115-D9BA-D8A1-B2FB733C3787}"/>
                  </a:ext>
                </a:extLst>
              </p:cNvPr>
              <p:cNvSpPr>
                <a:spLocks/>
              </p:cNvSpPr>
              <p:nvPr/>
            </p:nvSpPr>
            <p:spPr>
              <a:xfrm>
                <a:off x="11892632" y="9387553"/>
                <a:ext cx="406328" cy="443801"/>
              </a:xfrm>
              <a:prstGeom prst="ellipse">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pic>
            <p:nvPicPr>
              <p:cNvPr id="33" name="Graphic 595">
                <a:extLst>
                  <a:ext uri="{FF2B5EF4-FFF2-40B4-BE49-F238E27FC236}">
                    <a16:creationId xmlns:a16="http://schemas.microsoft.com/office/drawing/2014/main" id="{3A3ABFFD-707F-08F6-2CC6-11A05B2B6523}"/>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1972239" y="9482219"/>
                <a:ext cx="247114" cy="254468"/>
              </a:xfrm>
              <a:prstGeom prst="rect">
                <a:avLst/>
              </a:prstGeom>
            </p:spPr>
          </p:pic>
        </p:grpSp>
        <p:sp>
          <p:nvSpPr>
            <p:cNvPr id="19" name="Speech Bubble: Rectangle with Corners Rounded 18">
              <a:extLst>
                <a:ext uri="{FF2B5EF4-FFF2-40B4-BE49-F238E27FC236}">
                  <a16:creationId xmlns:a16="http://schemas.microsoft.com/office/drawing/2014/main" id="{21F8516C-AB63-3FF5-6978-0AE20918C08E}"/>
                </a:ext>
              </a:extLst>
            </p:cNvPr>
            <p:cNvSpPr/>
            <p:nvPr/>
          </p:nvSpPr>
          <p:spPr>
            <a:xfrm>
              <a:off x="5548485" y="919792"/>
              <a:ext cx="2693088" cy="1980106"/>
            </a:xfrm>
            <a:prstGeom prst="wedgeRoundRectCallout">
              <a:avLst>
                <a:gd name="adj1" fmla="val -60696"/>
                <a:gd name="adj2" fmla="val -10830"/>
                <a:gd name="adj3" fmla="val 16667"/>
              </a:avLst>
            </a:prstGeom>
            <a:solidFill>
              <a:srgbClr val="E6462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lnSpc>
                  <a:spcPct val="107000"/>
                </a:lnSpc>
                <a:buNone/>
              </a:pPr>
              <a:r>
                <a:rPr lang="en-US" sz="1050" i="1" dirty="0">
                  <a:effectLst/>
                  <a:ea typeface="Aptos" panose="020B0004020202020204" pitchFamily="34" charset="0"/>
                  <a:cs typeface="Times New Roman" panose="02020603050405020304" pitchFamily="18" charset="0"/>
                </a:rPr>
                <a:t>“I think they’d be better on the bus. We </a:t>
              </a:r>
              <a:r>
                <a:rPr lang="en-US" sz="1050" i="1" dirty="0">
                  <a:effectLst/>
                  <a:highlight>
                    <a:srgbClr val="8F9EC9"/>
                  </a:highlight>
                  <a:ea typeface="Aptos" panose="020B0004020202020204" pitchFamily="34" charset="0"/>
                  <a:cs typeface="Times New Roman" panose="02020603050405020304" pitchFamily="18" charset="0"/>
                </a:rPr>
                <a:t>definitely need help to get on and off,</a:t>
              </a:r>
              <a:r>
                <a:rPr lang="en-US" sz="1050" i="1" dirty="0">
                  <a:effectLst/>
                  <a:ea typeface="Aptos" panose="020B0004020202020204" pitchFamily="34" charset="0"/>
                  <a:cs typeface="Times New Roman" panose="02020603050405020304" pitchFamily="18" charset="0"/>
                </a:rPr>
                <a:t> especially if shopping. When I travelled by public transport, the drivers were just so accommodating. I got on these huge buses, and he made sure that I was in the right spot and told this girl to get up, she’s got to sit there. </a:t>
              </a:r>
              <a:r>
                <a:rPr lang="en-US" sz="1050" i="1" dirty="0">
                  <a:effectLst/>
                  <a:highlight>
                    <a:srgbClr val="8F9EC9"/>
                  </a:highlight>
                  <a:ea typeface="Aptos" panose="020B0004020202020204" pitchFamily="34" charset="0"/>
                  <a:cs typeface="Times New Roman" panose="02020603050405020304" pitchFamily="18" charset="0"/>
                </a:rPr>
                <a:t>Sometimes I need someone in authority that is in charge</a:t>
              </a:r>
              <a:r>
                <a:rPr lang="en-US" sz="1050" i="1" dirty="0">
                  <a:effectLst/>
                  <a:ea typeface="Aptos" panose="020B0004020202020204" pitchFamily="34" charset="0"/>
                  <a:cs typeface="Times New Roman" panose="02020603050405020304" pitchFamily="18" charset="0"/>
                </a:rPr>
                <a:t>.”</a:t>
              </a:r>
              <a:endParaRPr lang="en-AU" sz="1050" i="1" dirty="0">
                <a:effectLst/>
                <a:ea typeface="Aptos" panose="020B0004020202020204" pitchFamily="34" charset="0"/>
                <a:cs typeface="Times New Roman" panose="02020603050405020304" pitchFamily="18" charset="0"/>
              </a:endParaRPr>
            </a:p>
            <a:p>
              <a:pPr algn="ctr">
                <a:lnSpc>
                  <a:spcPct val="107000"/>
                </a:lnSpc>
                <a:buNone/>
              </a:pPr>
              <a:r>
                <a:rPr lang="en-US" sz="1050" dirty="0">
                  <a:effectLst/>
                  <a:ea typeface="Aptos" panose="020B0004020202020204" pitchFamily="34" charset="0"/>
                  <a:cs typeface="Times New Roman" panose="02020603050405020304" pitchFamily="18" charset="0"/>
                </a:rPr>
                <a:t>Female, 55-64, Disabled (Physical)</a:t>
              </a:r>
              <a:endParaRPr lang="en-AU" sz="1050" dirty="0">
                <a:effectLst/>
                <a:ea typeface="Aptos" panose="020B0004020202020204" pitchFamily="34" charset="0"/>
                <a:cs typeface="Times New Roman" panose="02020603050405020304" pitchFamily="18" charset="0"/>
              </a:endParaRPr>
            </a:p>
          </p:txBody>
        </p:sp>
      </p:grpSp>
      <p:grpSp>
        <p:nvGrpSpPr>
          <p:cNvPr id="34" name="Group 33">
            <a:extLst>
              <a:ext uri="{FF2B5EF4-FFF2-40B4-BE49-F238E27FC236}">
                <a16:creationId xmlns:a16="http://schemas.microsoft.com/office/drawing/2014/main" id="{3DD1A4F3-1892-6B89-C79B-AD37A70C565C}"/>
              </a:ext>
            </a:extLst>
          </p:cNvPr>
          <p:cNvGrpSpPr/>
          <p:nvPr/>
        </p:nvGrpSpPr>
        <p:grpSpPr>
          <a:xfrm>
            <a:off x="5330386" y="1773453"/>
            <a:ext cx="3238262" cy="1596597"/>
            <a:chOff x="5077148" y="3400733"/>
            <a:chExt cx="3238262" cy="1596597"/>
          </a:xfrm>
        </p:grpSpPr>
        <p:grpSp>
          <p:nvGrpSpPr>
            <p:cNvPr id="35" name="Group 34">
              <a:extLst>
                <a:ext uri="{FF2B5EF4-FFF2-40B4-BE49-F238E27FC236}">
                  <a16:creationId xmlns:a16="http://schemas.microsoft.com/office/drawing/2014/main" id="{205C71A9-2BC1-46FF-B147-450CAC17D5FC}"/>
                </a:ext>
              </a:extLst>
            </p:cNvPr>
            <p:cNvGrpSpPr/>
            <p:nvPr/>
          </p:nvGrpSpPr>
          <p:grpSpPr>
            <a:xfrm>
              <a:off x="8003066" y="4028456"/>
              <a:ext cx="312344" cy="341150"/>
              <a:chOff x="13135433" y="27978130"/>
              <a:chExt cx="828000" cy="828000"/>
            </a:xfrm>
          </p:grpSpPr>
          <p:sp>
            <p:nvSpPr>
              <p:cNvPr id="37" name="Oval 36">
                <a:extLst>
                  <a:ext uri="{FF2B5EF4-FFF2-40B4-BE49-F238E27FC236}">
                    <a16:creationId xmlns:a16="http://schemas.microsoft.com/office/drawing/2014/main" id="{6E33A870-12C7-056A-850F-3C7AF20AEE1A}"/>
                  </a:ext>
                </a:extLst>
              </p:cNvPr>
              <p:cNvSpPr/>
              <p:nvPr/>
            </p:nvSpPr>
            <p:spPr>
              <a:xfrm>
                <a:off x="13135433" y="27978130"/>
                <a:ext cx="828000" cy="828000"/>
              </a:xfrm>
              <a:prstGeom prst="ellipse">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pic>
            <p:nvPicPr>
              <p:cNvPr id="38" name="Graphic 524">
                <a:extLst>
                  <a:ext uri="{FF2B5EF4-FFF2-40B4-BE49-F238E27FC236}">
                    <a16:creationId xmlns:a16="http://schemas.microsoft.com/office/drawing/2014/main" id="{52D1D383-4348-FB6F-30F5-08D2231EB8BA}"/>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flipH="1">
                <a:off x="13415636" y="28140130"/>
                <a:ext cx="267595" cy="504000"/>
              </a:xfrm>
              <a:prstGeom prst="rect">
                <a:avLst/>
              </a:prstGeom>
            </p:spPr>
          </p:pic>
        </p:grpSp>
        <p:sp>
          <p:nvSpPr>
            <p:cNvPr id="36" name="Speech Bubble: Rectangle with Corners Rounded 35">
              <a:extLst>
                <a:ext uri="{FF2B5EF4-FFF2-40B4-BE49-F238E27FC236}">
                  <a16:creationId xmlns:a16="http://schemas.microsoft.com/office/drawing/2014/main" id="{406B2F73-5C12-273B-7605-3EB743198A04}"/>
                </a:ext>
              </a:extLst>
            </p:cNvPr>
            <p:cNvSpPr/>
            <p:nvPr/>
          </p:nvSpPr>
          <p:spPr>
            <a:xfrm>
              <a:off x="5077148" y="3400733"/>
              <a:ext cx="2670909" cy="1596597"/>
            </a:xfrm>
            <a:prstGeom prst="wedgeRoundRectCallout">
              <a:avLst>
                <a:gd name="adj1" fmla="val 63831"/>
                <a:gd name="adj2" fmla="val -8038"/>
                <a:gd name="adj3" fmla="val 16667"/>
              </a:avLst>
            </a:prstGeom>
            <a:solidFill>
              <a:srgbClr val="E6462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lnSpc>
                  <a:spcPct val="107000"/>
                </a:lnSpc>
                <a:buNone/>
              </a:pPr>
              <a:r>
                <a:rPr lang="en-US" sz="1050" i="1" dirty="0">
                  <a:effectLst/>
                  <a:ea typeface="Aptos" panose="020B0004020202020204" pitchFamily="34" charset="0"/>
                  <a:cs typeface="Times New Roman" panose="02020603050405020304" pitchFamily="18" charset="0"/>
                </a:rPr>
                <a:t>“Some people wouldn’t like that, because they like to </a:t>
              </a:r>
              <a:r>
                <a:rPr lang="en-US" sz="1050" i="1" dirty="0">
                  <a:effectLst/>
                  <a:highlight>
                    <a:srgbClr val="8F9EC9"/>
                  </a:highlight>
                  <a:ea typeface="Aptos" panose="020B0004020202020204" pitchFamily="34" charset="0"/>
                  <a:cs typeface="Times New Roman" panose="02020603050405020304" pitchFamily="18" charset="0"/>
                </a:rPr>
                <a:t>ask the driver questions</a:t>
              </a:r>
              <a:r>
                <a:rPr lang="en-US" sz="1050" i="1" dirty="0">
                  <a:effectLst/>
                  <a:ea typeface="Aptos" panose="020B0004020202020204" pitchFamily="34" charset="0"/>
                  <a:cs typeface="Times New Roman" panose="02020603050405020304" pitchFamily="18" charset="0"/>
                </a:rPr>
                <a:t>, like, is this where I wait to come back again? Or so what’s the next bus? Or even, I want to get to the hospital, is this the best stop? So, you’d </a:t>
              </a:r>
              <a:r>
                <a:rPr lang="en-US" sz="1050" i="1" dirty="0">
                  <a:effectLst/>
                  <a:highlight>
                    <a:srgbClr val="8F9EC9"/>
                  </a:highlight>
                  <a:ea typeface="Aptos" panose="020B0004020202020204" pitchFamily="34" charset="0"/>
                  <a:cs typeface="Times New Roman" panose="02020603050405020304" pitchFamily="18" charset="0"/>
                </a:rPr>
                <a:t>lose that source of information</a:t>
              </a:r>
              <a:r>
                <a:rPr lang="en-US" sz="1050" i="1" dirty="0">
                  <a:effectLst/>
                  <a:ea typeface="Aptos" panose="020B0004020202020204" pitchFamily="34" charset="0"/>
                  <a:cs typeface="Times New Roman" panose="02020603050405020304" pitchFamily="18" charset="0"/>
                </a:rPr>
                <a:t>.”</a:t>
              </a:r>
              <a:endParaRPr lang="en-AU" sz="1050" i="1" dirty="0">
                <a:effectLst/>
                <a:ea typeface="Aptos" panose="020B0004020202020204" pitchFamily="34" charset="0"/>
                <a:cs typeface="Times New Roman" panose="02020603050405020304" pitchFamily="18" charset="0"/>
              </a:endParaRPr>
            </a:p>
            <a:p>
              <a:pPr algn="ctr">
                <a:lnSpc>
                  <a:spcPct val="107000"/>
                </a:lnSpc>
                <a:buNone/>
              </a:pPr>
              <a:r>
                <a:rPr lang="en-US" sz="1050" dirty="0">
                  <a:effectLst/>
                  <a:ea typeface="Aptos" panose="020B0004020202020204" pitchFamily="34" charset="0"/>
                  <a:cs typeface="Times New Roman" panose="02020603050405020304" pitchFamily="18" charset="0"/>
                </a:rPr>
                <a:t>Female, 65 – 74</a:t>
              </a:r>
              <a:endParaRPr lang="en-AU" sz="1050" dirty="0">
                <a:effectLst/>
                <a:ea typeface="Aptos" panose="020B0004020202020204" pitchFamily="34" charset="0"/>
                <a:cs typeface="Times New Roman" panose="02020603050405020304" pitchFamily="18" charset="0"/>
              </a:endParaRPr>
            </a:p>
          </p:txBody>
        </p:sp>
      </p:grpSp>
    </p:spTree>
    <p:extLst>
      <p:ext uri="{BB962C8B-B14F-4D97-AF65-F5344CB8AC3E}">
        <p14:creationId xmlns:p14="http://schemas.microsoft.com/office/powerpoint/2010/main" val="3611066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3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a:xfrm>
            <a:off x="457200" y="88106"/>
            <a:ext cx="8229600" cy="857250"/>
          </a:xfrm>
        </p:spPr>
        <p:txBody>
          <a:bodyPr/>
          <a:lstStyle/>
          <a:p>
            <a:r>
              <a:rPr lang="en-AU" sz="2100" dirty="0">
                <a:solidFill>
                  <a:srgbClr val="1F487C"/>
                </a:solidFill>
              </a:rPr>
              <a:t>Conclusion &amp; Recommendations</a:t>
            </a:r>
          </a:p>
        </p:txBody>
      </p:sp>
      <p:pic>
        <p:nvPicPr>
          <p:cNvPr id="40" name="Picture 39">
            <a:extLst>
              <a:ext uri="{FF2B5EF4-FFF2-40B4-BE49-F238E27FC236}">
                <a16:creationId xmlns:a16="http://schemas.microsoft.com/office/drawing/2014/main" id="{EE6426A5-C915-DA9F-50EC-274E8B22AFAF}"/>
              </a:ext>
            </a:extLst>
          </p:cNvPr>
          <p:cNvPicPr>
            <a:picLocks noChangeAspect="1"/>
          </p:cNvPicPr>
          <p:nvPr/>
        </p:nvPicPr>
        <p:blipFill>
          <a:blip r:embed="rId3"/>
          <a:stretch>
            <a:fillRect/>
          </a:stretch>
        </p:blipFill>
        <p:spPr>
          <a:xfrm>
            <a:off x="460096" y="945356"/>
            <a:ext cx="7391400" cy="3814237"/>
          </a:xfrm>
          <a:prstGeom prst="rect">
            <a:avLst/>
          </a:prstGeom>
        </p:spPr>
      </p:pic>
    </p:spTree>
    <p:extLst>
      <p:ext uri="{BB962C8B-B14F-4D97-AF65-F5344CB8AC3E}">
        <p14:creationId xmlns:p14="http://schemas.microsoft.com/office/powerpoint/2010/main" val="3977569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389FA-D25B-EF2E-2021-1B00AD88BECC}"/>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DEB4E721-C5CC-B745-DFA5-DF0B690024DA}"/>
              </a:ext>
            </a:extLst>
          </p:cNvPr>
          <p:cNvSpPr>
            <a:spLocks noGrp="1" noRot="1" noMove="1" noResize="1" noEditPoints="1" noAdjustHandles="1" noChangeArrowheads="1" noChangeShapeType="1"/>
          </p:cNvSpPr>
          <p:nvPr/>
        </p:nvSpPr>
        <p:spPr>
          <a:xfrm>
            <a:off x="4727972" y="0"/>
            <a:ext cx="4438040" cy="5143500"/>
          </a:xfrm>
          <a:prstGeom prst="rect">
            <a:avLst/>
          </a:prstGeom>
          <a:solidFill>
            <a:srgbClr val="224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AU" sz="1350" kern="1200" dirty="0">
              <a:solidFill>
                <a:prstClr val="white"/>
              </a:solidFill>
              <a:latin typeface="Arial"/>
            </a:endParaRPr>
          </a:p>
        </p:txBody>
      </p:sp>
      <p:grpSp>
        <p:nvGrpSpPr>
          <p:cNvPr id="5" name="Group 4">
            <a:extLst>
              <a:ext uri="{FF2B5EF4-FFF2-40B4-BE49-F238E27FC236}">
                <a16:creationId xmlns:a16="http://schemas.microsoft.com/office/drawing/2014/main" id="{379FFF2B-E0BC-4DF9-47FD-BDEF63F7DCA3}"/>
              </a:ext>
            </a:extLst>
          </p:cNvPr>
          <p:cNvGrpSpPr>
            <a:grpSpLocks noGrp="1" noUngrp="1" noRot="1" noMove="1" noResize="1"/>
          </p:cNvGrpSpPr>
          <p:nvPr/>
        </p:nvGrpSpPr>
        <p:grpSpPr>
          <a:xfrm>
            <a:off x="4727972" y="0"/>
            <a:ext cx="4438040" cy="5143501"/>
            <a:chOff x="4727972" y="0"/>
            <a:chExt cx="4438040" cy="5143501"/>
          </a:xfrm>
        </p:grpSpPr>
        <p:pic>
          <p:nvPicPr>
            <p:cNvPr id="4" name="Graphic 3" descr="A wreath with pinecones and lights">
              <a:extLst>
                <a:ext uri="{FF2B5EF4-FFF2-40B4-BE49-F238E27FC236}">
                  <a16:creationId xmlns:a16="http://schemas.microsoft.com/office/drawing/2014/main" id="{6B013D59-2F2B-BC9E-469D-CABA15FB9182}"/>
                </a:ext>
              </a:extLst>
            </p:cNvPr>
            <p:cNvPicPr>
              <a:picLocks noGrp="1" noRot="1" noChangeAspec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t="49914" r="50000"/>
            <a:stretch/>
          </p:blipFill>
          <p:spPr>
            <a:xfrm>
              <a:off x="8064000" y="0"/>
              <a:ext cx="1080000" cy="1081857"/>
            </a:xfrm>
            <a:prstGeom prst="rect">
              <a:avLst/>
            </a:prstGeom>
          </p:spPr>
        </p:pic>
        <p:pic>
          <p:nvPicPr>
            <p:cNvPr id="35" name="Graphic 34" descr="Bamboo and grasses">
              <a:extLst>
                <a:ext uri="{FF2B5EF4-FFF2-40B4-BE49-F238E27FC236}">
                  <a16:creationId xmlns:a16="http://schemas.microsoft.com/office/drawing/2014/main" id="{7650E6D4-455D-E727-640E-611A175C821E}"/>
                </a:ext>
              </a:extLst>
            </p:cNvPr>
            <p:cNvPicPr>
              <a:picLocks noGrp="1" noRo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l="53909"/>
            <a:stretch/>
          </p:blipFill>
          <p:spPr>
            <a:xfrm>
              <a:off x="4727972" y="3903608"/>
              <a:ext cx="1015970" cy="1239893"/>
            </a:xfrm>
            <a:prstGeom prst="rect">
              <a:avLst/>
            </a:prstGeom>
          </p:spPr>
        </p:pic>
        <p:pic>
          <p:nvPicPr>
            <p:cNvPr id="36" name="Graphic 35" descr="Bamboo and grasses">
              <a:extLst>
                <a:ext uri="{FF2B5EF4-FFF2-40B4-BE49-F238E27FC236}">
                  <a16:creationId xmlns:a16="http://schemas.microsoft.com/office/drawing/2014/main" id="{EF1903B6-71A3-23FA-0657-03781E04C10F}"/>
                </a:ext>
              </a:extLst>
            </p:cNvPr>
            <p:cNvPicPr>
              <a:picLocks noGrp="1" noRo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r="50000"/>
            <a:stretch/>
          </p:blipFill>
          <p:spPr>
            <a:xfrm>
              <a:off x="8063885" y="3903608"/>
              <a:ext cx="1102127" cy="1239893"/>
            </a:xfrm>
            <a:prstGeom prst="rect">
              <a:avLst/>
            </a:prstGeom>
          </p:spPr>
        </p:pic>
        <p:pic>
          <p:nvPicPr>
            <p:cNvPr id="37" name="Graphic 36" descr="An organic corner shape">
              <a:extLst>
                <a:ext uri="{FF2B5EF4-FFF2-40B4-BE49-F238E27FC236}">
                  <a16:creationId xmlns:a16="http://schemas.microsoft.com/office/drawing/2014/main" id="{AF58DE1C-5D5A-14A6-7E4B-54638C53B179}"/>
                </a:ext>
              </a:extLst>
            </p:cNvPr>
            <p:cNvPicPr>
              <a:picLocks noGrp="1" noRo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27972" y="0"/>
              <a:ext cx="1418807" cy="1418807"/>
            </a:xfrm>
            <a:prstGeom prst="rect">
              <a:avLst/>
            </a:prstGeom>
          </p:spPr>
        </p:pic>
      </p:grpSp>
      <p:sp>
        <p:nvSpPr>
          <p:cNvPr id="2" name="Title 1">
            <a:extLst>
              <a:ext uri="{FF2B5EF4-FFF2-40B4-BE49-F238E27FC236}">
                <a16:creationId xmlns:a16="http://schemas.microsoft.com/office/drawing/2014/main" id="{A4686385-F448-B1C8-F758-3E5ECE1F6C0B}"/>
              </a:ext>
            </a:extLst>
          </p:cNvPr>
          <p:cNvSpPr>
            <a:spLocks noGrp="1" noRot="1" noMove="1" noResize="1" noEditPoints="1" noAdjustHandles="1" noChangeArrowheads="1" noChangeShapeType="1"/>
          </p:cNvSpPr>
          <p:nvPr>
            <p:ph type="title"/>
          </p:nvPr>
        </p:nvSpPr>
        <p:spPr/>
        <p:txBody>
          <a:bodyPr/>
          <a:lstStyle/>
          <a:p>
            <a:r>
              <a:rPr lang="en-AU" sz="2100" dirty="0">
                <a:solidFill>
                  <a:srgbClr val="1F487C"/>
                </a:solidFill>
              </a:rPr>
              <a:t>Thank you for your attention!</a:t>
            </a:r>
            <a:endParaRPr lang="en-AU" sz="2100" dirty="0">
              <a:solidFill>
                <a:schemeClr val="bg1"/>
              </a:solidFill>
            </a:endParaRPr>
          </a:p>
        </p:txBody>
      </p:sp>
      <p:pic>
        <p:nvPicPr>
          <p:cNvPr id="11" name="Picture 10" descr="A qr code with a white background&#10;&#10;AI-generated content may be incorrect.">
            <a:extLst>
              <a:ext uri="{FF2B5EF4-FFF2-40B4-BE49-F238E27FC236}">
                <a16:creationId xmlns:a16="http://schemas.microsoft.com/office/drawing/2014/main" id="{005294F1-1C8D-0EBD-516A-FF40F1E3502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7200" y="1262176"/>
            <a:ext cx="3088800" cy="3088800"/>
          </a:xfrm>
          <a:prstGeom prst="rect">
            <a:avLst/>
          </a:prstGeom>
        </p:spPr>
      </p:pic>
      <p:pic>
        <p:nvPicPr>
          <p:cNvPr id="12" name="Picture 11">
            <a:extLst>
              <a:ext uri="{FF2B5EF4-FFF2-40B4-BE49-F238E27FC236}">
                <a16:creationId xmlns:a16="http://schemas.microsoft.com/office/drawing/2014/main" id="{22FB3903-30AA-61C9-C167-FB65E7B3FEF9}"/>
              </a:ext>
            </a:extLst>
          </p:cNvPr>
          <p:cNvPicPr>
            <a:picLocks noChangeAspect="1"/>
          </p:cNvPicPr>
          <p:nvPr/>
        </p:nvPicPr>
        <p:blipFill>
          <a:blip r:embed="rId7"/>
          <a:stretch>
            <a:fillRect/>
          </a:stretch>
        </p:blipFill>
        <p:spPr>
          <a:xfrm>
            <a:off x="4966479" y="1262176"/>
            <a:ext cx="3961026" cy="3088800"/>
          </a:xfrm>
          <a:prstGeom prst="rect">
            <a:avLst/>
          </a:prstGeom>
        </p:spPr>
      </p:pic>
    </p:spTree>
    <p:extLst>
      <p:ext uri="{BB962C8B-B14F-4D97-AF65-F5344CB8AC3E}">
        <p14:creationId xmlns:p14="http://schemas.microsoft.com/office/powerpoint/2010/main" val="2460402169"/>
      </p:ext>
    </p:extLst>
  </p:cSld>
  <p:clrMapOvr>
    <a:masterClrMapping/>
  </p:clrMapOvr>
</p:sld>
</file>

<file path=ppt/theme/theme1.xml><?xml version="1.0" encoding="utf-8"?>
<a:theme xmlns:a="http://schemas.openxmlformats.org/drawingml/2006/main" name="Title slides">
  <a:themeElements>
    <a:clrScheme name="University of Sydney 2022_2">
      <a:dk1>
        <a:srgbClr val="000000"/>
      </a:dk1>
      <a:lt1>
        <a:srgbClr val="FFFFFF"/>
      </a:lt1>
      <a:dk2>
        <a:srgbClr val="414141"/>
      </a:dk2>
      <a:lt2>
        <a:srgbClr val="FCEDE2"/>
      </a:lt2>
      <a:accent1>
        <a:srgbClr val="E64626"/>
      </a:accent1>
      <a:accent2>
        <a:srgbClr val="414141"/>
      </a:accent2>
      <a:accent3>
        <a:srgbClr val="71A399"/>
      </a:accent3>
      <a:accent4>
        <a:srgbClr val="DAA8A2"/>
      </a:accent4>
      <a:accent5>
        <a:srgbClr val="8F9EC9"/>
      </a:accent5>
      <a:accent6>
        <a:srgbClr val="1A345E"/>
      </a:accent6>
      <a:hlink>
        <a:srgbClr val="E64626"/>
      </a:hlink>
      <a:folHlink>
        <a:srgbClr val="F051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Acknowledgement of Country">
  <a:themeElements>
    <a:clrScheme name="University of Sydney 2022_2">
      <a:dk1>
        <a:srgbClr val="000000"/>
      </a:dk1>
      <a:lt1>
        <a:srgbClr val="FFFFFF"/>
      </a:lt1>
      <a:dk2>
        <a:srgbClr val="414141"/>
      </a:dk2>
      <a:lt2>
        <a:srgbClr val="FCEDE2"/>
      </a:lt2>
      <a:accent1>
        <a:srgbClr val="E64626"/>
      </a:accent1>
      <a:accent2>
        <a:srgbClr val="414141"/>
      </a:accent2>
      <a:accent3>
        <a:srgbClr val="71A399"/>
      </a:accent3>
      <a:accent4>
        <a:srgbClr val="DAA8A2"/>
      </a:accent4>
      <a:accent5>
        <a:srgbClr val="8F9EC9"/>
      </a:accent5>
      <a:accent6>
        <a:srgbClr val="1A345E"/>
      </a:accent6>
      <a:hlink>
        <a:srgbClr val="E64626"/>
      </a:hlink>
      <a:folHlink>
        <a:srgbClr val="F051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hapter break">
  <a:themeElements>
    <a:clrScheme name="University of Sydney 2022_2">
      <a:dk1>
        <a:srgbClr val="000000"/>
      </a:dk1>
      <a:lt1>
        <a:srgbClr val="FFFFFF"/>
      </a:lt1>
      <a:dk2>
        <a:srgbClr val="414141"/>
      </a:dk2>
      <a:lt2>
        <a:srgbClr val="FCEDE2"/>
      </a:lt2>
      <a:accent1>
        <a:srgbClr val="E64626"/>
      </a:accent1>
      <a:accent2>
        <a:srgbClr val="414141"/>
      </a:accent2>
      <a:accent3>
        <a:srgbClr val="71A399"/>
      </a:accent3>
      <a:accent4>
        <a:srgbClr val="DAA8A2"/>
      </a:accent4>
      <a:accent5>
        <a:srgbClr val="8F9EC9"/>
      </a:accent5>
      <a:accent6>
        <a:srgbClr val="1A345E"/>
      </a:accent6>
      <a:hlink>
        <a:srgbClr val="E64626"/>
      </a:hlink>
      <a:folHlink>
        <a:srgbClr val="F051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Graphic slides">
  <a:themeElements>
    <a:clrScheme name="University of Sydney 2022_2">
      <a:dk1>
        <a:srgbClr val="000000"/>
      </a:dk1>
      <a:lt1>
        <a:srgbClr val="FFFFFF"/>
      </a:lt1>
      <a:dk2>
        <a:srgbClr val="414141"/>
      </a:dk2>
      <a:lt2>
        <a:srgbClr val="FCEDE2"/>
      </a:lt2>
      <a:accent1>
        <a:srgbClr val="E64626"/>
      </a:accent1>
      <a:accent2>
        <a:srgbClr val="414141"/>
      </a:accent2>
      <a:accent3>
        <a:srgbClr val="71A399"/>
      </a:accent3>
      <a:accent4>
        <a:srgbClr val="DAA8A2"/>
      </a:accent4>
      <a:accent5>
        <a:srgbClr val="8F9EC9"/>
      </a:accent5>
      <a:accent6>
        <a:srgbClr val="1A345E"/>
      </a:accent6>
      <a:hlink>
        <a:srgbClr val="E64626"/>
      </a:hlink>
      <a:folHlink>
        <a:srgbClr val="F051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IATBR2015Recruitment">
  <a:themeElements>
    <a:clrScheme name="Custom 1">
      <a:dk1>
        <a:sysClr val="windowText" lastClr="000000"/>
      </a:dk1>
      <a:lt1>
        <a:sysClr val="window" lastClr="FFFFFF"/>
      </a:lt1>
      <a:dk2>
        <a:srgbClr val="1F497D"/>
      </a:dk2>
      <a:lt2>
        <a:srgbClr val="EEECE1"/>
      </a:lt2>
      <a:accent1>
        <a:srgbClr val="F05133"/>
      </a:accent1>
      <a:accent2>
        <a:srgbClr val="808080"/>
      </a:accent2>
      <a:accent3>
        <a:srgbClr val="4C4C4C"/>
      </a:accent3>
      <a:accent4>
        <a:srgbClr val="CCCCCC"/>
      </a:accent4>
      <a:accent5>
        <a:srgbClr val="000000"/>
      </a:accent5>
      <a:accent6>
        <a:srgbClr val="FFB800"/>
      </a:accent6>
      <a:hlink>
        <a:srgbClr val="F05133"/>
      </a:hlink>
      <a:folHlink>
        <a:srgbClr val="F0513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22476C">
            <a:alpha val="95000"/>
          </a:srgbClr>
        </a:solidFill>
        <a:ln>
          <a:noFill/>
        </a:ln>
        <a:effectLst/>
      </a:spPr>
      <a:bodyPr wrap="square" rtlCol="0" anchor="ctr">
        <a:noAutofit/>
      </a:bodyPr>
      <a:lstStyle>
        <a:defPPr algn="ctr" defTabSz="685800" rtl="0">
          <a:defRPr sz="1350" kern="1200" dirty="0">
            <a:solidFill>
              <a:prstClr val="white"/>
            </a:solidFill>
            <a:latin typeface="Arial"/>
          </a:defRPr>
        </a:defPPr>
      </a:lstStyle>
      <a:style>
        <a:lnRef idx="1">
          <a:schemeClr val="accent1"/>
        </a:lnRef>
        <a:fillRef idx="3">
          <a:schemeClr val="accent1"/>
        </a:fillRef>
        <a:effectRef idx="2">
          <a:schemeClr val="accent1"/>
        </a:effectRef>
        <a:fontRef idx="minor">
          <a:schemeClr val="lt1"/>
        </a:fontRef>
      </a:style>
    </a:spDef>
    <a:lnDef>
      <a:spPr>
        <a:ln w="76200">
          <a:solidFill>
            <a:schemeClr val="tx1"/>
          </a:solidFill>
          <a:tailEnd type="triangle"/>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TBR2015Recruitment" id="{7C0E59B8-90D7-4175-94D2-9A155EA9ABEE}" vid="{D19AB835-6D0A-4BA8-9B03-B1F9F3E02582}"/>
    </a:ext>
  </a:extLst>
</a:theme>
</file>

<file path=ppt/theme/theme6.xml><?xml version="1.0" encoding="utf-8"?>
<a:theme xmlns:a="http://schemas.openxmlformats.org/drawingml/2006/main" name="1_IATBR2015Recruitment">
  <a:themeElements>
    <a:clrScheme name="Custom 1">
      <a:dk1>
        <a:sysClr val="windowText" lastClr="000000"/>
      </a:dk1>
      <a:lt1>
        <a:sysClr val="window" lastClr="FFFFFF"/>
      </a:lt1>
      <a:dk2>
        <a:srgbClr val="1F497D"/>
      </a:dk2>
      <a:lt2>
        <a:srgbClr val="EEECE1"/>
      </a:lt2>
      <a:accent1>
        <a:srgbClr val="F05133"/>
      </a:accent1>
      <a:accent2>
        <a:srgbClr val="808080"/>
      </a:accent2>
      <a:accent3>
        <a:srgbClr val="4C4C4C"/>
      </a:accent3>
      <a:accent4>
        <a:srgbClr val="CCCCCC"/>
      </a:accent4>
      <a:accent5>
        <a:srgbClr val="000000"/>
      </a:accent5>
      <a:accent6>
        <a:srgbClr val="FFB800"/>
      </a:accent6>
      <a:hlink>
        <a:srgbClr val="F05133"/>
      </a:hlink>
      <a:folHlink>
        <a:srgbClr val="F0513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76200">
          <a:solidFill>
            <a:schemeClr val="tx1"/>
          </a:solidFill>
          <a:tailEnd type="triangle"/>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TBR2015Recruitment" id="{7C0E59B8-90D7-4175-94D2-9A155EA9ABEE}" vid="{D19AB835-6D0A-4BA8-9B03-B1F9F3E02582}"/>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2b3e37e-8171-485d-b10b-38dae7ed14a8}" enabled="0" method="" siteId="{82b3e37e-8171-485d-b10b-38dae7ed14a8}" removed="1"/>
</clbl:labelList>
</file>

<file path=docProps/app.xml><?xml version="1.0" encoding="utf-8"?>
<Properties xmlns="http://schemas.openxmlformats.org/officeDocument/2006/extended-properties" xmlns:vt="http://schemas.openxmlformats.org/officeDocument/2006/docPropsVTypes">
  <Template/>
  <TotalTime>8464</TotalTime>
  <Words>1761</Words>
  <Application>Microsoft Office PowerPoint</Application>
  <PresentationFormat>On-screen Show (16:9)</PresentationFormat>
  <Paragraphs>159</Paragraphs>
  <Slides>23</Slides>
  <Notes>23</Notes>
  <HiddenSlides>0</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23</vt:i4>
      </vt:variant>
    </vt:vector>
  </HeadingPairs>
  <TitlesOfParts>
    <vt:vector size="35" baseType="lpstr">
      <vt:lpstr>Aptos</vt:lpstr>
      <vt:lpstr>Arial</vt:lpstr>
      <vt:lpstr>Calibri</vt:lpstr>
      <vt:lpstr>Lucida Grande</vt:lpstr>
      <vt:lpstr>Times</vt:lpstr>
      <vt:lpstr>Tw Cen MT</vt:lpstr>
      <vt:lpstr>Title slides</vt:lpstr>
      <vt:lpstr>Acknowledgement of Country</vt:lpstr>
      <vt:lpstr>Chapter break</vt:lpstr>
      <vt:lpstr>Graphic slides</vt:lpstr>
      <vt:lpstr>IATBR2015Recruitment</vt:lpstr>
      <vt:lpstr>1_IATBR2015Recruitment</vt:lpstr>
      <vt:lpstr>PowerPoint Presentation</vt:lpstr>
      <vt:lpstr>Meet James A young man who battles physical challenges daily</vt:lpstr>
      <vt:lpstr>PowerPoint Presentation</vt:lpstr>
      <vt:lpstr>PowerPoint Presentation</vt:lpstr>
      <vt:lpstr>PowerPoint Presentation</vt:lpstr>
      <vt:lpstr>PowerPoint Presentation</vt:lpstr>
      <vt:lpstr>PowerPoint Presentation</vt:lpstr>
      <vt:lpstr>Meet James A young man who battles physical challenges daily</vt:lpstr>
      <vt:lpstr>Meet James A young man who battles physical challenges daily</vt:lpstr>
      <vt:lpstr>Meet James A young man who battles physical challenges daily</vt:lpstr>
      <vt:lpstr>PowerPoint Presentation</vt:lpstr>
      <vt:lpstr>Meet James A young man who battles physical challenges daily</vt:lpstr>
      <vt:lpstr>PowerPoint Presentation</vt:lpstr>
      <vt:lpstr>PowerPoint Presentation</vt:lpstr>
      <vt:lpstr>Research Problem</vt:lpstr>
      <vt:lpstr>Research Problem</vt:lpstr>
      <vt:lpstr>Methodology</vt:lpstr>
      <vt:lpstr>Findings: Private AVs</vt:lpstr>
      <vt:lpstr>Findings: Private AVs</vt:lpstr>
      <vt:lpstr>Findings: Shared AVs &amp; Autonomous Public Transport</vt:lpstr>
      <vt:lpstr>Findings: Shared AVs &amp; Autonomous Public Transport</vt:lpstr>
      <vt:lpstr>Conclusion &amp; Recommendations</vt:lpstr>
      <vt:lpstr>Thank you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guide to using our University PowerPoint template</dc:title>
  <dc:creator>Arkar Than Win</dc:creator>
  <cp:lastModifiedBy>Arkar ThanWin</cp:lastModifiedBy>
  <cp:revision>115</cp:revision>
  <dcterms:created xsi:type="dcterms:W3CDTF">2022-10-08T02:11:21Z</dcterms:created>
  <dcterms:modified xsi:type="dcterms:W3CDTF">2026-09-28T10:36:03Z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2022-10-08T00:00:00Z</vt:filetime>
  </property>
  <property fmtid="{D5CDD505-2E9C-101B-9397-08002B2CF9AE}" pid="3" name="Creator">
    <vt:lpwstr>Adobe InDesign 17.0 (Macintosh)</vt:lpwstr>
  </property>
  <property fmtid="{D5CDD505-2E9C-101B-9397-08002B2CF9AE}" pid="4" name="LastSaved">
    <vt:filetime>2022-10-08T00:00:00Z</vt:filetime>
  </property>
  <property fmtid="{D5CDD505-2E9C-101B-9397-08002B2CF9AE}" pid="5" name="Producer">
    <vt:lpwstr>Adobe PDF Library 16.0.3</vt:lpwstr>
  </property>
</Properties>
</file>