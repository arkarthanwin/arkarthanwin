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5"/>
  </p:notesMasterIdLst>
  <p:sldIdLst>
    <p:sldId id="270" r:id="rId2"/>
    <p:sldId id="306" r:id="rId3"/>
    <p:sldId id="312" r:id="rId4"/>
    <p:sldId id="329" r:id="rId5"/>
    <p:sldId id="317" r:id="rId6"/>
    <p:sldId id="315" r:id="rId7"/>
    <p:sldId id="319" r:id="rId8"/>
    <p:sldId id="316" r:id="rId9"/>
    <p:sldId id="321" r:id="rId10"/>
    <p:sldId id="320" r:id="rId11"/>
    <p:sldId id="322" r:id="rId12"/>
    <p:sldId id="323" r:id="rId13"/>
    <p:sldId id="324" r:id="rId14"/>
    <p:sldId id="326" r:id="rId15"/>
    <p:sldId id="325" r:id="rId16"/>
    <p:sldId id="327" r:id="rId17"/>
    <p:sldId id="313" r:id="rId18"/>
    <p:sldId id="272" r:id="rId19"/>
    <p:sldId id="311" r:id="rId20"/>
    <p:sldId id="276" r:id="rId21"/>
    <p:sldId id="277" r:id="rId22"/>
    <p:sldId id="328" r:id="rId23"/>
    <p:sldId id="28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7FF"/>
    <a:srgbClr val="A10F0F"/>
    <a:srgbClr val="1F487C"/>
    <a:srgbClr val="9B0000"/>
    <a:srgbClr val="01014B"/>
    <a:srgbClr val="A51818"/>
    <a:srgbClr val="555555"/>
    <a:srgbClr val="22476C"/>
    <a:srgbClr val="A10000"/>
    <a:srgbClr val="4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A2C36E-4B04-48F6-923C-B020D5275B1F}" v="1" dt="2024-11-07T03:38:10.2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0" autoAdjust="0"/>
    <p:restoredTop sz="69976" autoAdjust="0"/>
  </p:normalViewPr>
  <p:slideViewPr>
    <p:cSldViewPr snapToGrid="0" showGuides="1">
      <p:cViewPr varScale="1">
        <p:scale>
          <a:sx n="112" d="100"/>
          <a:sy n="112" d="100"/>
        </p:scale>
        <p:origin x="2008" y="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kar Than Win" userId="3c8250a4-c36e-434c-9640-1ec1d94cea55" providerId="ADAL" clId="{F4DD99C9-9DE1-4621-8EEE-0C5BCB00B06C}"/>
    <pc:docChg chg="custSel modSld">
      <pc:chgData name="Arkar Than Win" userId="3c8250a4-c36e-434c-9640-1ec1d94cea55" providerId="ADAL" clId="{F4DD99C9-9DE1-4621-8EEE-0C5BCB00B06C}" dt="2024-11-06T12:02:28.475" v="4190" actId="20577"/>
      <pc:docMkLst>
        <pc:docMk/>
      </pc:docMkLst>
      <pc:sldChg chg="modNotesTx">
        <pc:chgData name="Arkar Than Win" userId="3c8250a4-c36e-434c-9640-1ec1d94cea55" providerId="ADAL" clId="{F4DD99C9-9DE1-4621-8EEE-0C5BCB00B06C}" dt="2024-11-06T12:02:28.475" v="4190" actId="20577"/>
        <pc:sldMkLst>
          <pc:docMk/>
          <pc:sldMk cId="2074987055" sldId="270"/>
        </pc:sldMkLst>
      </pc:sldChg>
      <pc:sldChg chg="modNotesTx">
        <pc:chgData name="Arkar Than Win" userId="3c8250a4-c36e-434c-9640-1ec1d94cea55" providerId="ADAL" clId="{F4DD99C9-9DE1-4621-8EEE-0C5BCB00B06C}" dt="2024-11-06T11:59:57.413" v="4189" actId="20577"/>
        <pc:sldMkLst>
          <pc:docMk/>
          <pc:sldMk cId="3427428296" sldId="277"/>
        </pc:sldMkLst>
      </pc:sldChg>
      <pc:sldChg chg="modNotesTx">
        <pc:chgData name="Arkar Than Win" userId="3c8250a4-c36e-434c-9640-1ec1d94cea55" providerId="ADAL" clId="{F4DD99C9-9DE1-4621-8EEE-0C5BCB00B06C}" dt="2024-11-04T11:45:13.647" v="362" actId="20577"/>
        <pc:sldMkLst>
          <pc:docMk/>
          <pc:sldMk cId="1226640353" sldId="313"/>
        </pc:sldMkLst>
      </pc:sldChg>
      <pc:sldChg chg="modNotesTx">
        <pc:chgData name="Arkar Than Win" userId="3c8250a4-c36e-434c-9640-1ec1d94cea55" providerId="ADAL" clId="{F4DD99C9-9DE1-4621-8EEE-0C5BCB00B06C}" dt="2024-11-04T11:42:41.873" v="346" actId="20577"/>
        <pc:sldMkLst>
          <pc:docMk/>
          <pc:sldMk cId="3383084562" sldId="322"/>
        </pc:sldMkLst>
      </pc:sldChg>
      <pc:sldChg chg="modNotesTx">
        <pc:chgData name="Arkar Than Win" userId="3c8250a4-c36e-434c-9640-1ec1d94cea55" providerId="ADAL" clId="{F4DD99C9-9DE1-4621-8EEE-0C5BCB00B06C}" dt="2024-11-04T11:42:07.811" v="334" actId="20577"/>
        <pc:sldMkLst>
          <pc:docMk/>
          <pc:sldMk cId="161058043" sldId="323"/>
        </pc:sldMkLst>
      </pc:sldChg>
      <pc:sldChg chg="modNotesTx">
        <pc:chgData name="Arkar Than Win" userId="3c8250a4-c36e-434c-9640-1ec1d94cea55" providerId="ADAL" clId="{F4DD99C9-9DE1-4621-8EEE-0C5BCB00B06C}" dt="2024-11-04T11:43:44.930" v="361" actId="313"/>
        <pc:sldMkLst>
          <pc:docMk/>
          <pc:sldMk cId="4052825513" sldId="326"/>
        </pc:sldMkLst>
      </pc:sldChg>
    </pc:docChg>
  </pc:docChgLst>
  <pc:docChgLst>
    <pc:chgData name="Arkar Than Win" userId="3c8250a4-c36e-434c-9640-1ec1d94cea55" providerId="ADAL" clId="{C6F855F0-2F1D-431F-ADDB-CFC30D1213F2}"/>
    <pc:docChg chg="modSld">
      <pc:chgData name="Arkar Than Win" userId="3c8250a4-c36e-434c-9640-1ec1d94cea55" providerId="ADAL" clId="{C6F855F0-2F1D-431F-ADDB-CFC30D1213F2}" dt="2024-11-04T23:17:00.296" v="262" actId="20577"/>
      <pc:docMkLst>
        <pc:docMk/>
      </pc:docMkLst>
      <pc:sldChg chg="modNotesTx">
        <pc:chgData name="Arkar Than Win" userId="3c8250a4-c36e-434c-9640-1ec1d94cea55" providerId="ADAL" clId="{C6F855F0-2F1D-431F-ADDB-CFC30D1213F2}" dt="2024-11-04T23:06:33.633" v="33" actId="20577"/>
        <pc:sldMkLst>
          <pc:docMk/>
          <pc:sldMk cId="2074987055" sldId="270"/>
        </pc:sldMkLst>
      </pc:sldChg>
      <pc:sldChg chg="modNotesTx">
        <pc:chgData name="Arkar Than Win" userId="3c8250a4-c36e-434c-9640-1ec1d94cea55" providerId="ADAL" clId="{C6F855F0-2F1D-431F-ADDB-CFC30D1213F2}" dt="2024-11-04T23:17:00.296" v="262" actId="20577"/>
        <pc:sldMkLst>
          <pc:docMk/>
          <pc:sldMk cId="2517050818" sldId="311"/>
        </pc:sldMkLst>
      </pc:sldChg>
      <pc:sldChg chg="modNotesTx">
        <pc:chgData name="Arkar Than Win" userId="3c8250a4-c36e-434c-9640-1ec1d94cea55" providerId="ADAL" clId="{C6F855F0-2F1D-431F-ADDB-CFC30D1213F2}" dt="2024-11-04T23:08:38.410" v="82" actId="20577"/>
        <pc:sldMkLst>
          <pc:docMk/>
          <pc:sldMk cId="1791885807" sldId="316"/>
        </pc:sldMkLst>
      </pc:sldChg>
      <pc:sldChg chg="modNotesTx">
        <pc:chgData name="Arkar Than Win" userId="3c8250a4-c36e-434c-9640-1ec1d94cea55" providerId="ADAL" clId="{C6F855F0-2F1D-431F-ADDB-CFC30D1213F2}" dt="2024-11-04T23:08:16.851" v="41" actId="20577"/>
        <pc:sldMkLst>
          <pc:docMk/>
          <pc:sldMk cId="4100012750" sldId="319"/>
        </pc:sldMkLst>
      </pc:sldChg>
      <pc:sldChg chg="modNotesTx">
        <pc:chgData name="Arkar Than Win" userId="3c8250a4-c36e-434c-9640-1ec1d94cea55" providerId="ADAL" clId="{C6F855F0-2F1D-431F-ADDB-CFC30D1213F2}" dt="2024-11-04T23:09:53.770" v="108" actId="20577"/>
        <pc:sldMkLst>
          <pc:docMk/>
          <pc:sldMk cId="3383084562" sldId="322"/>
        </pc:sldMkLst>
      </pc:sldChg>
    </pc:docChg>
  </pc:docChgLst>
  <pc:docChgLst>
    <pc:chgData name="Arkar Than Win" userId="3c8250a4-c36e-434c-9640-1ec1d94cea55" providerId="ADAL" clId="{0DA2C36E-4B04-48F6-923C-B020D5275B1F}"/>
    <pc:docChg chg="modSld">
      <pc:chgData name="Arkar Than Win" userId="3c8250a4-c36e-434c-9640-1ec1d94cea55" providerId="ADAL" clId="{0DA2C36E-4B04-48F6-923C-B020D5275B1F}" dt="2024-11-07T03:38:30.474" v="210" actId="20577"/>
      <pc:docMkLst>
        <pc:docMk/>
      </pc:docMkLst>
      <pc:sldChg chg="modNotesTx">
        <pc:chgData name="Arkar Than Win" userId="3c8250a4-c36e-434c-9640-1ec1d94cea55" providerId="ADAL" clId="{0DA2C36E-4B04-48F6-923C-B020D5275B1F}" dt="2024-11-07T03:38:30.474" v="210" actId="20577"/>
        <pc:sldMkLst>
          <pc:docMk/>
          <pc:sldMk cId="3427428296" sldId="27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solidFill>
                <a:srgbClr val="A10F0F"/>
              </a:solidFill>
              <a:ln w="19050">
                <a:solidFill>
                  <a:schemeClr val="lt1"/>
                </a:solidFill>
              </a:ln>
              <a:effectLst/>
            </c:spPr>
            <c:extLst>
              <c:ext xmlns:c16="http://schemas.microsoft.com/office/drawing/2014/chart" uri="{C3380CC4-5D6E-409C-BE32-E72D297353CC}">
                <c16:uniqueId val="{00000001-1592-4010-95AA-70F4877EF063}"/>
              </c:ext>
            </c:extLst>
          </c:dPt>
          <c:dPt>
            <c:idx val="1"/>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2-1592-4010-95AA-70F4877EF063}"/>
              </c:ext>
            </c:extLst>
          </c:dPt>
          <c:dLbls>
            <c:dLbl>
              <c:idx val="0"/>
              <c:tx>
                <c:rich>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Tw Cen MT" panose="020B0602020104020603" pitchFamily="34" charset="0"/>
                        <a:ea typeface="+mn-ea"/>
                        <a:cs typeface="+mn-cs"/>
                      </a:defRPr>
                    </a:pPr>
                    <a:fld id="{A51D91A4-85AC-4D94-8EE6-DAEDDC55EAAB}" type="PERCENTAGE">
                      <a:rPr lang="en-US" sz="1900" b="1">
                        <a:solidFill>
                          <a:schemeClr val="bg1"/>
                        </a:solidFill>
                        <a:latin typeface="Tw Cen MT" panose="020B0602020104020603" pitchFamily="34" charset="0"/>
                      </a:rPr>
                      <a:pPr>
                        <a:defRPr sz="2000" b="1">
                          <a:solidFill>
                            <a:schemeClr val="bg1"/>
                          </a:solidFill>
                          <a:latin typeface="Tw Cen MT" panose="020B0602020104020603" pitchFamily="34" charset="0"/>
                        </a:defRPr>
                      </a:pPr>
                      <a:t>[PERCENTAGE]</a:t>
                    </a:fld>
                    <a:endParaRPr lang="en-AU"/>
                  </a:p>
                </c:rich>
              </c:tx>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Tw Cen MT" panose="020B0602020104020603" pitchFamily="34" charset="0"/>
                      <a:ea typeface="+mn-ea"/>
                      <a:cs typeface="+mn-cs"/>
                    </a:defRPr>
                  </a:pPr>
                  <a:endParaRPr lang="en-AU"/>
                </a:p>
              </c:tx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592-4010-95AA-70F4877EF063}"/>
                </c:ext>
              </c:extLst>
            </c:dLbl>
            <c:dLbl>
              <c:idx val="1"/>
              <c:delete val="1"/>
              <c:extLst>
                <c:ext xmlns:c15="http://schemas.microsoft.com/office/drawing/2012/chart" uri="{CE6537A1-D6FC-4f65-9D91-7224C49458BB}"/>
                <c:ext xmlns:c16="http://schemas.microsoft.com/office/drawing/2014/chart" uri="{C3380CC4-5D6E-409C-BE32-E72D297353CC}">
                  <c16:uniqueId val="{00000002-1592-4010-95AA-70F4877EF063}"/>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numRef>
              <c:f>Sheet1!$A$2:$A$3</c:f>
              <c:numCache>
                <c:formatCode>General</c:formatCode>
                <c:ptCount val="2"/>
              </c:numCache>
            </c:numRef>
          </c:cat>
          <c:val>
            <c:numRef>
              <c:f>Sheet1!$B$2:$B$3</c:f>
              <c:numCache>
                <c:formatCode>0.000%</c:formatCode>
                <c:ptCount val="2"/>
                <c:pt idx="0" formatCode="0.00%">
                  <c:v>0.214</c:v>
                </c:pt>
                <c:pt idx="1">
                  <c:v>0.78600000000000003</c:v>
                </c:pt>
              </c:numCache>
            </c:numRef>
          </c:val>
          <c:extLst>
            <c:ext xmlns:c16="http://schemas.microsoft.com/office/drawing/2014/chart" uri="{C3380CC4-5D6E-409C-BE32-E72D297353CC}">
              <c16:uniqueId val="{00000000-1592-4010-95AA-70F4877EF063}"/>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solidFill>
                <a:srgbClr val="A10F0F"/>
              </a:solidFill>
              <a:ln w="19050">
                <a:solidFill>
                  <a:schemeClr val="lt1"/>
                </a:solidFill>
              </a:ln>
              <a:effectLst/>
            </c:spPr>
            <c:extLst>
              <c:ext xmlns:c16="http://schemas.microsoft.com/office/drawing/2014/chart" uri="{C3380CC4-5D6E-409C-BE32-E72D297353CC}">
                <c16:uniqueId val="{00000001-6C13-407B-9934-79A553CBAA05}"/>
              </c:ext>
            </c:extLst>
          </c:dPt>
          <c:dPt>
            <c:idx val="1"/>
            <c:bubble3D val="0"/>
            <c:spPr>
              <a:solidFill>
                <a:schemeClr val="bg1">
                  <a:lumMod val="65000"/>
                </a:schemeClr>
              </a:solidFill>
              <a:ln w="19050">
                <a:solidFill>
                  <a:schemeClr val="lt1"/>
                </a:solidFill>
              </a:ln>
              <a:effectLst/>
            </c:spPr>
            <c:extLst>
              <c:ext xmlns:c16="http://schemas.microsoft.com/office/drawing/2014/chart" uri="{C3380CC4-5D6E-409C-BE32-E72D297353CC}">
                <c16:uniqueId val="{00000003-6C13-407B-9934-79A553CBAA05}"/>
              </c:ext>
            </c:extLst>
          </c:dPt>
          <c:dLbls>
            <c:dLbl>
              <c:idx val="0"/>
              <c:tx>
                <c:rich>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Tw Cen MT" panose="020B0602020104020603" pitchFamily="34" charset="0"/>
                        <a:ea typeface="+mn-ea"/>
                        <a:cs typeface="+mn-cs"/>
                      </a:defRPr>
                    </a:pPr>
                    <a:fld id="{A51D91A4-85AC-4D94-8EE6-DAEDDC55EAAB}" type="PERCENTAGE">
                      <a:rPr lang="en-US" sz="1900" b="1">
                        <a:solidFill>
                          <a:schemeClr val="bg1"/>
                        </a:solidFill>
                        <a:latin typeface="Tw Cen MT" panose="020B0602020104020603" pitchFamily="34" charset="0"/>
                      </a:rPr>
                      <a:pPr>
                        <a:defRPr sz="2000" b="1">
                          <a:solidFill>
                            <a:schemeClr val="bg1"/>
                          </a:solidFill>
                          <a:latin typeface="Tw Cen MT" panose="020B0602020104020603" pitchFamily="34" charset="0"/>
                        </a:defRPr>
                      </a:pPr>
                      <a:t>[PERCENTAGE]</a:t>
                    </a:fld>
                    <a:endParaRPr lang="en-AU"/>
                  </a:p>
                </c:rich>
              </c:tx>
              <c:spPr>
                <a:noFill/>
                <a:ln>
                  <a:noFill/>
                </a:ln>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bg1"/>
                      </a:solidFill>
                      <a:latin typeface="Tw Cen MT" panose="020B0602020104020603" pitchFamily="34" charset="0"/>
                      <a:ea typeface="+mn-ea"/>
                      <a:cs typeface="+mn-cs"/>
                    </a:defRPr>
                  </a:pPr>
                  <a:endParaRPr lang="en-AU"/>
                </a:p>
              </c:tx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C13-407B-9934-79A553CBAA05}"/>
                </c:ext>
              </c:extLst>
            </c:dLbl>
            <c:dLbl>
              <c:idx val="1"/>
              <c:delete val="1"/>
              <c:extLst>
                <c:ext xmlns:c15="http://schemas.microsoft.com/office/drawing/2012/chart" uri="{CE6537A1-D6FC-4f65-9D91-7224C49458BB}"/>
                <c:ext xmlns:c16="http://schemas.microsoft.com/office/drawing/2014/chart" uri="{C3380CC4-5D6E-409C-BE32-E72D297353CC}">
                  <c16:uniqueId val="{00000003-6C13-407B-9934-79A553CBAA0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numRef>
              <c:f>Sheet1!$A$2:$A$3</c:f>
              <c:numCache>
                <c:formatCode>General</c:formatCode>
                <c:ptCount val="2"/>
              </c:numCache>
            </c:numRef>
          </c:cat>
          <c:val>
            <c:numRef>
              <c:f>Sheet1!$B$2:$B$3</c:f>
              <c:numCache>
                <c:formatCode>0.000%</c:formatCode>
                <c:ptCount val="2"/>
                <c:pt idx="0" formatCode="0.00%">
                  <c:v>0.17100000000000001</c:v>
                </c:pt>
                <c:pt idx="1">
                  <c:v>0.82899999999999996</c:v>
                </c:pt>
              </c:numCache>
            </c:numRef>
          </c:val>
          <c:extLst>
            <c:ext xmlns:c16="http://schemas.microsoft.com/office/drawing/2014/chart" uri="{C3380CC4-5D6E-409C-BE32-E72D297353CC}">
              <c16:uniqueId val="{00000004-6C13-407B-9934-79A553CBAA0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2">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6596CB-2895-43BE-BBEB-AFBA5F5BAD38}" type="doc">
      <dgm:prSet loTypeId="urn:microsoft.com/office/officeart/2005/8/layout/process1" loCatId="process" qsTypeId="urn:microsoft.com/office/officeart/2005/8/quickstyle/simple1#1" qsCatId="simple" csTypeId="urn:microsoft.com/office/officeart/2005/8/colors/accent0_3#1" csCatId="mainScheme" phldr="1"/>
      <dgm:spPr/>
    </dgm:pt>
    <dgm:pt modelId="{A6D14BFB-3588-47F2-A70B-ED754B4F7AD3}">
      <dgm:prSet phldrT="[Text]" custT="1"/>
      <dgm:spPr>
        <a:ln>
          <a:solidFill>
            <a:schemeClr val="tx1"/>
          </a:solidFill>
        </a:ln>
      </dgm:spPr>
      <dgm:t>
        <a:bodyPr/>
        <a:lstStyle/>
        <a:p>
          <a:r>
            <a:rPr lang="en-AU" sz="1500" dirty="0">
              <a:latin typeface="Tw Cen MT" panose="020B0602020104020603" pitchFamily="34" charset="0"/>
            </a:rPr>
            <a:t>Ethic</a:t>
          </a:r>
        </a:p>
      </dgm:t>
    </dgm:pt>
    <dgm:pt modelId="{81987281-C208-4348-8E3B-749C1ABC8BEC}" type="parTrans" cxnId="{7E5E7134-46EC-41EB-9F73-7A0319D16439}">
      <dgm:prSet/>
      <dgm:spPr/>
      <dgm:t>
        <a:bodyPr/>
        <a:lstStyle/>
        <a:p>
          <a:endParaRPr lang="en-AU" sz="1500"/>
        </a:p>
      </dgm:t>
    </dgm:pt>
    <dgm:pt modelId="{E034E9F6-AB9D-46FB-B968-6A39BEEE4DA5}" type="sibTrans" cxnId="{7E5E7134-46EC-41EB-9F73-7A0319D16439}">
      <dgm:prSet custT="1"/>
      <dgm:spPr/>
      <dgm:t>
        <a:bodyPr/>
        <a:lstStyle/>
        <a:p>
          <a:endParaRPr lang="en-AU" sz="1500"/>
        </a:p>
      </dgm:t>
    </dgm:pt>
    <dgm:pt modelId="{95D131DD-D878-4A01-A3D2-EC24C63DCD95}">
      <dgm:prSet phldrT="[Text]" custT="1"/>
      <dgm:spPr>
        <a:ln>
          <a:solidFill>
            <a:schemeClr val="tx1"/>
          </a:solidFill>
        </a:ln>
      </dgm:spPr>
      <dgm:t>
        <a:bodyPr/>
        <a:lstStyle/>
        <a:p>
          <a:r>
            <a:rPr lang="en-AU" sz="1500" dirty="0">
              <a:latin typeface="Tw Cen MT" panose="020B0602020104020603" pitchFamily="34" charset="0"/>
            </a:rPr>
            <a:t>Focus Group</a:t>
          </a:r>
        </a:p>
      </dgm:t>
    </dgm:pt>
    <dgm:pt modelId="{19F667E9-E6C1-4D23-BD10-9137356712F8}" type="parTrans" cxnId="{CCC65A23-6186-42FC-99CB-055AB06B0914}">
      <dgm:prSet/>
      <dgm:spPr/>
      <dgm:t>
        <a:bodyPr/>
        <a:lstStyle/>
        <a:p>
          <a:endParaRPr lang="en-AU" sz="1500"/>
        </a:p>
      </dgm:t>
    </dgm:pt>
    <dgm:pt modelId="{6A29944E-B0F8-4E5B-A772-D07475DD5E18}" type="sibTrans" cxnId="{CCC65A23-6186-42FC-99CB-055AB06B0914}">
      <dgm:prSet custT="1"/>
      <dgm:spPr/>
      <dgm:t>
        <a:bodyPr/>
        <a:lstStyle/>
        <a:p>
          <a:endParaRPr lang="en-AU" sz="1500"/>
        </a:p>
      </dgm:t>
    </dgm:pt>
    <dgm:pt modelId="{267935C2-3BF1-42AC-9548-CA6B2B819A3E}">
      <dgm:prSet phldrT="[Text]" custT="1"/>
      <dgm:spPr>
        <a:ln>
          <a:solidFill>
            <a:schemeClr val="tx1"/>
          </a:solidFill>
        </a:ln>
      </dgm:spPr>
      <dgm:t>
        <a:bodyPr/>
        <a:lstStyle/>
        <a:p>
          <a:r>
            <a:rPr lang="en-AU" sz="1500" dirty="0">
              <a:latin typeface="Tw Cen MT" panose="020B0602020104020603" pitchFamily="34" charset="0"/>
            </a:rPr>
            <a:t>Thematic Analysis</a:t>
          </a:r>
        </a:p>
      </dgm:t>
    </dgm:pt>
    <dgm:pt modelId="{79D27A89-61B5-42C9-A931-6F6A2D5D6F6F}" type="parTrans" cxnId="{B52706B7-B17D-41FE-A10E-6F0B61423D08}">
      <dgm:prSet/>
      <dgm:spPr/>
      <dgm:t>
        <a:bodyPr/>
        <a:lstStyle/>
        <a:p>
          <a:endParaRPr lang="en-AU" sz="1500"/>
        </a:p>
      </dgm:t>
    </dgm:pt>
    <dgm:pt modelId="{9D00A132-065E-49D7-92C5-FA22D4D75597}" type="sibTrans" cxnId="{B52706B7-B17D-41FE-A10E-6F0B61423D08}">
      <dgm:prSet/>
      <dgm:spPr/>
      <dgm:t>
        <a:bodyPr/>
        <a:lstStyle/>
        <a:p>
          <a:endParaRPr lang="en-AU" sz="1500"/>
        </a:p>
      </dgm:t>
    </dgm:pt>
    <dgm:pt modelId="{7528C4E5-1DF1-448D-A3DC-D5727AAEFE53}">
      <dgm:prSet phldrT="[Text]" custT="1"/>
      <dgm:spPr>
        <a:ln>
          <a:solidFill>
            <a:schemeClr val="tx1"/>
          </a:solidFill>
        </a:ln>
      </dgm:spPr>
      <dgm:t>
        <a:bodyPr/>
        <a:lstStyle/>
        <a:p>
          <a:r>
            <a:rPr lang="en-AU" sz="1500" dirty="0">
              <a:latin typeface="Tw Cen MT" panose="020B0602020104020603" pitchFamily="34" charset="0"/>
            </a:rPr>
            <a:t>Results</a:t>
          </a:r>
        </a:p>
      </dgm:t>
    </dgm:pt>
    <dgm:pt modelId="{67E5FF00-1755-4366-9C40-018EC30C69D8}" type="parTrans" cxnId="{CD2F2405-D182-426C-8F0C-A9EB065803EB}">
      <dgm:prSet/>
      <dgm:spPr/>
      <dgm:t>
        <a:bodyPr/>
        <a:lstStyle/>
        <a:p>
          <a:endParaRPr lang="en-AU"/>
        </a:p>
      </dgm:t>
    </dgm:pt>
    <dgm:pt modelId="{B6AEF898-4EC9-4533-A5DC-BF282F732C47}" type="sibTrans" cxnId="{CD2F2405-D182-426C-8F0C-A9EB065803EB}">
      <dgm:prSet/>
      <dgm:spPr/>
      <dgm:t>
        <a:bodyPr/>
        <a:lstStyle/>
        <a:p>
          <a:endParaRPr lang="en-AU"/>
        </a:p>
      </dgm:t>
    </dgm:pt>
    <dgm:pt modelId="{A0C786E5-15D0-4B69-BA47-0743B030747C}" type="pres">
      <dgm:prSet presAssocID="{416596CB-2895-43BE-BBEB-AFBA5F5BAD38}" presName="Name0" presStyleCnt="0">
        <dgm:presLayoutVars>
          <dgm:dir/>
          <dgm:resizeHandles val="exact"/>
        </dgm:presLayoutVars>
      </dgm:prSet>
      <dgm:spPr/>
    </dgm:pt>
    <dgm:pt modelId="{8B31C6B7-5C55-4555-993B-09DFE3C54B31}" type="pres">
      <dgm:prSet presAssocID="{A6D14BFB-3588-47F2-A70B-ED754B4F7AD3}" presName="node" presStyleLbl="node1" presStyleIdx="0" presStyleCnt="4">
        <dgm:presLayoutVars>
          <dgm:bulletEnabled val="1"/>
        </dgm:presLayoutVars>
      </dgm:prSet>
      <dgm:spPr/>
    </dgm:pt>
    <dgm:pt modelId="{36607D6C-B298-479F-A406-5EE2F7419672}" type="pres">
      <dgm:prSet presAssocID="{E034E9F6-AB9D-46FB-B968-6A39BEEE4DA5}" presName="sibTrans" presStyleLbl="sibTrans2D1" presStyleIdx="0" presStyleCnt="3"/>
      <dgm:spPr/>
    </dgm:pt>
    <dgm:pt modelId="{417A59E3-013A-4DCC-BBE1-0AF2377A1E8D}" type="pres">
      <dgm:prSet presAssocID="{E034E9F6-AB9D-46FB-B968-6A39BEEE4DA5}" presName="connectorText" presStyleLbl="sibTrans2D1" presStyleIdx="0" presStyleCnt="3"/>
      <dgm:spPr/>
    </dgm:pt>
    <dgm:pt modelId="{08CDAB88-A7E2-438A-A05E-0AB5A963F918}" type="pres">
      <dgm:prSet presAssocID="{95D131DD-D878-4A01-A3D2-EC24C63DCD95}" presName="node" presStyleLbl="node1" presStyleIdx="1" presStyleCnt="4">
        <dgm:presLayoutVars>
          <dgm:bulletEnabled val="1"/>
        </dgm:presLayoutVars>
      </dgm:prSet>
      <dgm:spPr/>
    </dgm:pt>
    <dgm:pt modelId="{1CCC2D61-601F-4E1F-A5CE-CA613B371B4D}" type="pres">
      <dgm:prSet presAssocID="{6A29944E-B0F8-4E5B-A772-D07475DD5E18}" presName="sibTrans" presStyleLbl="sibTrans2D1" presStyleIdx="1" presStyleCnt="3"/>
      <dgm:spPr/>
    </dgm:pt>
    <dgm:pt modelId="{8289E00A-1764-4478-BFC0-3ECE66593F70}" type="pres">
      <dgm:prSet presAssocID="{6A29944E-B0F8-4E5B-A772-D07475DD5E18}" presName="connectorText" presStyleLbl="sibTrans2D1" presStyleIdx="1" presStyleCnt="3"/>
      <dgm:spPr/>
    </dgm:pt>
    <dgm:pt modelId="{EFCF843A-9594-4393-B3CB-F5BBAA668074}" type="pres">
      <dgm:prSet presAssocID="{267935C2-3BF1-42AC-9548-CA6B2B819A3E}" presName="node" presStyleLbl="node1" presStyleIdx="2" presStyleCnt="4">
        <dgm:presLayoutVars>
          <dgm:bulletEnabled val="1"/>
        </dgm:presLayoutVars>
      </dgm:prSet>
      <dgm:spPr/>
    </dgm:pt>
    <dgm:pt modelId="{80801758-69AF-4A56-B9EA-56B8689E8A82}" type="pres">
      <dgm:prSet presAssocID="{9D00A132-065E-49D7-92C5-FA22D4D75597}" presName="sibTrans" presStyleLbl="sibTrans2D1" presStyleIdx="2" presStyleCnt="3"/>
      <dgm:spPr/>
    </dgm:pt>
    <dgm:pt modelId="{35A21FE6-1EDA-46F7-B1B5-C04BC3818F1C}" type="pres">
      <dgm:prSet presAssocID="{9D00A132-065E-49D7-92C5-FA22D4D75597}" presName="connectorText" presStyleLbl="sibTrans2D1" presStyleIdx="2" presStyleCnt="3"/>
      <dgm:spPr/>
    </dgm:pt>
    <dgm:pt modelId="{2D46CF7C-61A3-4671-85D0-9D7066E473E8}" type="pres">
      <dgm:prSet presAssocID="{7528C4E5-1DF1-448D-A3DC-D5727AAEFE53}" presName="node" presStyleLbl="node1" presStyleIdx="3" presStyleCnt="4">
        <dgm:presLayoutVars>
          <dgm:bulletEnabled val="1"/>
        </dgm:presLayoutVars>
      </dgm:prSet>
      <dgm:spPr/>
    </dgm:pt>
  </dgm:ptLst>
  <dgm:cxnLst>
    <dgm:cxn modelId="{CD2F2405-D182-426C-8F0C-A9EB065803EB}" srcId="{416596CB-2895-43BE-BBEB-AFBA5F5BAD38}" destId="{7528C4E5-1DF1-448D-A3DC-D5727AAEFE53}" srcOrd="3" destOrd="0" parTransId="{67E5FF00-1755-4366-9C40-018EC30C69D8}" sibTransId="{B6AEF898-4EC9-4533-A5DC-BF282F732C47}"/>
    <dgm:cxn modelId="{7A40D106-7D6E-4A39-A898-377E39D08495}" type="presOf" srcId="{E034E9F6-AB9D-46FB-B968-6A39BEEE4DA5}" destId="{417A59E3-013A-4DCC-BBE1-0AF2377A1E8D}" srcOrd="1" destOrd="0" presId="urn:microsoft.com/office/officeart/2005/8/layout/process1"/>
    <dgm:cxn modelId="{87EFD414-287F-4234-AC26-08F708817FB8}" type="presOf" srcId="{6A29944E-B0F8-4E5B-A772-D07475DD5E18}" destId="{1CCC2D61-601F-4E1F-A5CE-CA613B371B4D}" srcOrd="0" destOrd="0" presId="urn:microsoft.com/office/officeart/2005/8/layout/process1"/>
    <dgm:cxn modelId="{CCC65A23-6186-42FC-99CB-055AB06B0914}" srcId="{416596CB-2895-43BE-BBEB-AFBA5F5BAD38}" destId="{95D131DD-D878-4A01-A3D2-EC24C63DCD95}" srcOrd="1" destOrd="0" parTransId="{19F667E9-E6C1-4D23-BD10-9137356712F8}" sibTransId="{6A29944E-B0F8-4E5B-A772-D07475DD5E18}"/>
    <dgm:cxn modelId="{3E5DA326-188A-4147-886A-E0764CD0AE53}" type="presOf" srcId="{416596CB-2895-43BE-BBEB-AFBA5F5BAD38}" destId="{A0C786E5-15D0-4B69-BA47-0743B030747C}" srcOrd="0" destOrd="0" presId="urn:microsoft.com/office/officeart/2005/8/layout/process1"/>
    <dgm:cxn modelId="{7E5E7134-46EC-41EB-9F73-7A0319D16439}" srcId="{416596CB-2895-43BE-BBEB-AFBA5F5BAD38}" destId="{A6D14BFB-3588-47F2-A70B-ED754B4F7AD3}" srcOrd="0" destOrd="0" parTransId="{81987281-C208-4348-8E3B-749C1ABC8BEC}" sibTransId="{E034E9F6-AB9D-46FB-B968-6A39BEEE4DA5}"/>
    <dgm:cxn modelId="{417C603F-2DDD-40DA-AD8A-DA8061D85CE1}" type="presOf" srcId="{95D131DD-D878-4A01-A3D2-EC24C63DCD95}" destId="{08CDAB88-A7E2-438A-A05E-0AB5A963F918}" srcOrd="0" destOrd="0" presId="urn:microsoft.com/office/officeart/2005/8/layout/process1"/>
    <dgm:cxn modelId="{9356E349-21E7-4B13-8F7C-CFA7E5D737AE}" type="presOf" srcId="{267935C2-3BF1-42AC-9548-CA6B2B819A3E}" destId="{EFCF843A-9594-4393-B3CB-F5BBAA668074}" srcOrd="0" destOrd="0" presId="urn:microsoft.com/office/officeart/2005/8/layout/process1"/>
    <dgm:cxn modelId="{4995E153-D72A-4D69-A5F7-C74C5721F12A}" type="presOf" srcId="{9D00A132-065E-49D7-92C5-FA22D4D75597}" destId="{80801758-69AF-4A56-B9EA-56B8689E8A82}" srcOrd="0" destOrd="0" presId="urn:microsoft.com/office/officeart/2005/8/layout/process1"/>
    <dgm:cxn modelId="{C51B2C56-8760-4E34-B279-B7178B9206AA}" type="presOf" srcId="{6A29944E-B0F8-4E5B-A772-D07475DD5E18}" destId="{8289E00A-1764-4478-BFC0-3ECE66593F70}" srcOrd="1" destOrd="0" presId="urn:microsoft.com/office/officeart/2005/8/layout/process1"/>
    <dgm:cxn modelId="{B52706B7-B17D-41FE-A10E-6F0B61423D08}" srcId="{416596CB-2895-43BE-BBEB-AFBA5F5BAD38}" destId="{267935C2-3BF1-42AC-9548-CA6B2B819A3E}" srcOrd="2" destOrd="0" parTransId="{79D27A89-61B5-42C9-A931-6F6A2D5D6F6F}" sibTransId="{9D00A132-065E-49D7-92C5-FA22D4D75597}"/>
    <dgm:cxn modelId="{21C9D5C8-A61A-4EB1-AD12-CC523143682F}" type="presOf" srcId="{7528C4E5-1DF1-448D-A3DC-D5727AAEFE53}" destId="{2D46CF7C-61A3-4671-85D0-9D7066E473E8}" srcOrd="0" destOrd="0" presId="urn:microsoft.com/office/officeart/2005/8/layout/process1"/>
    <dgm:cxn modelId="{C3F29ECE-E138-41B7-9E25-CFE72C4142AE}" type="presOf" srcId="{9D00A132-065E-49D7-92C5-FA22D4D75597}" destId="{35A21FE6-1EDA-46F7-B1B5-C04BC3818F1C}" srcOrd="1" destOrd="0" presId="urn:microsoft.com/office/officeart/2005/8/layout/process1"/>
    <dgm:cxn modelId="{D4E2A4F3-E4F8-4FB0-883F-1D90FDCBDAFD}" type="presOf" srcId="{A6D14BFB-3588-47F2-A70B-ED754B4F7AD3}" destId="{8B31C6B7-5C55-4555-993B-09DFE3C54B31}" srcOrd="0" destOrd="0" presId="urn:microsoft.com/office/officeart/2005/8/layout/process1"/>
    <dgm:cxn modelId="{71760FF8-67E6-4FC0-86DB-C88C1B95C155}" type="presOf" srcId="{E034E9F6-AB9D-46FB-B968-6A39BEEE4DA5}" destId="{36607D6C-B298-479F-A406-5EE2F7419672}" srcOrd="0" destOrd="0" presId="urn:microsoft.com/office/officeart/2005/8/layout/process1"/>
    <dgm:cxn modelId="{B377A8B5-FE53-4E0F-B57D-1B5F938ED89D}" type="presParOf" srcId="{A0C786E5-15D0-4B69-BA47-0743B030747C}" destId="{8B31C6B7-5C55-4555-993B-09DFE3C54B31}" srcOrd="0" destOrd="0" presId="urn:microsoft.com/office/officeart/2005/8/layout/process1"/>
    <dgm:cxn modelId="{308A0F46-A868-4DE6-B29B-C14C814A203B}" type="presParOf" srcId="{A0C786E5-15D0-4B69-BA47-0743B030747C}" destId="{36607D6C-B298-479F-A406-5EE2F7419672}" srcOrd="1" destOrd="0" presId="urn:microsoft.com/office/officeart/2005/8/layout/process1"/>
    <dgm:cxn modelId="{471C581C-A82B-4D1A-9384-112D3F2F7BF9}" type="presParOf" srcId="{36607D6C-B298-479F-A406-5EE2F7419672}" destId="{417A59E3-013A-4DCC-BBE1-0AF2377A1E8D}" srcOrd="0" destOrd="0" presId="urn:microsoft.com/office/officeart/2005/8/layout/process1"/>
    <dgm:cxn modelId="{7312EAF7-B08F-47E3-A364-E42F1FA60F7F}" type="presParOf" srcId="{A0C786E5-15D0-4B69-BA47-0743B030747C}" destId="{08CDAB88-A7E2-438A-A05E-0AB5A963F918}" srcOrd="2" destOrd="0" presId="urn:microsoft.com/office/officeart/2005/8/layout/process1"/>
    <dgm:cxn modelId="{DAF79756-DABD-41BD-BB79-AD5DBC29614F}" type="presParOf" srcId="{A0C786E5-15D0-4B69-BA47-0743B030747C}" destId="{1CCC2D61-601F-4E1F-A5CE-CA613B371B4D}" srcOrd="3" destOrd="0" presId="urn:microsoft.com/office/officeart/2005/8/layout/process1"/>
    <dgm:cxn modelId="{2461EBAD-7BE2-4EFA-BC4F-44D9555ED18E}" type="presParOf" srcId="{1CCC2D61-601F-4E1F-A5CE-CA613B371B4D}" destId="{8289E00A-1764-4478-BFC0-3ECE66593F70}" srcOrd="0" destOrd="0" presId="urn:microsoft.com/office/officeart/2005/8/layout/process1"/>
    <dgm:cxn modelId="{597963A1-B5E5-4A37-92A5-437C6B79E702}" type="presParOf" srcId="{A0C786E5-15D0-4B69-BA47-0743B030747C}" destId="{EFCF843A-9594-4393-B3CB-F5BBAA668074}" srcOrd="4" destOrd="0" presId="urn:microsoft.com/office/officeart/2005/8/layout/process1"/>
    <dgm:cxn modelId="{A484AAE9-3A26-489F-8C55-B7F37758362A}" type="presParOf" srcId="{A0C786E5-15D0-4B69-BA47-0743B030747C}" destId="{80801758-69AF-4A56-B9EA-56B8689E8A82}" srcOrd="5" destOrd="0" presId="urn:microsoft.com/office/officeart/2005/8/layout/process1"/>
    <dgm:cxn modelId="{B360BB95-F4CD-48F7-9E6B-218E3C4C770E}" type="presParOf" srcId="{80801758-69AF-4A56-B9EA-56B8689E8A82}" destId="{35A21FE6-1EDA-46F7-B1B5-C04BC3818F1C}" srcOrd="0" destOrd="0" presId="urn:microsoft.com/office/officeart/2005/8/layout/process1"/>
    <dgm:cxn modelId="{90BD7830-FD28-4100-869C-FD68DE835268}" type="presParOf" srcId="{A0C786E5-15D0-4B69-BA47-0743B030747C}" destId="{2D46CF7C-61A3-4671-85D0-9D7066E473E8}" srcOrd="6" destOrd="0" presId="urn:microsoft.com/office/officeart/2005/8/layout/process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16596CB-2895-43BE-BBEB-AFBA5F5BAD38}" type="doc">
      <dgm:prSet loTypeId="urn:microsoft.com/office/officeart/2005/8/layout/process1" loCatId="process" qsTypeId="urn:microsoft.com/office/officeart/2005/8/quickstyle/simple1#2" qsCatId="simple" csTypeId="urn:microsoft.com/office/officeart/2005/8/colors/accent0_3#2" csCatId="mainScheme" phldr="1"/>
      <dgm:spPr/>
    </dgm:pt>
    <dgm:pt modelId="{A6D14BFB-3588-47F2-A70B-ED754B4F7AD3}">
      <dgm:prSet phldrT="[Text]" custT="1"/>
      <dgm:spPr>
        <a:noFill/>
        <a:ln>
          <a:noFill/>
        </a:ln>
      </dgm:spPr>
      <dgm:t>
        <a:bodyPr/>
        <a:lstStyle/>
        <a:p>
          <a:endParaRPr lang="en-AU" sz="1500" dirty="0">
            <a:latin typeface="Tw Cen MT" panose="020B0602020104020603" pitchFamily="34" charset="0"/>
          </a:endParaRPr>
        </a:p>
      </dgm:t>
    </dgm:pt>
    <dgm:pt modelId="{81987281-C208-4348-8E3B-749C1ABC8BEC}" type="parTrans" cxnId="{7E5E7134-46EC-41EB-9F73-7A0319D16439}">
      <dgm:prSet/>
      <dgm:spPr/>
      <dgm:t>
        <a:bodyPr/>
        <a:lstStyle/>
        <a:p>
          <a:endParaRPr lang="en-AU" sz="1500"/>
        </a:p>
      </dgm:t>
    </dgm:pt>
    <dgm:pt modelId="{E034E9F6-AB9D-46FB-B968-6A39BEEE4DA5}" type="sibTrans" cxnId="{7E5E7134-46EC-41EB-9F73-7A0319D16439}">
      <dgm:prSet custT="1"/>
      <dgm:spPr>
        <a:noFill/>
        <a:ln>
          <a:noFill/>
        </a:ln>
      </dgm:spPr>
      <dgm:t>
        <a:bodyPr/>
        <a:lstStyle/>
        <a:p>
          <a:endParaRPr lang="en-AU" sz="1500"/>
        </a:p>
      </dgm:t>
    </dgm:pt>
    <dgm:pt modelId="{95D131DD-D878-4A01-A3D2-EC24C63DCD95}">
      <dgm:prSet phldrT="[Text]" custT="1"/>
      <dgm:spPr>
        <a:ln>
          <a:solidFill>
            <a:schemeClr val="tx1"/>
          </a:solidFill>
        </a:ln>
      </dgm:spPr>
      <dgm:t>
        <a:bodyPr/>
        <a:lstStyle/>
        <a:p>
          <a:r>
            <a:rPr lang="en-AU" sz="1500" dirty="0">
              <a:latin typeface="Tw Cen MT" panose="020B0602020104020603" pitchFamily="34" charset="0"/>
            </a:rPr>
            <a:t>Sydney</a:t>
          </a:r>
          <a:r>
            <a:rPr lang="en-AU" sz="1500" baseline="0" dirty="0">
              <a:latin typeface="Tw Cen MT" panose="020B0602020104020603" pitchFamily="34" charset="0"/>
            </a:rPr>
            <a:t> Household Travel Survey Data</a:t>
          </a:r>
          <a:endParaRPr lang="en-AU" sz="1500" dirty="0">
            <a:latin typeface="Tw Cen MT" panose="020B0602020104020603" pitchFamily="34" charset="0"/>
          </a:endParaRPr>
        </a:p>
      </dgm:t>
    </dgm:pt>
    <dgm:pt modelId="{19F667E9-E6C1-4D23-BD10-9137356712F8}" type="parTrans" cxnId="{CCC65A23-6186-42FC-99CB-055AB06B0914}">
      <dgm:prSet/>
      <dgm:spPr/>
      <dgm:t>
        <a:bodyPr/>
        <a:lstStyle/>
        <a:p>
          <a:endParaRPr lang="en-AU" sz="1500"/>
        </a:p>
      </dgm:t>
    </dgm:pt>
    <dgm:pt modelId="{6A29944E-B0F8-4E5B-A772-D07475DD5E18}" type="sibTrans" cxnId="{CCC65A23-6186-42FC-99CB-055AB06B0914}">
      <dgm:prSet custT="1"/>
      <dgm:spPr/>
      <dgm:t>
        <a:bodyPr/>
        <a:lstStyle/>
        <a:p>
          <a:endParaRPr lang="en-AU" sz="1500"/>
        </a:p>
      </dgm:t>
    </dgm:pt>
    <dgm:pt modelId="{267935C2-3BF1-42AC-9548-CA6B2B819A3E}">
      <dgm:prSet phldrT="[Text]" custT="1"/>
      <dgm:spPr>
        <a:ln>
          <a:solidFill>
            <a:schemeClr val="tx1"/>
          </a:solidFill>
        </a:ln>
      </dgm:spPr>
      <dgm:t>
        <a:bodyPr/>
        <a:lstStyle/>
        <a:p>
          <a:r>
            <a:rPr lang="en-AU" sz="1500" dirty="0">
              <a:latin typeface="Tw Cen MT" panose="020B0602020104020603" pitchFamily="34" charset="0"/>
            </a:rPr>
            <a:t>Propensity Matching Score</a:t>
          </a:r>
        </a:p>
      </dgm:t>
    </dgm:pt>
    <dgm:pt modelId="{79D27A89-61B5-42C9-A931-6F6A2D5D6F6F}" type="parTrans" cxnId="{B52706B7-B17D-41FE-A10E-6F0B61423D08}">
      <dgm:prSet/>
      <dgm:spPr/>
      <dgm:t>
        <a:bodyPr/>
        <a:lstStyle/>
        <a:p>
          <a:endParaRPr lang="en-AU" sz="1500"/>
        </a:p>
      </dgm:t>
    </dgm:pt>
    <dgm:pt modelId="{9D00A132-065E-49D7-92C5-FA22D4D75597}" type="sibTrans" cxnId="{B52706B7-B17D-41FE-A10E-6F0B61423D08}">
      <dgm:prSet/>
      <dgm:spPr/>
      <dgm:t>
        <a:bodyPr/>
        <a:lstStyle/>
        <a:p>
          <a:endParaRPr lang="en-AU" sz="1500"/>
        </a:p>
      </dgm:t>
    </dgm:pt>
    <dgm:pt modelId="{7528C4E5-1DF1-448D-A3DC-D5727AAEFE53}">
      <dgm:prSet phldrT="[Text]" custT="1"/>
      <dgm:spPr>
        <a:ln>
          <a:solidFill>
            <a:schemeClr val="tx1"/>
          </a:solidFill>
        </a:ln>
      </dgm:spPr>
      <dgm:t>
        <a:bodyPr/>
        <a:lstStyle/>
        <a:p>
          <a:r>
            <a:rPr lang="en-AU" sz="1500" dirty="0">
              <a:latin typeface="Tw Cen MT" panose="020B0602020104020603" pitchFamily="34" charset="0"/>
            </a:rPr>
            <a:t>Results</a:t>
          </a:r>
        </a:p>
      </dgm:t>
    </dgm:pt>
    <dgm:pt modelId="{B6AEF898-4EC9-4533-A5DC-BF282F732C47}" type="sibTrans" cxnId="{CD2F2405-D182-426C-8F0C-A9EB065803EB}">
      <dgm:prSet/>
      <dgm:spPr/>
      <dgm:t>
        <a:bodyPr/>
        <a:lstStyle/>
        <a:p>
          <a:endParaRPr lang="en-AU"/>
        </a:p>
      </dgm:t>
    </dgm:pt>
    <dgm:pt modelId="{67E5FF00-1755-4366-9C40-018EC30C69D8}" type="parTrans" cxnId="{CD2F2405-D182-426C-8F0C-A9EB065803EB}">
      <dgm:prSet/>
      <dgm:spPr/>
      <dgm:t>
        <a:bodyPr/>
        <a:lstStyle/>
        <a:p>
          <a:endParaRPr lang="en-AU"/>
        </a:p>
      </dgm:t>
    </dgm:pt>
    <dgm:pt modelId="{A0C786E5-15D0-4B69-BA47-0743B030747C}" type="pres">
      <dgm:prSet presAssocID="{416596CB-2895-43BE-BBEB-AFBA5F5BAD38}" presName="Name0" presStyleCnt="0">
        <dgm:presLayoutVars>
          <dgm:dir/>
          <dgm:resizeHandles val="exact"/>
        </dgm:presLayoutVars>
      </dgm:prSet>
      <dgm:spPr/>
    </dgm:pt>
    <dgm:pt modelId="{8B31C6B7-5C55-4555-993B-09DFE3C54B31}" type="pres">
      <dgm:prSet presAssocID="{A6D14BFB-3588-47F2-A70B-ED754B4F7AD3}" presName="node" presStyleLbl="node1" presStyleIdx="0" presStyleCnt="4">
        <dgm:presLayoutVars>
          <dgm:bulletEnabled val="1"/>
        </dgm:presLayoutVars>
      </dgm:prSet>
      <dgm:spPr/>
    </dgm:pt>
    <dgm:pt modelId="{36607D6C-B298-479F-A406-5EE2F7419672}" type="pres">
      <dgm:prSet presAssocID="{E034E9F6-AB9D-46FB-B968-6A39BEEE4DA5}" presName="sibTrans" presStyleLbl="sibTrans2D1" presStyleIdx="0" presStyleCnt="3"/>
      <dgm:spPr/>
    </dgm:pt>
    <dgm:pt modelId="{417A59E3-013A-4DCC-BBE1-0AF2377A1E8D}" type="pres">
      <dgm:prSet presAssocID="{E034E9F6-AB9D-46FB-B968-6A39BEEE4DA5}" presName="connectorText" presStyleLbl="sibTrans2D1" presStyleIdx="0" presStyleCnt="3"/>
      <dgm:spPr/>
    </dgm:pt>
    <dgm:pt modelId="{08CDAB88-A7E2-438A-A05E-0AB5A963F918}" type="pres">
      <dgm:prSet presAssocID="{95D131DD-D878-4A01-A3D2-EC24C63DCD95}" presName="node" presStyleLbl="node1" presStyleIdx="1" presStyleCnt="4">
        <dgm:presLayoutVars>
          <dgm:bulletEnabled val="1"/>
        </dgm:presLayoutVars>
      </dgm:prSet>
      <dgm:spPr/>
    </dgm:pt>
    <dgm:pt modelId="{1CCC2D61-601F-4E1F-A5CE-CA613B371B4D}" type="pres">
      <dgm:prSet presAssocID="{6A29944E-B0F8-4E5B-A772-D07475DD5E18}" presName="sibTrans" presStyleLbl="sibTrans2D1" presStyleIdx="1" presStyleCnt="3"/>
      <dgm:spPr/>
    </dgm:pt>
    <dgm:pt modelId="{8289E00A-1764-4478-BFC0-3ECE66593F70}" type="pres">
      <dgm:prSet presAssocID="{6A29944E-B0F8-4E5B-A772-D07475DD5E18}" presName="connectorText" presStyleLbl="sibTrans2D1" presStyleIdx="1" presStyleCnt="3"/>
      <dgm:spPr/>
    </dgm:pt>
    <dgm:pt modelId="{EFCF843A-9594-4393-B3CB-F5BBAA668074}" type="pres">
      <dgm:prSet presAssocID="{267935C2-3BF1-42AC-9548-CA6B2B819A3E}" presName="node" presStyleLbl="node1" presStyleIdx="2" presStyleCnt="4">
        <dgm:presLayoutVars>
          <dgm:bulletEnabled val="1"/>
        </dgm:presLayoutVars>
      </dgm:prSet>
      <dgm:spPr/>
    </dgm:pt>
    <dgm:pt modelId="{80801758-69AF-4A56-B9EA-56B8689E8A82}" type="pres">
      <dgm:prSet presAssocID="{9D00A132-065E-49D7-92C5-FA22D4D75597}" presName="sibTrans" presStyleLbl="sibTrans2D1" presStyleIdx="2" presStyleCnt="3"/>
      <dgm:spPr/>
    </dgm:pt>
    <dgm:pt modelId="{35A21FE6-1EDA-46F7-B1B5-C04BC3818F1C}" type="pres">
      <dgm:prSet presAssocID="{9D00A132-065E-49D7-92C5-FA22D4D75597}" presName="connectorText" presStyleLbl="sibTrans2D1" presStyleIdx="2" presStyleCnt="3"/>
      <dgm:spPr/>
    </dgm:pt>
    <dgm:pt modelId="{2D46CF7C-61A3-4671-85D0-9D7066E473E8}" type="pres">
      <dgm:prSet presAssocID="{7528C4E5-1DF1-448D-A3DC-D5727AAEFE53}" presName="node" presStyleLbl="node1" presStyleIdx="3" presStyleCnt="4">
        <dgm:presLayoutVars>
          <dgm:bulletEnabled val="1"/>
        </dgm:presLayoutVars>
      </dgm:prSet>
      <dgm:spPr/>
    </dgm:pt>
  </dgm:ptLst>
  <dgm:cxnLst>
    <dgm:cxn modelId="{CD2F2405-D182-426C-8F0C-A9EB065803EB}" srcId="{416596CB-2895-43BE-BBEB-AFBA5F5BAD38}" destId="{7528C4E5-1DF1-448D-A3DC-D5727AAEFE53}" srcOrd="3" destOrd="0" parTransId="{67E5FF00-1755-4366-9C40-018EC30C69D8}" sibTransId="{B6AEF898-4EC9-4533-A5DC-BF282F732C47}"/>
    <dgm:cxn modelId="{7A40D106-7D6E-4A39-A898-377E39D08495}" type="presOf" srcId="{E034E9F6-AB9D-46FB-B968-6A39BEEE4DA5}" destId="{417A59E3-013A-4DCC-BBE1-0AF2377A1E8D}" srcOrd="1" destOrd="0" presId="urn:microsoft.com/office/officeart/2005/8/layout/process1"/>
    <dgm:cxn modelId="{87EFD414-287F-4234-AC26-08F708817FB8}" type="presOf" srcId="{6A29944E-B0F8-4E5B-A772-D07475DD5E18}" destId="{1CCC2D61-601F-4E1F-A5CE-CA613B371B4D}" srcOrd="0" destOrd="0" presId="urn:microsoft.com/office/officeart/2005/8/layout/process1"/>
    <dgm:cxn modelId="{CCC65A23-6186-42FC-99CB-055AB06B0914}" srcId="{416596CB-2895-43BE-BBEB-AFBA5F5BAD38}" destId="{95D131DD-D878-4A01-A3D2-EC24C63DCD95}" srcOrd="1" destOrd="0" parTransId="{19F667E9-E6C1-4D23-BD10-9137356712F8}" sibTransId="{6A29944E-B0F8-4E5B-A772-D07475DD5E18}"/>
    <dgm:cxn modelId="{3E5DA326-188A-4147-886A-E0764CD0AE53}" type="presOf" srcId="{416596CB-2895-43BE-BBEB-AFBA5F5BAD38}" destId="{A0C786E5-15D0-4B69-BA47-0743B030747C}" srcOrd="0" destOrd="0" presId="urn:microsoft.com/office/officeart/2005/8/layout/process1"/>
    <dgm:cxn modelId="{7E5E7134-46EC-41EB-9F73-7A0319D16439}" srcId="{416596CB-2895-43BE-BBEB-AFBA5F5BAD38}" destId="{A6D14BFB-3588-47F2-A70B-ED754B4F7AD3}" srcOrd="0" destOrd="0" parTransId="{81987281-C208-4348-8E3B-749C1ABC8BEC}" sibTransId="{E034E9F6-AB9D-46FB-B968-6A39BEEE4DA5}"/>
    <dgm:cxn modelId="{417C603F-2DDD-40DA-AD8A-DA8061D85CE1}" type="presOf" srcId="{95D131DD-D878-4A01-A3D2-EC24C63DCD95}" destId="{08CDAB88-A7E2-438A-A05E-0AB5A963F918}" srcOrd="0" destOrd="0" presId="urn:microsoft.com/office/officeart/2005/8/layout/process1"/>
    <dgm:cxn modelId="{9356E349-21E7-4B13-8F7C-CFA7E5D737AE}" type="presOf" srcId="{267935C2-3BF1-42AC-9548-CA6B2B819A3E}" destId="{EFCF843A-9594-4393-B3CB-F5BBAA668074}" srcOrd="0" destOrd="0" presId="urn:microsoft.com/office/officeart/2005/8/layout/process1"/>
    <dgm:cxn modelId="{4995E153-D72A-4D69-A5F7-C74C5721F12A}" type="presOf" srcId="{9D00A132-065E-49D7-92C5-FA22D4D75597}" destId="{80801758-69AF-4A56-B9EA-56B8689E8A82}" srcOrd="0" destOrd="0" presId="urn:microsoft.com/office/officeart/2005/8/layout/process1"/>
    <dgm:cxn modelId="{C51B2C56-8760-4E34-B279-B7178B9206AA}" type="presOf" srcId="{6A29944E-B0F8-4E5B-A772-D07475DD5E18}" destId="{8289E00A-1764-4478-BFC0-3ECE66593F70}" srcOrd="1" destOrd="0" presId="urn:microsoft.com/office/officeart/2005/8/layout/process1"/>
    <dgm:cxn modelId="{B52706B7-B17D-41FE-A10E-6F0B61423D08}" srcId="{416596CB-2895-43BE-BBEB-AFBA5F5BAD38}" destId="{267935C2-3BF1-42AC-9548-CA6B2B819A3E}" srcOrd="2" destOrd="0" parTransId="{79D27A89-61B5-42C9-A931-6F6A2D5D6F6F}" sibTransId="{9D00A132-065E-49D7-92C5-FA22D4D75597}"/>
    <dgm:cxn modelId="{21C9D5C8-A61A-4EB1-AD12-CC523143682F}" type="presOf" srcId="{7528C4E5-1DF1-448D-A3DC-D5727AAEFE53}" destId="{2D46CF7C-61A3-4671-85D0-9D7066E473E8}" srcOrd="0" destOrd="0" presId="urn:microsoft.com/office/officeart/2005/8/layout/process1"/>
    <dgm:cxn modelId="{C3F29ECE-E138-41B7-9E25-CFE72C4142AE}" type="presOf" srcId="{9D00A132-065E-49D7-92C5-FA22D4D75597}" destId="{35A21FE6-1EDA-46F7-B1B5-C04BC3818F1C}" srcOrd="1" destOrd="0" presId="urn:microsoft.com/office/officeart/2005/8/layout/process1"/>
    <dgm:cxn modelId="{D4E2A4F3-E4F8-4FB0-883F-1D90FDCBDAFD}" type="presOf" srcId="{A6D14BFB-3588-47F2-A70B-ED754B4F7AD3}" destId="{8B31C6B7-5C55-4555-993B-09DFE3C54B31}" srcOrd="0" destOrd="0" presId="urn:microsoft.com/office/officeart/2005/8/layout/process1"/>
    <dgm:cxn modelId="{71760FF8-67E6-4FC0-86DB-C88C1B95C155}" type="presOf" srcId="{E034E9F6-AB9D-46FB-B968-6A39BEEE4DA5}" destId="{36607D6C-B298-479F-A406-5EE2F7419672}" srcOrd="0" destOrd="0" presId="urn:microsoft.com/office/officeart/2005/8/layout/process1"/>
    <dgm:cxn modelId="{B377A8B5-FE53-4E0F-B57D-1B5F938ED89D}" type="presParOf" srcId="{A0C786E5-15D0-4B69-BA47-0743B030747C}" destId="{8B31C6B7-5C55-4555-993B-09DFE3C54B31}" srcOrd="0" destOrd="0" presId="urn:microsoft.com/office/officeart/2005/8/layout/process1"/>
    <dgm:cxn modelId="{308A0F46-A868-4DE6-B29B-C14C814A203B}" type="presParOf" srcId="{A0C786E5-15D0-4B69-BA47-0743B030747C}" destId="{36607D6C-B298-479F-A406-5EE2F7419672}" srcOrd="1" destOrd="0" presId="urn:microsoft.com/office/officeart/2005/8/layout/process1"/>
    <dgm:cxn modelId="{471C581C-A82B-4D1A-9384-112D3F2F7BF9}" type="presParOf" srcId="{36607D6C-B298-479F-A406-5EE2F7419672}" destId="{417A59E3-013A-4DCC-BBE1-0AF2377A1E8D}" srcOrd="0" destOrd="0" presId="urn:microsoft.com/office/officeart/2005/8/layout/process1"/>
    <dgm:cxn modelId="{7312EAF7-B08F-47E3-A364-E42F1FA60F7F}" type="presParOf" srcId="{A0C786E5-15D0-4B69-BA47-0743B030747C}" destId="{08CDAB88-A7E2-438A-A05E-0AB5A963F918}" srcOrd="2" destOrd="0" presId="urn:microsoft.com/office/officeart/2005/8/layout/process1"/>
    <dgm:cxn modelId="{DAF79756-DABD-41BD-BB79-AD5DBC29614F}" type="presParOf" srcId="{A0C786E5-15D0-4B69-BA47-0743B030747C}" destId="{1CCC2D61-601F-4E1F-A5CE-CA613B371B4D}" srcOrd="3" destOrd="0" presId="urn:microsoft.com/office/officeart/2005/8/layout/process1"/>
    <dgm:cxn modelId="{2461EBAD-7BE2-4EFA-BC4F-44D9555ED18E}" type="presParOf" srcId="{1CCC2D61-601F-4E1F-A5CE-CA613B371B4D}" destId="{8289E00A-1764-4478-BFC0-3ECE66593F70}" srcOrd="0" destOrd="0" presId="urn:microsoft.com/office/officeart/2005/8/layout/process1"/>
    <dgm:cxn modelId="{597963A1-B5E5-4A37-92A5-437C6B79E702}" type="presParOf" srcId="{A0C786E5-15D0-4B69-BA47-0743B030747C}" destId="{EFCF843A-9594-4393-B3CB-F5BBAA668074}" srcOrd="4" destOrd="0" presId="urn:microsoft.com/office/officeart/2005/8/layout/process1"/>
    <dgm:cxn modelId="{A484AAE9-3A26-489F-8C55-B7F37758362A}" type="presParOf" srcId="{A0C786E5-15D0-4B69-BA47-0743B030747C}" destId="{80801758-69AF-4A56-B9EA-56B8689E8A82}" srcOrd="5" destOrd="0" presId="urn:microsoft.com/office/officeart/2005/8/layout/process1"/>
    <dgm:cxn modelId="{B360BB95-F4CD-48F7-9E6B-218E3C4C770E}" type="presParOf" srcId="{80801758-69AF-4A56-B9EA-56B8689E8A82}" destId="{35A21FE6-1EDA-46F7-B1B5-C04BC3818F1C}" srcOrd="0" destOrd="0" presId="urn:microsoft.com/office/officeart/2005/8/layout/process1"/>
    <dgm:cxn modelId="{90BD7830-FD28-4100-869C-FD68DE835268}" type="presParOf" srcId="{A0C786E5-15D0-4B69-BA47-0743B030747C}" destId="{2D46CF7C-61A3-4671-85D0-9D7066E473E8}"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1C6B7-5C55-4555-993B-09DFE3C54B31}">
      <dsp:nvSpPr>
        <dsp:cNvPr id="0" name=""/>
        <dsp:cNvSpPr/>
      </dsp:nvSpPr>
      <dsp:spPr>
        <a:xfrm>
          <a:off x="3571"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Ethic</a:t>
          </a:r>
        </a:p>
      </dsp:txBody>
      <dsp:txXfrm>
        <a:off x="31015" y="567524"/>
        <a:ext cx="1506815" cy="882133"/>
      </dsp:txXfrm>
    </dsp:sp>
    <dsp:sp modelId="{36607D6C-B298-479F-A406-5EE2F7419672}">
      <dsp:nvSpPr>
        <dsp:cNvPr id="0" name=""/>
        <dsp:cNvSpPr/>
      </dsp:nvSpPr>
      <dsp:spPr>
        <a:xfrm>
          <a:off x="1721445" y="814940"/>
          <a:ext cx="331081" cy="3873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AU" sz="1500" kern="1200"/>
        </a:p>
      </dsp:txBody>
      <dsp:txXfrm>
        <a:off x="1721445" y="892400"/>
        <a:ext cx="231757" cy="232382"/>
      </dsp:txXfrm>
    </dsp:sp>
    <dsp:sp modelId="{08CDAB88-A7E2-438A-A05E-0AB5A963F918}">
      <dsp:nvSpPr>
        <dsp:cNvPr id="0" name=""/>
        <dsp:cNvSpPr/>
      </dsp:nvSpPr>
      <dsp:spPr>
        <a:xfrm>
          <a:off x="2189956"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Focus Group</a:t>
          </a:r>
        </a:p>
      </dsp:txBody>
      <dsp:txXfrm>
        <a:off x="2217400" y="567524"/>
        <a:ext cx="1506815" cy="882133"/>
      </dsp:txXfrm>
    </dsp:sp>
    <dsp:sp modelId="{1CCC2D61-601F-4E1F-A5CE-CA613B371B4D}">
      <dsp:nvSpPr>
        <dsp:cNvPr id="0" name=""/>
        <dsp:cNvSpPr/>
      </dsp:nvSpPr>
      <dsp:spPr>
        <a:xfrm>
          <a:off x="3907829" y="814940"/>
          <a:ext cx="331081" cy="3873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AU" sz="1500" kern="1200"/>
        </a:p>
      </dsp:txBody>
      <dsp:txXfrm>
        <a:off x="3907829" y="892400"/>
        <a:ext cx="231757" cy="232382"/>
      </dsp:txXfrm>
    </dsp:sp>
    <dsp:sp modelId="{EFCF843A-9594-4393-B3CB-F5BBAA668074}">
      <dsp:nvSpPr>
        <dsp:cNvPr id="0" name=""/>
        <dsp:cNvSpPr/>
      </dsp:nvSpPr>
      <dsp:spPr>
        <a:xfrm>
          <a:off x="4376340"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Thematic Analysis</a:t>
          </a:r>
        </a:p>
      </dsp:txBody>
      <dsp:txXfrm>
        <a:off x="4403784" y="567524"/>
        <a:ext cx="1506815" cy="882133"/>
      </dsp:txXfrm>
    </dsp:sp>
    <dsp:sp modelId="{80801758-69AF-4A56-B9EA-56B8689E8A82}">
      <dsp:nvSpPr>
        <dsp:cNvPr id="0" name=""/>
        <dsp:cNvSpPr/>
      </dsp:nvSpPr>
      <dsp:spPr>
        <a:xfrm>
          <a:off x="6094214" y="814940"/>
          <a:ext cx="331081" cy="3873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AU" sz="1700" kern="1200"/>
        </a:p>
      </dsp:txBody>
      <dsp:txXfrm>
        <a:off x="6094214" y="892400"/>
        <a:ext cx="231757" cy="232382"/>
      </dsp:txXfrm>
    </dsp:sp>
    <dsp:sp modelId="{2D46CF7C-61A3-4671-85D0-9D7066E473E8}">
      <dsp:nvSpPr>
        <dsp:cNvPr id="0" name=""/>
        <dsp:cNvSpPr/>
      </dsp:nvSpPr>
      <dsp:spPr>
        <a:xfrm>
          <a:off x="6562724"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Results</a:t>
          </a:r>
        </a:p>
      </dsp:txBody>
      <dsp:txXfrm>
        <a:off x="6590168" y="567524"/>
        <a:ext cx="1506815" cy="8821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1C6B7-5C55-4555-993B-09DFE3C54B31}">
      <dsp:nvSpPr>
        <dsp:cNvPr id="0" name=""/>
        <dsp:cNvSpPr/>
      </dsp:nvSpPr>
      <dsp:spPr>
        <a:xfrm>
          <a:off x="3571" y="540080"/>
          <a:ext cx="1561703" cy="937021"/>
        </a:xfrm>
        <a:prstGeom prst="roundRect">
          <a:avLst>
            <a:gd name="adj" fmla="val 1000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endParaRPr lang="en-AU" sz="1500" kern="1200" dirty="0">
            <a:latin typeface="Tw Cen MT" panose="020B0602020104020603" pitchFamily="34" charset="0"/>
          </a:endParaRPr>
        </a:p>
      </dsp:txBody>
      <dsp:txXfrm>
        <a:off x="31015" y="567524"/>
        <a:ext cx="1506815" cy="882133"/>
      </dsp:txXfrm>
    </dsp:sp>
    <dsp:sp modelId="{36607D6C-B298-479F-A406-5EE2F7419672}">
      <dsp:nvSpPr>
        <dsp:cNvPr id="0" name=""/>
        <dsp:cNvSpPr/>
      </dsp:nvSpPr>
      <dsp:spPr>
        <a:xfrm>
          <a:off x="1721445" y="814940"/>
          <a:ext cx="331081" cy="387302"/>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AU" sz="1500" kern="1200"/>
        </a:p>
      </dsp:txBody>
      <dsp:txXfrm>
        <a:off x="1721445" y="892400"/>
        <a:ext cx="231757" cy="232382"/>
      </dsp:txXfrm>
    </dsp:sp>
    <dsp:sp modelId="{08CDAB88-A7E2-438A-A05E-0AB5A963F918}">
      <dsp:nvSpPr>
        <dsp:cNvPr id="0" name=""/>
        <dsp:cNvSpPr/>
      </dsp:nvSpPr>
      <dsp:spPr>
        <a:xfrm>
          <a:off x="2189956"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Sydney</a:t>
          </a:r>
          <a:r>
            <a:rPr lang="en-AU" sz="1500" kern="1200" baseline="0" dirty="0">
              <a:latin typeface="Tw Cen MT" panose="020B0602020104020603" pitchFamily="34" charset="0"/>
            </a:rPr>
            <a:t> Household Travel Survey Data</a:t>
          </a:r>
          <a:endParaRPr lang="en-AU" sz="1500" kern="1200" dirty="0">
            <a:latin typeface="Tw Cen MT" panose="020B0602020104020603" pitchFamily="34" charset="0"/>
          </a:endParaRPr>
        </a:p>
      </dsp:txBody>
      <dsp:txXfrm>
        <a:off x="2217400" y="567524"/>
        <a:ext cx="1506815" cy="882133"/>
      </dsp:txXfrm>
    </dsp:sp>
    <dsp:sp modelId="{1CCC2D61-601F-4E1F-A5CE-CA613B371B4D}">
      <dsp:nvSpPr>
        <dsp:cNvPr id="0" name=""/>
        <dsp:cNvSpPr/>
      </dsp:nvSpPr>
      <dsp:spPr>
        <a:xfrm>
          <a:off x="3907829" y="814940"/>
          <a:ext cx="331081" cy="3873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AU" sz="1500" kern="1200"/>
        </a:p>
      </dsp:txBody>
      <dsp:txXfrm>
        <a:off x="3907829" y="892400"/>
        <a:ext cx="231757" cy="232382"/>
      </dsp:txXfrm>
    </dsp:sp>
    <dsp:sp modelId="{EFCF843A-9594-4393-B3CB-F5BBAA668074}">
      <dsp:nvSpPr>
        <dsp:cNvPr id="0" name=""/>
        <dsp:cNvSpPr/>
      </dsp:nvSpPr>
      <dsp:spPr>
        <a:xfrm>
          <a:off x="4376340"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Propensity Matching Score</a:t>
          </a:r>
        </a:p>
      </dsp:txBody>
      <dsp:txXfrm>
        <a:off x="4403784" y="567524"/>
        <a:ext cx="1506815" cy="882133"/>
      </dsp:txXfrm>
    </dsp:sp>
    <dsp:sp modelId="{80801758-69AF-4A56-B9EA-56B8689E8A82}">
      <dsp:nvSpPr>
        <dsp:cNvPr id="0" name=""/>
        <dsp:cNvSpPr/>
      </dsp:nvSpPr>
      <dsp:spPr>
        <a:xfrm>
          <a:off x="6094214" y="814940"/>
          <a:ext cx="331081" cy="387302"/>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AU" sz="1700" kern="1200"/>
        </a:p>
      </dsp:txBody>
      <dsp:txXfrm>
        <a:off x="6094214" y="892400"/>
        <a:ext cx="231757" cy="232382"/>
      </dsp:txXfrm>
    </dsp:sp>
    <dsp:sp modelId="{2D46CF7C-61A3-4671-85D0-9D7066E473E8}">
      <dsp:nvSpPr>
        <dsp:cNvPr id="0" name=""/>
        <dsp:cNvSpPr/>
      </dsp:nvSpPr>
      <dsp:spPr>
        <a:xfrm>
          <a:off x="6562724" y="540080"/>
          <a:ext cx="1561703" cy="937021"/>
        </a:xfrm>
        <a:prstGeom prst="roundRect">
          <a:avLst>
            <a:gd name="adj" fmla="val 10000"/>
          </a:avLst>
        </a:prstGeom>
        <a:solidFill>
          <a:schemeClr val="dk2">
            <a:hueOff val="0"/>
            <a:satOff val="0"/>
            <a:lumOff val="0"/>
            <a:alphaOff val="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AU" sz="1500" kern="1200" dirty="0">
              <a:latin typeface="Tw Cen MT" panose="020B0602020104020603" pitchFamily="34" charset="0"/>
            </a:rPr>
            <a:t>Results</a:t>
          </a:r>
        </a:p>
      </dsp:txBody>
      <dsp:txXfrm>
        <a:off x="6590168" y="567524"/>
        <a:ext cx="1506815" cy="8821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27F407-583A-4171-91AA-349C3F26634A}" type="datetimeFigureOut">
              <a:rPr lang="en-AU" smtClean="0"/>
              <a:t>28/09/2026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5BA23B-F67D-454D-9A1D-80D0C931CD07}" type="slidenum">
              <a:rPr lang="en-AU" smtClean="0"/>
              <a:t>‹#›</a:t>
            </a:fld>
            <a:endParaRPr lang="en-AU"/>
          </a:p>
        </p:txBody>
      </p:sp>
    </p:spTree>
    <p:extLst>
      <p:ext uri="{BB962C8B-B14F-4D97-AF65-F5344CB8AC3E}">
        <p14:creationId xmlns:p14="http://schemas.microsoft.com/office/powerpoint/2010/main" val="1113618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1711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5BA23B-F67D-454D-9A1D-80D0C931CD07}" type="slidenum">
              <a:rPr lang="en-AU" smtClean="0"/>
              <a:t>2</a:t>
            </a:fld>
            <a:endParaRPr lang="en-AU"/>
          </a:p>
        </p:txBody>
      </p:sp>
    </p:spTree>
    <p:extLst>
      <p:ext uri="{BB962C8B-B14F-4D97-AF65-F5344CB8AC3E}">
        <p14:creationId xmlns:p14="http://schemas.microsoft.com/office/powerpoint/2010/main" val="4039076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4363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150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400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4239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45810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30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34896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9517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408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7121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432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1207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8064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9725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2571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4974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797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20</a:t>
            </a:fld>
            <a:endParaRPr lang="en-AU"/>
          </a:p>
        </p:txBody>
      </p:sp>
    </p:spTree>
    <p:extLst>
      <p:ext uri="{BB962C8B-B14F-4D97-AF65-F5344CB8AC3E}">
        <p14:creationId xmlns:p14="http://schemas.microsoft.com/office/powerpoint/2010/main" val="2775309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A04D8B4-02B2-4E44-A702-C1FA625A917E}" type="slidenum">
              <a:rPr lang="en-AU" smtClean="0"/>
              <a:t>21</a:t>
            </a:fld>
            <a:endParaRPr lang="en-AU"/>
          </a:p>
        </p:txBody>
      </p:sp>
    </p:spTree>
    <p:extLst>
      <p:ext uri="{BB962C8B-B14F-4D97-AF65-F5344CB8AC3E}">
        <p14:creationId xmlns:p14="http://schemas.microsoft.com/office/powerpoint/2010/main" val="1951227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04D8B4-02B2-4E44-A702-C1FA625A917E}"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26201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A04D8B4-02B2-4E44-A702-C1FA625A917E}" type="slidenum">
              <a:rPr lang="en-AU" smtClean="0"/>
              <a:t>23</a:t>
            </a:fld>
            <a:endParaRPr lang="en-AU"/>
          </a:p>
        </p:txBody>
      </p:sp>
    </p:spTree>
    <p:extLst>
      <p:ext uri="{BB962C8B-B14F-4D97-AF65-F5344CB8AC3E}">
        <p14:creationId xmlns:p14="http://schemas.microsoft.com/office/powerpoint/2010/main" val="21600197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Red option 1 (add own image)">
    <p:spTree>
      <p:nvGrpSpPr>
        <p:cNvPr id="1" name=""/>
        <p:cNvGrpSpPr/>
        <p:nvPr/>
      </p:nvGrpSpPr>
      <p:grpSpPr>
        <a:xfrm>
          <a:off x="0" y="0"/>
          <a:ext cx="0" cy="0"/>
          <a:chOff x="0" y="0"/>
          <a:chExt cx="0" cy="0"/>
        </a:xfrm>
      </p:grpSpPr>
      <p:sp>
        <p:nvSpPr>
          <p:cNvPr id="6" name="Rectangle 5"/>
          <p:cNvSpPr/>
          <p:nvPr/>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4" name="Picture Placeholder 13"/>
          <p:cNvSpPr>
            <a:spLocks noGrp="1"/>
          </p:cNvSpPr>
          <p:nvPr>
            <p:ph type="pic" sz="quarter" idx="12"/>
          </p:nvPr>
        </p:nvSpPr>
        <p:spPr>
          <a:xfrm>
            <a:off x="6117168" y="0"/>
            <a:ext cx="6074833" cy="6858000"/>
          </a:xfrm>
          <a:solidFill>
            <a:schemeClr val="accent4"/>
          </a:solidFill>
        </p:spPr>
        <p:txBody>
          <a:bodyPr anchor="ctr" anchorCtr="0"/>
          <a:lstStyle>
            <a:lvl1pPr marL="0" indent="0" algn="ctr">
              <a:buNone/>
              <a:defRPr/>
            </a:lvl1pPr>
          </a:lstStyle>
          <a:p>
            <a:pPr lvl="0"/>
            <a:r>
              <a:rPr lang="en-US" noProof="0"/>
              <a:t>Click icon to add picture</a:t>
            </a:r>
          </a:p>
        </p:txBody>
      </p:sp>
      <p:sp>
        <p:nvSpPr>
          <p:cNvPr id="16"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05367" y="5778161"/>
            <a:ext cx="2048933" cy="657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331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ed option 2">
    <p:spTree>
      <p:nvGrpSpPr>
        <p:cNvPr id="1" name=""/>
        <p:cNvGrpSpPr/>
        <p:nvPr/>
      </p:nvGrpSpPr>
      <p:grpSpPr>
        <a:xfrm>
          <a:off x="0" y="0"/>
          <a:ext cx="0" cy="0"/>
          <a:chOff x="0" y="0"/>
          <a:chExt cx="0" cy="0"/>
        </a:xfrm>
      </p:grpSpPr>
      <p:pic>
        <p:nvPicPr>
          <p:cNvPr id="5" name="Picture 6"/>
          <p:cNvPicPr>
            <a:picLocks noChangeAspect="1"/>
          </p:cNvPicPr>
          <p:nvPr userDrawn="1"/>
        </p:nvPicPr>
        <p:blipFill rotWithShape="1">
          <a:blip r:embed="rId2">
            <a:extLst>
              <a:ext uri="{28A0092B-C50C-407E-A947-70E740481C1C}">
                <a14:useLocalDpi xmlns:a14="http://schemas.microsoft.com/office/drawing/2010/main" val="0"/>
              </a:ext>
            </a:extLst>
          </a:blip>
          <a:srcRect t="4981" b="4"/>
          <a:stretch/>
        </p:blipFill>
        <p:spPr bwMode="auto">
          <a:xfrm>
            <a:off x="5774345" y="0"/>
            <a:ext cx="6427727" cy="6872400"/>
          </a:xfrm>
          <a:prstGeom prst="rect">
            <a:avLst/>
          </a:prstGeom>
          <a:blipFill rotWithShape="1">
            <a:blip r:embed="rId3"/>
            <a:stretch>
              <a:fillRect/>
            </a:stretch>
          </a:blipFill>
          <a:ln>
            <a:noFill/>
          </a:ln>
        </p:spPr>
      </p:pic>
      <p:sp>
        <p:nvSpPr>
          <p:cNvPr id="8" name="Rectangle 7"/>
          <p:cNvSpPr/>
          <p:nvPr userDrawn="1"/>
        </p:nvSpPr>
        <p:spPr>
          <a:xfrm>
            <a:off x="0"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2"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13"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5"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8900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Red option 4">
    <p:spTree>
      <p:nvGrpSpPr>
        <p:cNvPr id="1" name=""/>
        <p:cNvGrpSpPr/>
        <p:nvPr/>
      </p:nvGrpSpPr>
      <p:grpSpPr>
        <a:xfrm>
          <a:off x="0" y="0"/>
          <a:ext cx="0" cy="0"/>
          <a:chOff x="0" y="0"/>
          <a:chExt cx="0" cy="0"/>
        </a:xfrm>
      </p:grpSpPr>
      <p:pic>
        <p:nvPicPr>
          <p:cNvPr id="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60018" y="0"/>
            <a:ext cx="613198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a:xfrm>
            <a:off x="1" y="0"/>
            <a:ext cx="6117167"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7"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856C82CC-9EF2-B117-2DA6-6C2C7FF841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3983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Red option 5 (no imag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rgbClr val="E6462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7" name="Title 8"/>
          <p:cNvSpPr>
            <a:spLocks noGrp="1"/>
          </p:cNvSpPr>
          <p:nvPr>
            <p:ph type="title"/>
          </p:nvPr>
        </p:nvSpPr>
        <p:spPr>
          <a:xfrm>
            <a:off x="509179" y="1797600"/>
            <a:ext cx="5265165" cy="443577"/>
          </a:xfrm>
        </p:spPr>
        <p:txBody>
          <a:bodyPr anchor="t"/>
          <a:lstStyle>
            <a:lvl1pPr>
              <a:defRPr sz="2200">
                <a:solidFill>
                  <a:schemeClr val="bg1"/>
                </a:solidFill>
              </a:defRPr>
            </a:lvl1pPr>
          </a:lstStyle>
          <a:p>
            <a:r>
              <a:rPr lang="en-US"/>
              <a:t>Click to edit Master title style</a:t>
            </a:r>
          </a:p>
        </p:txBody>
      </p:sp>
      <p:sp>
        <p:nvSpPr>
          <p:cNvPr id="8"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1"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AC1E576-286A-ED69-C305-598AE76460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85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White option 1 (add own imag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4" name="Picture Placeholder 13"/>
          <p:cNvSpPr>
            <a:spLocks noGrp="1"/>
          </p:cNvSpPr>
          <p:nvPr>
            <p:ph type="pic" sz="quarter" idx="12"/>
          </p:nvPr>
        </p:nvSpPr>
        <p:spPr>
          <a:xfrm>
            <a:off x="6117168" y="418355"/>
            <a:ext cx="5533811" cy="6017555"/>
          </a:xfrm>
          <a:solidFill>
            <a:schemeClr val="accent4"/>
          </a:solidFill>
          <a:ln>
            <a:noFill/>
          </a:ln>
        </p:spPr>
        <p:txBody>
          <a:bodyPr anchor="ctr" anchorCtr="0"/>
          <a:lstStyle>
            <a:lvl1pPr marL="0" indent="0" algn="ctr">
              <a:buNone/>
              <a:defRPr/>
            </a:lvl1pPr>
          </a:lstStyle>
          <a:p>
            <a:pPr lvl="0"/>
            <a:r>
              <a:rPr lang="en-US" noProof="0"/>
              <a:t>Click icon to add picture</a:t>
            </a:r>
          </a:p>
        </p:txBody>
      </p:sp>
      <p:sp>
        <p:nvSpPr>
          <p:cNvPr id="11"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2"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0F13042-ABE4-0BCC-3357-19E8FE2B70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9990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White option 2">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6" name="Picture Placeholder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F32520DF-35D2-1C27-3F75-55FF633620C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9995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White option 3">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0" name="Title 8"/>
          <p:cNvSpPr>
            <a:spLocks noGrp="1"/>
          </p:cNvSpPr>
          <p:nvPr>
            <p:ph type="title"/>
          </p:nvPr>
        </p:nvSpPr>
        <p:spPr>
          <a:xfrm>
            <a:off x="509179" y="419101"/>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4069941"/>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1923901"/>
            <a:ext cx="5263989" cy="83291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1FBC76E0-F4F8-33E0-D6D0-D05EF8B072E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51781"/>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99363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White option 4">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pic>
        <p:nvPicPr>
          <p:cNvPr id="6" name="Picture Placeholder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3367" y="419101"/>
            <a:ext cx="5380567" cy="601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746EF06C-3FCE-1A23-D0CE-95485DBC95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714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White option 5 (no image)">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10" name="Title 8"/>
          <p:cNvSpPr>
            <a:spLocks noGrp="1"/>
          </p:cNvSpPr>
          <p:nvPr>
            <p:ph type="title"/>
          </p:nvPr>
        </p:nvSpPr>
        <p:spPr>
          <a:xfrm>
            <a:off x="509179" y="1797600"/>
            <a:ext cx="5265165" cy="443577"/>
          </a:xfrm>
        </p:spPr>
        <p:txBody>
          <a:bodyPr anchor="t"/>
          <a:lstStyle>
            <a:lvl1pPr>
              <a:defRPr sz="2200">
                <a:solidFill>
                  <a:srgbClr val="E64626"/>
                </a:solidFill>
              </a:defRPr>
            </a:lvl1pPr>
          </a:lstStyle>
          <a:p>
            <a:r>
              <a:rPr lang="en-US"/>
              <a:t>Click to edit Master title style</a:t>
            </a:r>
          </a:p>
        </p:txBody>
      </p:sp>
      <p:sp>
        <p:nvSpPr>
          <p:cNvPr id="11" name="Text Placeholder 4"/>
          <p:cNvSpPr>
            <a:spLocks noGrp="1"/>
          </p:cNvSpPr>
          <p:nvPr>
            <p:ph type="body" sz="quarter" idx="11"/>
          </p:nvPr>
        </p:nvSpPr>
        <p:spPr>
          <a:xfrm>
            <a:off x="489255" y="3360968"/>
            <a:ext cx="5285089" cy="852488"/>
          </a:xfrm>
        </p:spPr>
        <p:txBody>
          <a:bodyPr/>
          <a:lstStyle>
            <a:lvl1pPr marL="0" indent="0">
              <a:lnSpc>
                <a:spcPct val="90000"/>
              </a:lnSpc>
              <a:buNone/>
              <a:defRPr sz="12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p:txBody>
      </p:sp>
      <p:sp>
        <p:nvSpPr>
          <p:cNvPr id="12" name="Text Placeholder 4"/>
          <p:cNvSpPr>
            <a:spLocks noGrp="1"/>
          </p:cNvSpPr>
          <p:nvPr>
            <p:ph type="body" sz="quarter" idx="13"/>
          </p:nvPr>
        </p:nvSpPr>
        <p:spPr>
          <a:xfrm>
            <a:off x="510355" y="2248650"/>
            <a:ext cx="5263989" cy="852488"/>
          </a:xfrm>
        </p:spPr>
        <p:txBody>
          <a:bodyPr/>
          <a:lstStyle>
            <a:lvl1pPr marL="0" indent="0">
              <a:lnSpc>
                <a:spcPct val="90000"/>
              </a:lnSpc>
              <a:buNone/>
              <a:defRPr sz="2200">
                <a:solidFill>
                  <a:srgbClr val="000000"/>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31A09EB5-C95D-7B01-BB0F-D489C2D7B5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49247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idx="1"/>
          </p:nvPr>
        </p:nvSpPr>
        <p:spPr/>
        <p:txBody>
          <a:bodyPr/>
          <a:lstStyle>
            <a:lvl1pPr>
              <a:lnSpc>
                <a:spcPct val="90000"/>
              </a:lnSpc>
              <a:defRPr/>
            </a:lvl1pPr>
            <a:lvl2pPr marL="742950" indent="-285750">
              <a:lnSpc>
                <a:spcPct val="90000"/>
              </a:lnSpc>
              <a:buFont typeface="Lucida Grande"/>
              <a:buChar char="–"/>
              <a:defRPr sz="1800"/>
            </a:lvl2pPr>
            <a:lvl3pPr>
              <a:lnSpc>
                <a:spcPct val="90000"/>
              </a:lnSpc>
              <a:defRPr sz="16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42529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itle and Two Content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3" name="Content Placeholder 2"/>
          <p:cNvSpPr>
            <a:spLocks noGrp="1"/>
          </p:cNvSpPr>
          <p:nvPr>
            <p:ph sz="half" idx="1"/>
          </p:nvPr>
        </p:nvSpPr>
        <p:spPr>
          <a:xfrm>
            <a:off x="609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75682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9" name="Text Placeholder 7"/>
          <p:cNvSpPr>
            <a:spLocks noGrp="1"/>
          </p:cNvSpPr>
          <p:nvPr>
            <p:ph type="body" sz="quarter" idx="12"/>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
        <p:nvSpPr>
          <p:cNvPr id="6" name="Picture Placeholder 5"/>
          <p:cNvSpPr>
            <a:spLocks noGrp="1"/>
          </p:cNvSpPr>
          <p:nvPr>
            <p:ph type="pic" sz="quarter" idx="10"/>
          </p:nvPr>
        </p:nvSpPr>
        <p:spPr>
          <a:xfrm>
            <a:off x="609600" y="1360488"/>
            <a:ext cx="5384800" cy="4130394"/>
          </a:xfrm>
        </p:spPr>
        <p:txBody>
          <a:bodyPr/>
          <a:lstStyle>
            <a:lvl1pPr marL="0" indent="0">
              <a:buNone/>
              <a:defRPr/>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69253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5" name="Table Placeholder 4"/>
          <p:cNvSpPr>
            <a:spLocks noGrp="1"/>
          </p:cNvSpPr>
          <p:nvPr>
            <p:ph type="tbl" sz="quarter" idx="12"/>
          </p:nvPr>
        </p:nvSpPr>
        <p:spPr>
          <a:xfrm>
            <a:off x="609600" y="1360489"/>
            <a:ext cx="5384800" cy="4130675"/>
          </a:xfrm>
        </p:spPr>
        <p:txBody>
          <a:bodyPr/>
          <a:lstStyle>
            <a:lvl1pPr marL="0" indent="0">
              <a:buNone/>
              <a:defRPr/>
            </a:lvl1pPr>
          </a:lstStyle>
          <a:p>
            <a:pPr lvl="0"/>
            <a:r>
              <a:rPr lang="en-US" noProof="0"/>
              <a:t>Click icon to add table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884457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and Chart">
    <p:spTree>
      <p:nvGrpSpPr>
        <p:cNvPr id="1" name=""/>
        <p:cNvGrpSpPr/>
        <p:nvPr/>
      </p:nvGrpSpPr>
      <p:grpSpPr>
        <a:xfrm>
          <a:off x="0" y="0"/>
          <a:ext cx="0" cy="0"/>
          <a:chOff x="0" y="0"/>
          <a:chExt cx="0" cy="0"/>
        </a:xfrm>
      </p:grpSpPr>
      <p:sp>
        <p:nvSpPr>
          <p:cNvPr id="6" name="Chart Placeholder 5"/>
          <p:cNvSpPr>
            <a:spLocks noGrp="1"/>
          </p:cNvSpPr>
          <p:nvPr>
            <p:ph type="chart" sz="quarter" idx="13"/>
          </p:nvPr>
        </p:nvSpPr>
        <p:spPr>
          <a:xfrm>
            <a:off x="609600" y="1360489"/>
            <a:ext cx="5384800" cy="4130675"/>
          </a:xfrm>
        </p:spPr>
        <p:txBody>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a:lvl1pPr>
          </a:lstStyle>
          <a:p>
            <a:pPr lvl="0"/>
            <a:r>
              <a:rPr lang="en-US" noProof="0"/>
              <a:t>Click icon to add chart</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
        <p:nvSpPr>
          <p:cNvPr id="4" name="Content Placeholder 3"/>
          <p:cNvSpPr>
            <a:spLocks noGrp="1"/>
          </p:cNvSpPr>
          <p:nvPr>
            <p:ph sz="half" idx="2"/>
          </p:nvPr>
        </p:nvSpPr>
        <p:spPr>
          <a:xfrm>
            <a:off x="6197600" y="1359926"/>
            <a:ext cx="5384800" cy="4525963"/>
          </a:xfrm>
        </p:spPr>
        <p:txBody>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Text Placeholder 7"/>
          <p:cNvSpPr>
            <a:spLocks noGrp="1"/>
          </p:cNvSpPr>
          <p:nvPr>
            <p:ph type="body" sz="quarter" idx="11"/>
          </p:nvPr>
        </p:nvSpPr>
        <p:spPr>
          <a:xfrm>
            <a:off x="609600" y="5491163"/>
            <a:ext cx="5384800" cy="537602"/>
          </a:xfrm>
        </p:spPr>
        <p:txBody>
          <a:bodyPr lIns="0" tIns="72000" rIns="72000">
            <a:noAutofit/>
          </a:bodyPr>
          <a:lstStyle>
            <a:lvl1pPr marL="0" marR="0" indent="0" algn="l" defTabSz="457200" rtl="0" eaLnBrk="1" fontAlgn="auto" latinLnBrk="0" hangingPunct="1">
              <a:lnSpc>
                <a:spcPct val="100000"/>
              </a:lnSpc>
              <a:spcBef>
                <a:spcPct val="20000"/>
              </a:spcBef>
              <a:spcAft>
                <a:spcPts val="0"/>
              </a:spcAft>
              <a:buClrTx/>
              <a:buSzTx/>
              <a:buFont typeface="Lucida Grande"/>
              <a:buNone/>
              <a:tabLst/>
              <a:defRPr sz="1100"/>
            </a:lvl1pPr>
            <a:lvl2pPr>
              <a:defRPr sz="11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7021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p:txBody>
          <a:bodyPr anchor="ctr" anchorCtr="1"/>
          <a:lstStyle>
            <a:lvl1pPr marL="0" indent="0" algn="ctr">
              <a:buNone/>
              <a:defRPr baseline="0"/>
            </a:lvl1pPr>
          </a:lstStyle>
          <a:p>
            <a:pPr lvl="0"/>
            <a:r>
              <a:rPr lang="en-US" noProof="0"/>
              <a:t>Click icon to add picture</a:t>
            </a:r>
          </a:p>
        </p:txBody>
      </p:sp>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3915020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64626"/>
                </a:solidFill>
              </a:defRPr>
            </a:lvl1pPr>
          </a:lstStyle>
          <a:p>
            <a:r>
              <a:rPr lang="en-US"/>
              <a:t>Click to edit Master title style</a:t>
            </a:r>
          </a:p>
        </p:txBody>
      </p:sp>
    </p:spTree>
    <p:extLst>
      <p:ext uri="{BB962C8B-B14F-4D97-AF65-F5344CB8AC3E}">
        <p14:creationId xmlns:p14="http://schemas.microsoft.com/office/powerpoint/2010/main" val="2822855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390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65C48A-7357-4A4E-7E63-8D8E4B750FDE}"/>
              </a:ext>
            </a:extLst>
          </p:cNvPr>
          <p:cNvPicPr>
            <a:picLocks noChangeAspect="1"/>
          </p:cNvPicPr>
          <p:nvPr userDrawn="1"/>
        </p:nvPicPr>
        <p:blipFill>
          <a:blip r:embed="rId2">
            <a:duotone>
              <a:srgbClr val="4C4C4C">
                <a:shade val="45000"/>
                <a:satMod val="135000"/>
              </a:srgbClr>
              <a:prstClr val="white"/>
            </a:duotone>
            <a:alphaModFix amt="20000"/>
          </a:blip>
          <a:stretch>
            <a:fillRect/>
          </a:stretch>
        </p:blipFill>
        <p:spPr>
          <a:xfrm>
            <a:off x="0" y="4670172"/>
            <a:ext cx="12192000" cy="2187828"/>
          </a:xfrm>
          <a:prstGeom prst="rect">
            <a:avLst/>
          </a:prstGeom>
        </p:spPr>
      </p:pic>
    </p:spTree>
    <p:extLst>
      <p:ext uri="{BB962C8B-B14F-4D97-AF65-F5344CB8AC3E}">
        <p14:creationId xmlns:p14="http://schemas.microsoft.com/office/powerpoint/2010/main" val="10116941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Divider - Option 1">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solidFill>
                <a:schemeClr val="bg1"/>
              </a:solidFill>
            </a:endParaRPr>
          </a:p>
        </p:txBody>
      </p:sp>
      <p:pic>
        <p:nvPicPr>
          <p:cNvPr id="8" name="Picture 7" descr="USY_MB1_PMS_1_Colour_Reversed_Log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5367" y="5905501"/>
            <a:ext cx="204893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8"/>
          <p:cNvSpPr>
            <a:spLocks noGrp="1"/>
          </p:cNvSpPr>
          <p:nvPr>
            <p:ph type="title"/>
          </p:nvPr>
        </p:nvSpPr>
        <p:spPr>
          <a:xfrm>
            <a:off x="509179" y="348303"/>
            <a:ext cx="11184781" cy="443577"/>
          </a:xfrm>
        </p:spPr>
        <p:txBody>
          <a:bodyPr anchor="t"/>
          <a:lstStyle>
            <a:lvl1pPr>
              <a:defRPr baseline="0">
                <a:solidFill>
                  <a:srgbClr val="E64626"/>
                </a:solidFill>
              </a:defRPr>
            </a:lvl1pPr>
          </a:lstStyle>
          <a:p>
            <a:r>
              <a:rPr lang="en-US"/>
              <a:t>Click to edit Master title style</a:t>
            </a:r>
          </a:p>
        </p:txBody>
      </p:sp>
      <p:sp>
        <p:nvSpPr>
          <p:cNvPr id="5" name="Text Placeholder 4"/>
          <p:cNvSpPr>
            <a:spLocks noGrp="1"/>
          </p:cNvSpPr>
          <p:nvPr>
            <p:ph type="body" sz="quarter" idx="11"/>
          </p:nvPr>
        </p:nvSpPr>
        <p:spPr>
          <a:xfrm>
            <a:off x="510354" y="799353"/>
            <a:ext cx="11183607"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Picture Placeholder 13"/>
          <p:cNvSpPr>
            <a:spLocks noGrp="1"/>
          </p:cNvSpPr>
          <p:nvPr>
            <p:ph type="pic" sz="quarter" idx="12"/>
          </p:nvPr>
        </p:nvSpPr>
        <p:spPr>
          <a:xfrm>
            <a:off x="605940" y="1800412"/>
            <a:ext cx="10968648" cy="4635496"/>
          </a:xfrm>
          <a:solidFill>
            <a:schemeClr val="accent4"/>
          </a:solidFill>
        </p:spPr>
        <p:txBody>
          <a:bodyPr anchor="ctr" anchorCtr="0"/>
          <a:lstStyle>
            <a:lvl1pPr marL="0" indent="0" algn="ctr">
              <a:buNone/>
              <a:defRPr/>
            </a:lvl1pPr>
          </a:lstStyle>
          <a:p>
            <a:pPr lvl="0"/>
            <a:r>
              <a:rPr lang="en-US" noProof="0"/>
              <a:t>Click icon to add picture</a:t>
            </a:r>
          </a:p>
        </p:txBody>
      </p:sp>
    </p:spTree>
    <p:extLst>
      <p:ext uri="{BB962C8B-B14F-4D97-AF65-F5344CB8AC3E}">
        <p14:creationId xmlns:p14="http://schemas.microsoft.com/office/powerpoint/2010/main" val="26400202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ection Divider - Option 2">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DC6FDC5E-239A-7DA8-C450-BA7A3F0580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319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Option 3">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baseline="0">
                <a:solidFill>
                  <a:schemeClr val="tx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6965C7FA-AD29-C62E-FF35-E25745E7CF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552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Option 4">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sz="1800"/>
          </a:p>
        </p:txBody>
      </p:sp>
      <p:sp>
        <p:nvSpPr>
          <p:cNvPr id="9" name="Title 8"/>
          <p:cNvSpPr>
            <a:spLocks noGrp="1"/>
          </p:cNvSpPr>
          <p:nvPr>
            <p:ph type="title"/>
          </p:nvPr>
        </p:nvSpPr>
        <p:spPr>
          <a:xfrm>
            <a:off x="509179" y="1797600"/>
            <a:ext cx="5265165" cy="443577"/>
          </a:xfrm>
        </p:spPr>
        <p:txBody>
          <a:bodyPr anchor="t"/>
          <a:lstStyle>
            <a:lvl1pPr>
              <a:defRPr baseline="0">
                <a:solidFill>
                  <a:schemeClr val="bg1"/>
                </a:solidFill>
              </a:defRPr>
            </a:lvl1pPr>
          </a:lstStyle>
          <a:p>
            <a:r>
              <a:rPr lang="en-US"/>
              <a:t>Click to edit Master title style</a:t>
            </a:r>
          </a:p>
        </p:txBody>
      </p:sp>
      <p:sp>
        <p:nvSpPr>
          <p:cNvPr id="5" name="Text Placeholder 4"/>
          <p:cNvSpPr>
            <a:spLocks noGrp="1"/>
          </p:cNvSpPr>
          <p:nvPr>
            <p:ph type="body" sz="quarter" idx="11"/>
          </p:nvPr>
        </p:nvSpPr>
        <p:spPr>
          <a:xfrm>
            <a:off x="510355" y="2248650"/>
            <a:ext cx="5263989" cy="852488"/>
          </a:xfrm>
        </p:spPr>
        <p:txBody>
          <a:bodyPr/>
          <a:lstStyle>
            <a:lvl1pPr marL="0" indent="0">
              <a:lnSpc>
                <a:spcPct val="90000"/>
              </a:lnSpc>
              <a:buNone/>
              <a:defRPr sz="2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pic>
        <p:nvPicPr>
          <p:cNvPr id="2" name="Picture 1">
            <a:extLst>
              <a:ext uri="{FF2B5EF4-FFF2-40B4-BE49-F238E27FC236}">
                <a16:creationId xmlns:a16="http://schemas.microsoft.com/office/drawing/2014/main" id="{5A6DF647-DF09-C0D6-4B30-AD0EEC01EF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15953" y="5776044"/>
            <a:ext cx="1720848" cy="68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23520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2AA86-9120-EFD3-4283-B8AEC355F78D}"/>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117218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117475"/>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Insert slide title here… 24pt</a:t>
            </a:r>
          </a:p>
        </p:txBody>
      </p:sp>
      <p:sp>
        <p:nvSpPr>
          <p:cNvPr id="3" name="Text Placeholder 2"/>
          <p:cNvSpPr>
            <a:spLocks noGrp="1"/>
          </p:cNvSpPr>
          <p:nvPr>
            <p:ph type="body" idx="1"/>
          </p:nvPr>
        </p:nvSpPr>
        <p:spPr>
          <a:xfrm>
            <a:off x="609600" y="1358901"/>
            <a:ext cx="10972800" cy="4767263"/>
          </a:xfrm>
          <a:prstGeom prst="rect">
            <a:avLst/>
          </a:prstGeom>
        </p:spPr>
        <p:txBody>
          <a:bodyPr vert="horz" lIns="91440" tIns="45720" rIns="91440" bIns="45720" rtlCol="0">
            <a:normAutofit/>
          </a:bodyPr>
          <a:lstStyle/>
          <a:p>
            <a:r>
              <a:rPr lang="en-US"/>
              <a:t>Sub-heading Bold… 20pt</a:t>
            </a:r>
          </a:p>
          <a:p>
            <a:pPr lvl="0"/>
            <a:r>
              <a:rPr lang="en-US"/>
              <a:t>Add body copy </a:t>
            </a:r>
          </a:p>
          <a:p>
            <a:r>
              <a:rPr lang="en-US"/>
              <a:t>Add bullet point</a:t>
            </a:r>
          </a:p>
          <a:p>
            <a:r>
              <a:rPr lang="en-US"/>
              <a:t>Add bullet point</a:t>
            </a:r>
          </a:p>
        </p:txBody>
      </p:sp>
      <p:sp>
        <p:nvSpPr>
          <p:cNvPr id="11" name="Date Placeholder 3"/>
          <p:cNvSpPr txBox="1">
            <a:spLocks/>
          </p:cNvSpPr>
          <p:nvPr/>
        </p:nvSpPr>
        <p:spPr>
          <a:xfrm>
            <a:off x="508000" y="6356351"/>
            <a:ext cx="2844800" cy="365125"/>
          </a:xfrm>
          <a:prstGeom prst="rect">
            <a:avLst/>
          </a:prstGeom>
        </p:spPr>
        <p:txBody>
          <a:bodyPr anchor="ctr"/>
          <a:lstStyle>
            <a:defPPr>
              <a:defRPr lang="en-US"/>
            </a:defPPr>
            <a:lvl1pPr marL="0" algn="l" defTabSz="457200" rtl="0" eaLnBrk="1" latinLnBrk="0" hangingPunct="1">
              <a:defRPr lang="en-US" sz="900" b="0" i="0" u="none" strike="noStrike" kern="1200" baseline="0" smtClean="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sz="900"/>
              <a:t>The University of Sydney</a:t>
            </a:r>
          </a:p>
        </p:txBody>
      </p:sp>
      <p:sp>
        <p:nvSpPr>
          <p:cNvPr id="12" name="Slide Number Placeholder 5"/>
          <p:cNvSpPr txBox="1">
            <a:spLocks/>
          </p:cNvSpPr>
          <p:nvPr/>
        </p:nvSpPr>
        <p:spPr>
          <a:xfrm>
            <a:off x="8839200" y="6356351"/>
            <a:ext cx="2844800" cy="365125"/>
          </a:xfrm>
          <a:prstGeom prst="rect">
            <a:avLst/>
          </a:prstGeom>
        </p:spPr>
        <p:txBody>
          <a:bodyPr anchor="ctr"/>
          <a:lstStyle>
            <a:defPPr>
              <a:defRPr lang="en-US"/>
            </a:defPPr>
            <a:lvl1pPr marL="0" algn="r" defTabSz="457200" rtl="0" eaLnBrk="1" latinLnBrk="0" hangingPunct="1">
              <a:defRPr sz="900" kern="1200">
                <a:solidFill>
                  <a:schemeClr val="tx1"/>
                </a:solidFill>
                <a:latin typeface="Tw Cen MT"/>
                <a:ea typeface="+mn-ea"/>
                <a:cs typeface="Tw Cen MT"/>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a:t>Page </a:t>
            </a:r>
            <a:fld id="{3B11C02F-2186-5E4E-90C0-5210A150EF90}" type="slidenum">
              <a:rPr lang="en-US" sz="900" smtClean="0"/>
              <a:pPr fontAlgn="auto">
                <a:spcBef>
                  <a:spcPts val="0"/>
                </a:spcBef>
                <a:spcAft>
                  <a:spcPts val="0"/>
                </a:spcAft>
                <a:defRPr/>
              </a:pPr>
              <a:t>‹#›</a:t>
            </a:fld>
            <a:endParaRPr lang="en-US" sz="900"/>
          </a:p>
        </p:txBody>
      </p:sp>
    </p:spTree>
    <p:extLst>
      <p:ext uri="{BB962C8B-B14F-4D97-AF65-F5344CB8AC3E}">
        <p14:creationId xmlns:p14="http://schemas.microsoft.com/office/powerpoint/2010/main" val="34864254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Lst>
  <p:txStyles>
    <p:title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p:titleStyle>
    <p:bodyStyle>
      <a:lvl1pPr marL="342900" indent="-342900" algn="l" defTabSz="457200" rtl="0" eaLnBrk="1" fontAlgn="base" hangingPunct="1">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24.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19.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15.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23.png"/><Relationship Id="rId5" Type="http://schemas.openxmlformats.org/officeDocument/2006/relationships/image" Target="../media/image15.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7.png"/><Relationship Id="rId7"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0.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0.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svg"/><Relationship Id="rId7"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8.xml"/><Relationship Id="rId1" Type="http://schemas.openxmlformats.org/officeDocument/2006/relationships/slideLayout" Target="../slideLayouts/slideLayout10.xml"/><Relationship Id="rId5" Type="http://schemas.openxmlformats.org/officeDocument/2006/relationships/image" Target="../media/image46.png"/><Relationship Id="rId4" Type="http://schemas.openxmlformats.org/officeDocument/2006/relationships/image" Target="../media/image45.sv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notesSlide" Target="../notesSlides/notesSlide21.xml"/><Relationship Id="rId1" Type="http://schemas.openxmlformats.org/officeDocument/2006/relationships/slideLayout" Target="../slideLayouts/slideLayout10.xml"/><Relationship Id="rId4" Type="http://schemas.openxmlformats.org/officeDocument/2006/relationships/image" Target="../media/image51.svg"/></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23.xml"/><Relationship Id="rId1" Type="http://schemas.openxmlformats.org/officeDocument/2006/relationships/slideLayout" Target="../slideLayouts/slideLayout22.xml"/><Relationship Id="rId6" Type="http://schemas.openxmlformats.org/officeDocument/2006/relationships/hyperlink" Target="mailto:arkar.thanwin@sydney.edu.au" TargetMode="External"/><Relationship Id="rId5" Type="http://schemas.openxmlformats.org/officeDocument/2006/relationships/image" Target="../media/image54.svg"/><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B2AC975A-5BFB-DC60-6AED-0006DC3FB0F6}"/>
              </a:ext>
            </a:extLst>
          </p:cNvPr>
          <p:cNvSpPr>
            <a:spLocks noGrp="1" noRot="1" noMove="1" noResize="1" noEditPoints="1" noAdjustHandles="1" noChangeArrowheads="1" noChangeShapeType="1"/>
          </p:cNvSpPr>
          <p:nvPr/>
        </p:nvSpPr>
        <p:spPr>
          <a:xfrm>
            <a:off x="6303963" y="0"/>
            <a:ext cx="5918400"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3" name="Text Placeholder 2">
            <a:extLst>
              <a:ext uri="{FF2B5EF4-FFF2-40B4-BE49-F238E27FC236}">
                <a16:creationId xmlns:a16="http://schemas.microsoft.com/office/drawing/2014/main" id="{29AE6B4F-F5BF-0EDA-D80A-0F6A0290BAF5}"/>
              </a:ext>
            </a:extLst>
          </p:cNvPr>
          <p:cNvSpPr>
            <a:spLocks noGrp="1"/>
          </p:cNvSpPr>
          <p:nvPr>
            <p:ph type="body" sz="quarter" idx="11"/>
          </p:nvPr>
        </p:nvSpPr>
        <p:spPr>
          <a:xfrm>
            <a:off x="489255" y="4022750"/>
            <a:ext cx="5285089" cy="867930"/>
          </a:xfrm>
        </p:spPr>
        <p:txBody>
          <a:bodyPr anchor="b" anchorCtr="0">
            <a:spAutoFit/>
          </a:bodyPr>
          <a:lstStyle/>
          <a:p>
            <a:pPr algn="r"/>
            <a:r>
              <a:rPr lang="en-AU" dirty="0"/>
              <a:t>Candidate: Arkar Than Win						</a:t>
            </a:r>
          </a:p>
          <a:p>
            <a:pPr algn="r"/>
            <a:r>
              <a:rPr lang="en-AU" dirty="0"/>
              <a:t>Supervisors: Professor John Nelson and Associate Professor Chinh Ho</a:t>
            </a:r>
          </a:p>
          <a:p>
            <a:pPr algn="r"/>
            <a:r>
              <a:rPr lang="en-AU" dirty="0"/>
              <a:t>Discipline: Institute of Transport and Logistics Studies			</a:t>
            </a:r>
          </a:p>
          <a:p>
            <a:pPr algn="r"/>
            <a:r>
              <a:rPr lang="en-AU" dirty="0"/>
              <a:t>Date: 7</a:t>
            </a:r>
            <a:r>
              <a:rPr lang="en-AU" baseline="30000" dirty="0"/>
              <a:t>th</a:t>
            </a:r>
            <a:r>
              <a:rPr lang="en-AU" dirty="0"/>
              <a:t> of November 2024						 </a:t>
            </a:r>
          </a:p>
        </p:txBody>
      </p:sp>
      <p:pic>
        <p:nvPicPr>
          <p:cNvPr id="7" name="Picture 6">
            <a:extLst>
              <a:ext uri="{FF2B5EF4-FFF2-40B4-BE49-F238E27FC236}">
                <a16:creationId xmlns:a16="http://schemas.microsoft.com/office/drawing/2014/main" id="{1B4488C3-7972-9693-180F-48206BE32B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594" y="5776044"/>
            <a:ext cx="854217" cy="758021"/>
          </a:xfrm>
          <a:prstGeom prst="rect">
            <a:avLst/>
          </a:prstGeom>
        </p:spPr>
      </p:pic>
      <p:sp>
        <p:nvSpPr>
          <p:cNvPr id="5" name="Title 1">
            <a:extLst>
              <a:ext uri="{FF2B5EF4-FFF2-40B4-BE49-F238E27FC236}">
                <a16:creationId xmlns:a16="http://schemas.microsoft.com/office/drawing/2014/main" id="{B49EFBAD-A447-5113-D534-C4274248667A}"/>
              </a:ext>
            </a:extLst>
          </p:cNvPr>
          <p:cNvSpPr txBox="1">
            <a:spLocks/>
          </p:cNvSpPr>
          <p:nvPr/>
        </p:nvSpPr>
        <p:spPr bwMode="auto">
          <a:xfrm>
            <a:off x="509179" y="395772"/>
            <a:ext cx="526516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spAutoFit/>
          </a:bodyPr>
          <a:lstStyle>
            <a:lvl1pPr algn="l" defTabSz="457200" rtl="0" eaLnBrk="1" fontAlgn="base" hangingPunct="1">
              <a:spcBef>
                <a:spcPct val="0"/>
              </a:spcBef>
              <a:spcAft>
                <a:spcPct val="0"/>
              </a:spcAft>
              <a:defRPr sz="22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r>
              <a:rPr lang="en-US" sz="2800" dirty="0">
                <a:solidFill>
                  <a:srgbClr val="1F487C"/>
                </a:solidFill>
              </a:rPr>
              <a:t>An Investigation into How Autonomous Vehicles Change Travel and Activity Behaviors Among Transport Disadvantaged People </a:t>
            </a:r>
            <a:endParaRPr lang="en-AU" sz="2800" dirty="0">
              <a:solidFill>
                <a:srgbClr val="1F487C"/>
              </a:solidFill>
            </a:endParaRPr>
          </a:p>
        </p:txBody>
      </p:sp>
      <p:pic>
        <p:nvPicPr>
          <p:cNvPr id="11" name="Picture 10" descr="A black and red logo&#10;&#10;Description automatically generated">
            <a:extLst>
              <a:ext uri="{FF2B5EF4-FFF2-40B4-BE49-F238E27FC236}">
                <a16:creationId xmlns:a16="http://schemas.microsoft.com/office/drawing/2014/main" id="{ACFE110D-32C5-2355-D9E0-0F089D5192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8933" y="5774465"/>
            <a:ext cx="2485411" cy="759600"/>
          </a:xfrm>
          <a:prstGeom prst="rect">
            <a:avLst/>
          </a:prstGeom>
        </p:spPr>
      </p:pic>
      <p:pic>
        <p:nvPicPr>
          <p:cNvPr id="28" name="Picture 27" descr="A person and person standing in an office&#10;&#10;Description automatically generated">
            <a:extLst>
              <a:ext uri="{FF2B5EF4-FFF2-40B4-BE49-F238E27FC236}">
                <a16:creationId xmlns:a16="http://schemas.microsoft.com/office/drawing/2014/main" id="{C9A32283-03F8-2FD4-5258-23ECD6AC2716}"/>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519391" y="395772"/>
            <a:ext cx="5486400" cy="1384097"/>
          </a:xfrm>
          <a:prstGeom prst="rect">
            <a:avLst/>
          </a:prstGeom>
        </p:spPr>
      </p:pic>
      <p:pic>
        <p:nvPicPr>
          <p:cNvPr id="31" name="Picture 30" descr="A group of people standing in front of a black background&#10;&#10;Description automatically generated">
            <a:extLst>
              <a:ext uri="{FF2B5EF4-FFF2-40B4-BE49-F238E27FC236}">
                <a16:creationId xmlns:a16="http://schemas.microsoft.com/office/drawing/2014/main" id="{75737658-0F64-E5F0-A453-CBC304CC534A}"/>
              </a:ext>
            </a:extLst>
          </p:cNvPr>
          <p:cNvPicPr>
            <a:picLocks noGrp="1" noRot="1" noChangeAspect="1" noMove="1" noResize="1" noEditPoints="1" noAdjustHandles="1" noChangeArrowheads="1" noChangeShapeType="1" noCrop="1"/>
          </p:cNvPicPr>
          <p:nvPr/>
        </p:nvPicPr>
        <p:blipFill>
          <a:blip r:embed="rId6">
            <a:extLst>
              <a:ext uri="{28A0092B-C50C-407E-A947-70E740481C1C}">
                <a14:useLocalDpi xmlns:a14="http://schemas.microsoft.com/office/drawing/2010/main" val="0"/>
              </a:ext>
            </a:extLst>
          </a:blip>
          <a:stretch>
            <a:fillRect/>
          </a:stretch>
        </p:blipFill>
        <p:spPr>
          <a:xfrm>
            <a:off x="6519391" y="5204308"/>
            <a:ext cx="5486400" cy="1324069"/>
          </a:xfrm>
          <a:prstGeom prst="rect">
            <a:avLst/>
          </a:prstGeom>
        </p:spPr>
      </p:pic>
      <p:pic>
        <p:nvPicPr>
          <p:cNvPr id="37" name="Picture 36" descr="A circular diagram of a car with people and hands&#10;&#10;Description automatically generated with medium confidence">
            <a:extLst>
              <a:ext uri="{FF2B5EF4-FFF2-40B4-BE49-F238E27FC236}">
                <a16:creationId xmlns:a16="http://schemas.microsoft.com/office/drawing/2014/main" id="{FA0AF76C-BDE9-8D71-05B9-A87C446DB959}"/>
              </a:ext>
            </a:extLst>
          </p:cNvPr>
          <p:cNvPicPr>
            <a:picLocks noGrp="1" noRot="1" noChangeAspect="1" noMove="1" noResize="1" noEditPoints="1" noAdjustHandles="1" noChangeArrowheads="1" noChangeShapeType="1" noCrop="1"/>
          </p:cNvPicPr>
          <p:nvPr/>
        </p:nvPicPr>
        <p:blipFill>
          <a:blip r:embed="rId7">
            <a:extLst>
              <a:ext uri="{28A0092B-C50C-407E-A947-70E740481C1C}">
                <a14:useLocalDpi xmlns:a14="http://schemas.microsoft.com/office/drawing/2010/main" val="0"/>
              </a:ext>
            </a:extLst>
          </a:blip>
          <a:stretch>
            <a:fillRect/>
          </a:stretch>
        </p:blipFill>
        <p:spPr>
          <a:xfrm>
            <a:off x="7629954" y="1801991"/>
            <a:ext cx="3266418" cy="3254018"/>
          </a:xfrm>
          <a:prstGeom prst="rect">
            <a:avLst/>
          </a:prstGeom>
        </p:spPr>
      </p:pic>
    </p:spTree>
    <p:extLst>
      <p:ext uri="{BB962C8B-B14F-4D97-AF65-F5344CB8AC3E}">
        <p14:creationId xmlns:p14="http://schemas.microsoft.com/office/powerpoint/2010/main" val="2074987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a:solidFill>
                  <a:srgbClr val="1F487C"/>
                </a:solidFill>
              </a:rPr>
              <a:t>Acknowledgement of Country</a:t>
            </a:r>
          </a:p>
        </p:txBody>
      </p:sp>
      <p:sp>
        <p:nvSpPr>
          <p:cNvPr id="5" name="Content Placeholder 4">
            <a:extLst>
              <a:ext uri="{FF2B5EF4-FFF2-40B4-BE49-F238E27FC236}">
                <a16:creationId xmlns:a16="http://schemas.microsoft.com/office/drawing/2014/main" id="{49AD702F-D502-1779-11D8-60BC01B5789C}"/>
              </a:ext>
            </a:extLst>
          </p:cNvPr>
          <p:cNvSpPr>
            <a:spLocks noGrp="1"/>
          </p:cNvSpPr>
          <p:nvPr>
            <p:ph idx="1"/>
          </p:nvPr>
        </p:nvSpPr>
        <p:spPr/>
        <p:txBody>
          <a:bodyPr>
            <a:normAutofit/>
          </a:bodyPr>
          <a:lstStyle/>
          <a:p>
            <a:pPr marL="0" marR="0" lvl="0" indent="0" algn="ctr" defTabSz="457200" rtl="0" eaLnBrk="1" fontAlgn="base" latinLnBrk="0" hangingPunct="1">
              <a:lnSpc>
                <a:spcPct val="90000"/>
              </a:lnSpc>
              <a:spcBef>
                <a:spcPct val="20000"/>
              </a:spcBef>
              <a:spcAft>
                <a:spcPct val="0"/>
              </a:spcAft>
              <a:buClrTx/>
              <a:buSzTx/>
              <a:buFont typeface="Lucida Grande" charset="0"/>
              <a:buNone/>
              <a:tabLst/>
              <a:defRPr/>
            </a:pPr>
            <a:r>
              <a:rPr lang="en-AU" sz="2200" i="1" dirty="0">
                <a:solidFill>
                  <a:prstClr val="black"/>
                </a:solidFill>
              </a:rPr>
              <a:t>I</a:t>
            </a:r>
            <a:r>
              <a:rPr kumimoji="0" lang="en-AU" sz="2200" b="0" i="1" u="none" strike="noStrike" kern="1200" cap="none" spc="0" normalizeH="0" baseline="0" noProof="0" dirty="0">
                <a:ln>
                  <a:noFill/>
                </a:ln>
                <a:solidFill>
                  <a:prstClr val="black"/>
                </a:solidFill>
                <a:effectLst/>
                <a:uLnTx/>
                <a:uFillTx/>
                <a:latin typeface="Tw Cen MT"/>
                <a:ea typeface="ＭＳ Ｐゴシック" charset="0"/>
              </a:rPr>
              <a:t> would like to acknowledge the Traditional Owners of Australia and recognise their continuing connection to land, water and culture. The University of Sydney is on the land of the Gadigal people of the Eora Nation and </a:t>
            </a:r>
            <a:r>
              <a:rPr lang="en-AU" sz="2200" i="1" dirty="0">
                <a:solidFill>
                  <a:prstClr val="black"/>
                </a:solidFill>
              </a:rPr>
              <a:t>I</a:t>
            </a:r>
            <a:r>
              <a:rPr kumimoji="0" lang="en-AU" sz="2200" b="0" i="1" u="none" strike="noStrike" kern="1200" cap="none" spc="0" normalizeH="0" baseline="0" noProof="0" dirty="0">
                <a:ln>
                  <a:noFill/>
                </a:ln>
                <a:solidFill>
                  <a:prstClr val="black"/>
                </a:solidFill>
                <a:effectLst/>
                <a:uLnTx/>
                <a:uFillTx/>
                <a:latin typeface="Tw Cen MT"/>
                <a:ea typeface="ＭＳ Ｐゴシック" charset="0"/>
              </a:rPr>
              <a:t> pay </a:t>
            </a:r>
            <a:r>
              <a:rPr lang="en-AU" sz="2200" i="1" dirty="0">
                <a:solidFill>
                  <a:prstClr val="black"/>
                </a:solidFill>
              </a:rPr>
              <a:t>my</a:t>
            </a:r>
            <a:r>
              <a:rPr kumimoji="0" lang="en-AU" sz="2200" b="0" i="1" u="none" strike="noStrike" kern="1200" cap="none" spc="0" normalizeH="0" baseline="0" noProof="0" dirty="0">
                <a:ln>
                  <a:noFill/>
                </a:ln>
                <a:solidFill>
                  <a:prstClr val="black"/>
                </a:solidFill>
                <a:effectLst/>
                <a:uLnTx/>
                <a:uFillTx/>
                <a:latin typeface="Tw Cen MT"/>
                <a:ea typeface="ＭＳ Ｐゴシック" charset="0"/>
              </a:rPr>
              <a:t> respects to their Elders, past, present and emerging. </a:t>
            </a:r>
          </a:p>
        </p:txBody>
      </p:sp>
    </p:spTree>
    <p:extLst>
      <p:ext uri="{BB962C8B-B14F-4D97-AF65-F5344CB8AC3E}">
        <p14:creationId xmlns:p14="http://schemas.microsoft.com/office/powerpoint/2010/main" val="1974447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accent4">
                <a:lumMod val="75000"/>
              </a:schemeClr>
            </a:gs>
          </a:gsLst>
          <a:lin ang="5400000" scaled="1"/>
        </a:gra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A027AC1-01ED-A3D2-D4A3-D8D37641001E}"/>
              </a:ext>
            </a:extLst>
          </p:cNvPr>
          <p:cNvSpPr>
            <a:spLocks noGrp="1"/>
          </p:cNvSpPr>
          <p:nvPr>
            <p:ph type="title"/>
          </p:nvPr>
        </p:nvSpPr>
        <p:spPr>
          <a:xfrm>
            <a:off x="4064000" y="2536448"/>
            <a:ext cx="4064000" cy="1785104"/>
          </a:xfrm>
        </p:spPr>
        <p:txBody>
          <a:bodyPr wrap="square">
            <a:spAutoFit/>
          </a:bodyPr>
          <a:lstStyle/>
          <a:p>
            <a:pPr algn="ctr"/>
            <a:r>
              <a:rPr lang="en-AU" sz="5400" dirty="0">
                <a:solidFill>
                  <a:srgbClr val="1F487C"/>
                </a:solidFill>
                <a:effectLst>
                  <a:outerShdw blurRad="50800" dist="38100" dir="2700000" algn="tl" rotWithShape="0">
                    <a:prstClr val="black">
                      <a:alpha val="35000"/>
                    </a:prstClr>
                  </a:outerShdw>
                </a:effectLst>
              </a:rPr>
              <a:t>Meet James</a:t>
            </a:r>
            <a:br>
              <a:rPr lang="en-AU" sz="5400" dirty="0">
                <a:solidFill>
                  <a:srgbClr val="1F487C"/>
                </a:solidFill>
              </a:rPr>
            </a:br>
            <a:r>
              <a:rPr lang="en-AU" sz="2800" dirty="0">
                <a:solidFill>
                  <a:srgbClr val="1F487C"/>
                </a:solidFill>
              </a:rPr>
              <a:t>A young man who battles physical challenges daily</a:t>
            </a:r>
            <a:endParaRPr lang="en-AU" sz="5400" dirty="0">
              <a:solidFill>
                <a:srgbClr val="1F487C"/>
              </a:solidFill>
            </a:endParaRPr>
          </a:p>
        </p:txBody>
      </p:sp>
      <p:pic>
        <p:nvPicPr>
          <p:cNvPr id="7" name="Picture 6" descr="A person sitting in a wheelchair writing on a paper&#10;&#10;Description automatically generated">
            <a:extLst>
              <a:ext uri="{FF2B5EF4-FFF2-40B4-BE49-F238E27FC236}">
                <a16:creationId xmlns:a16="http://schemas.microsoft.com/office/drawing/2014/main" id="{B9C31FB8-ED28-F665-30FF-321EBCD75C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920650"/>
            <a:ext cx="2208357" cy="3016700"/>
          </a:xfrm>
          <a:prstGeom prst="rect">
            <a:avLst/>
          </a:prstGeom>
        </p:spPr>
      </p:pic>
    </p:spTree>
    <p:extLst>
      <p:ext uri="{BB962C8B-B14F-4D97-AF65-F5344CB8AC3E}">
        <p14:creationId xmlns:p14="http://schemas.microsoft.com/office/powerpoint/2010/main" val="3107782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00000">
              <a:schemeClr val="accent4">
                <a:lumMod val="75000"/>
              </a:schemeClr>
            </a:gs>
          </a:gsLst>
          <a:lin ang="5400000" scaled="1"/>
        </a:gradFill>
        <a:effectLst/>
      </p:bgPr>
    </p:bg>
    <p:spTree>
      <p:nvGrpSpPr>
        <p:cNvPr id="1" name=""/>
        <p:cNvGrpSpPr/>
        <p:nvPr/>
      </p:nvGrpSpPr>
      <p:grpSpPr>
        <a:xfrm>
          <a:off x="0" y="0"/>
          <a:ext cx="0" cy="0"/>
          <a:chOff x="0" y="0"/>
          <a:chExt cx="0" cy="0"/>
        </a:xfrm>
      </p:grpSpPr>
      <p:pic>
        <p:nvPicPr>
          <p:cNvPr id="7" name="Picture 6" descr="A person sitting in a wheelchair writing on a paper&#10;&#10;Description automatically generated">
            <a:extLst>
              <a:ext uri="{FF2B5EF4-FFF2-40B4-BE49-F238E27FC236}">
                <a16:creationId xmlns:a16="http://schemas.microsoft.com/office/drawing/2014/main" id="{B9C31FB8-ED28-F665-30FF-321EBCD75C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920650"/>
            <a:ext cx="2208357" cy="3016700"/>
          </a:xfrm>
          <a:prstGeom prst="rect">
            <a:avLst/>
          </a:prstGeom>
        </p:spPr>
      </p:pic>
      <p:grpSp>
        <p:nvGrpSpPr>
          <p:cNvPr id="15" name="Group 14">
            <a:extLst>
              <a:ext uri="{FF2B5EF4-FFF2-40B4-BE49-F238E27FC236}">
                <a16:creationId xmlns:a16="http://schemas.microsoft.com/office/drawing/2014/main" id="{3BFCA8A2-33C9-8691-04D5-7FBBA18BD92F}"/>
              </a:ext>
            </a:extLst>
          </p:cNvPr>
          <p:cNvGrpSpPr/>
          <p:nvPr/>
        </p:nvGrpSpPr>
        <p:grpSpPr>
          <a:xfrm>
            <a:off x="1358322" y="90317"/>
            <a:ext cx="2483556" cy="1806223"/>
            <a:chOff x="2179953" y="90317"/>
            <a:chExt cx="2483556" cy="1806223"/>
          </a:xfrm>
        </p:grpSpPr>
        <p:sp>
          <p:nvSpPr>
            <p:cNvPr id="11" name="Thought Bubble: Cloud 10">
              <a:extLst>
                <a:ext uri="{FF2B5EF4-FFF2-40B4-BE49-F238E27FC236}">
                  <a16:creationId xmlns:a16="http://schemas.microsoft.com/office/drawing/2014/main" id="{72E60E0C-1561-AC69-7EA7-13E1B26FFFA2}"/>
                </a:ext>
              </a:extLst>
            </p:cNvPr>
            <p:cNvSpPr/>
            <p:nvPr/>
          </p:nvSpPr>
          <p:spPr>
            <a:xfrm flipH="1">
              <a:off x="2179953" y="90317"/>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12" name="Picture 11" descr="A person in a wheelchair at a desk&#10;&#10;Description automatically generated">
              <a:extLst>
                <a:ext uri="{FF2B5EF4-FFF2-40B4-BE49-F238E27FC236}">
                  <a16:creationId xmlns:a16="http://schemas.microsoft.com/office/drawing/2014/main" id="{86A702B5-3CCF-10FF-C3F3-37AB405BF2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1081" y="397425"/>
              <a:ext cx="1601300" cy="921541"/>
            </a:xfrm>
            <a:prstGeom prst="rect">
              <a:avLst/>
            </a:prstGeom>
          </p:spPr>
        </p:pic>
      </p:grpSp>
      <p:grpSp>
        <p:nvGrpSpPr>
          <p:cNvPr id="16" name="Group 15">
            <a:extLst>
              <a:ext uri="{FF2B5EF4-FFF2-40B4-BE49-F238E27FC236}">
                <a16:creationId xmlns:a16="http://schemas.microsoft.com/office/drawing/2014/main" id="{83A806F9-EF77-7933-40B0-BA3FBEA81D7B}"/>
              </a:ext>
            </a:extLst>
          </p:cNvPr>
          <p:cNvGrpSpPr/>
          <p:nvPr/>
        </p:nvGrpSpPr>
        <p:grpSpPr>
          <a:xfrm>
            <a:off x="3254600" y="1760909"/>
            <a:ext cx="2483556" cy="1806223"/>
            <a:chOff x="1333034" y="1309553"/>
            <a:chExt cx="2483556" cy="1806223"/>
          </a:xfrm>
        </p:grpSpPr>
        <p:sp>
          <p:nvSpPr>
            <p:cNvPr id="14" name="Thought Bubble: Cloud 13">
              <a:extLst>
                <a:ext uri="{FF2B5EF4-FFF2-40B4-BE49-F238E27FC236}">
                  <a16:creationId xmlns:a16="http://schemas.microsoft.com/office/drawing/2014/main" id="{698FD43D-83AD-BB57-D3FB-72F852B35B57}"/>
                </a:ext>
              </a:extLst>
            </p:cNvPr>
            <p:cNvSpPr/>
            <p:nvPr/>
          </p:nvSpPr>
          <p:spPr>
            <a:xfrm flipH="1">
              <a:off x="1333034" y="1309553"/>
              <a:ext cx="2483556" cy="1806223"/>
            </a:xfrm>
            <a:prstGeom prst="cloudCallout">
              <a:avLst>
                <a:gd name="adj1" fmla="val 99907"/>
                <a:gd name="adj2" fmla="val -2686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4" name="Picture 3" descr="A group of people sitting at a table&#10;&#10;Description automatically generated">
              <a:extLst>
                <a:ext uri="{FF2B5EF4-FFF2-40B4-BE49-F238E27FC236}">
                  <a16:creationId xmlns:a16="http://schemas.microsoft.com/office/drawing/2014/main" id="{8C84325C-7FC1-04A3-8D5B-D65C88E9A2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74162" y="1761308"/>
              <a:ext cx="1601300" cy="902713"/>
            </a:xfrm>
            <a:prstGeom prst="rect">
              <a:avLst/>
            </a:prstGeom>
          </p:spPr>
        </p:pic>
      </p:grpSp>
      <p:grpSp>
        <p:nvGrpSpPr>
          <p:cNvPr id="18" name="Group 17">
            <a:extLst>
              <a:ext uri="{FF2B5EF4-FFF2-40B4-BE49-F238E27FC236}">
                <a16:creationId xmlns:a16="http://schemas.microsoft.com/office/drawing/2014/main" id="{38EDFF3E-49B9-F4C5-639B-83005910EE17}"/>
              </a:ext>
            </a:extLst>
          </p:cNvPr>
          <p:cNvGrpSpPr/>
          <p:nvPr/>
        </p:nvGrpSpPr>
        <p:grpSpPr>
          <a:xfrm>
            <a:off x="3139136" y="3675849"/>
            <a:ext cx="2483556" cy="1806223"/>
            <a:chOff x="3695728" y="3682475"/>
            <a:chExt cx="2483556" cy="1806223"/>
          </a:xfrm>
        </p:grpSpPr>
        <p:sp>
          <p:nvSpPr>
            <p:cNvPr id="17" name="Thought Bubble: Cloud 16">
              <a:extLst>
                <a:ext uri="{FF2B5EF4-FFF2-40B4-BE49-F238E27FC236}">
                  <a16:creationId xmlns:a16="http://schemas.microsoft.com/office/drawing/2014/main" id="{03BB1F54-02D0-2434-D6DB-1A6F5B47F1B0}"/>
                </a:ext>
              </a:extLst>
            </p:cNvPr>
            <p:cNvSpPr/>
            <p:nvPr/>
          </p:nvSpPr>
          <p:spPr>
            <a:xfrm flipH="1">
              <a:off x="3695728" y="3682475"/>
              <a:ext cx="2483556" cy="1806223"/>
            </a:xfrm>
            <a:prstGeom prst="cloudCallout">
              <a:avLst>
                <a:gd name="adj1" fmla="val 95371"/>
                <a:gd name="adj2" fmla="val -13361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3" name="Picture 2" descr="A cartoon of a family with a dog and a tennis racket&#10;&#10;Description automatically generated">
              <a:extLst>
                <a:ext uri="{FF2B5EF4-FFF2-40B4-BE49-F238E27FC236}">
                  <a16:creationId xmlns:a16="http://schemas.microsoft.com/office/drawing/2014/main" id="{CA99F4FC-C509-6CF0-8E41-336CF08935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36856" y="3983613"/>
              <a:ext cx="1601300" cy="1203947"/>
            </a:xfrm>
            <a:prstGeom prst="rect">
              <a:avLst/>
            </a:prstGeom>
          </p:spPr>
        </p:pic>
      </p:grpSp>
    </p:spTree>
    <p:extLst>
      <p:ext uri="{BB962C8B-B14F-4D97-AF65-F5344CB8AC3E}">
        <p14:creationId xmlns:p14="http://schemas.microsoft.com/office/powerpoint/2010/main" val="419483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52" name="Picture 51" descr="A white car with windows&#10;&#10;Description automatically generated">
            <a:extLst>
              <a:ext uri="{FF2B5EF4-FFF2-40B4-BE49-F238E27FC236}">
                <a16:creationId xmlns:a16="http://schemas.microsoft.com/office/drawing/2014/main" id="{07AEC747-6911-ADDA-72BC-504D0A00C0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5954" y="1141467"/>
            <a:ext cx="10317888" cy="3838646"/>
          </a:xfrm>
          <a:prstGeom prst="rect">
            <a:avLst/>
          </a:prstGeom>
        </p:spPr>
      </p:pic>
      <p:pic>
        <p:nvPicPr>
          <p:cNvPr id="58" name="Picture 57" descr="A person in a wheelchair with a backpack&#10;&#10;Description automatically generated">
            <a:extLst>
              <a:ext uri="{FF2B5EF4-FFF2-40B4-BE49-F238E27FC236}">
                <a16:creationId xmlns:a16="http://schemas.microsoft.com/office/drawing/2014/main" id="{6748FC6A-FF05-8EE6-6148-620D54C0F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950912"/>
            <a:ext cx="1983356" cy="3029201"/>
          </a:xfrm>
          <a:prstGeom prst="rect">
            <a:avLst/>
          </a:prstGeom>
        </p:spPr>
      </p:pic>
    </p:spTree>
    <p:extLst>
      <p:ext uri="{BB962C8B-B14F-4D97-AF65-F5344CB8AC3E}">
        <p14:creationId xmlns:p14="http://schemas.microsoft.com/office/powerpoint/2010/main" val="3987860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52" name="Picture 51" descr="A white car with windows&#10;&#10;Description automatically generated">
            <a:extLst>
              <a:ext uri="{FF2B5EF4-FFF2-40B4-BE49-F238E27FC236}">
                <a16:creationId xmlns:a16="http://schemas.microsoft.com/office/drawing/2014/main" id="{07AEC747-6911-ADDA-72BC-504D0A00C0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087" y="1141467"/>
            <a:ext cx="10317888" cy="3838646"/>
          </a:xfrm>
          <a:prstGeom prst="rect">
            <a:avLst/>
          </a:prstGeom>
        </p:spPr>
      </p:pic>
      <p:pic>
        <p:nvPicPr>
          <p:cNvPr id="58" name="Picture 57" descr="A person in a wheelchair with a backpack&#10;&#10;Description automatically generated">
            <a:extLst>
              <a:ext uri="{FF2B5EF4-FFF2-40B4-BE49-F238E27FC236}">
                <a16:creationId xmlns:a16="http://schemas.microsoft.com/office/drawing/2014/main" id="{6748FC6A-FF05-8EE6-6148-620D54C0F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950912"/>
            <a:ext cx="1983356" cy="3029201"/>
          </a:xfrm>
          <a:prstGeom prst="rect">
            <a:avLst/>
          </a:prstGeom>
        </p:spPr>
      </p:pic>
      <p:pic>
        <p:nvPicPr>
          <p:cNvPr id="2" name="Picture 1" descr="A person wearing a green vest and white pants&#10;&#10;Description automatically generated">
            <a:extLst>
              <a:ext uri="{FF2B5EF4-FFF2-40B4-BE49-F238E27FC236}">
                <a16:creationId xmlns:a16="http://schemas.microsoft.com/office/drawing/2014/main" id="{4A100D78-B9A9-7C70-973C-A65ECED951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74003" y="725898"/>
            <a:ext cx="2104190" cy="4254215"/>
          </a:xfrm>
          <a:prstGeom prst="rect">
            <a:avLst/>
          </a:prstGeom>
        </p:spPr>
      </p:pic>
      <p:grpSp>
        <p:nvGrpSpPr>
          <p:cNvPr id="3" name="Group 2">
            <a:extLst>
              <a:ext uri="{FF2B5EF4-FFF2-40B4-BE49-F238E27FC236}">
                <a16:creationId xmlns:a16="http://schemas.microsoft.com/office/drawing/2014/main" id="{E6B55161-6E1E-7229-B649-8C411D92B157}"/>
              </a:ext>
            </a:extLst>
          </p:cNvPr>
          <p:cNvGrpSpPr/>
          <p:nvPr/>
        </p:nvGrpSpPr>
        <p:grpSpPr>
          <a:xfrm>
            <a:off x="12317861" y="117475"/>
            <a:ext cx="3441655" cy="2479099"/>
            <a:chOff x="8573171" y="117475"/>
            <a:chExt cx="3441655" cy="2479099"/>
          </a:xfrm>
        </p:grpSpPr>
        <p:pic>
          <p:nvPicPr>
            <p:cNvPr id="4" name="Picture 3" descr="A calendar and clock with ticks&#10;&#10;Description automatically generated">
              <a:extLst>
                <a:ext uri="{FF2B5EF4-FFF2-40B4-BE49-F238E27FC236}">
                  <a16:creationId xmlns:a16="http://schemas.microsoft.com/office/drawing/2014/main" id="{73003F0C-1FE3-663F-28AF-7291540E47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05599" y="117475"/>
              <a:ext cx="2576801" cy="1527077"/>
            </a:xfrm>
            <a:prstGeom prst="rect">
              <a:avLst/>
            </a:prstGeom>
          </p:spPr>
        </p:pic>
        <p:sp>
          <p:nvSpPr>
            <p:cNvPr id="5" name="Title 1">
              <a:extLst>
                <a:ext uri="{FF2B5EF4-FFF2-40B4-BE49-F238E27FC236}">
                  <a16:creationId xmlns:a16="http://schemas.microsoft.com/office/drawing/2014/main" id="{5EF9907D-1C9D-2922-B925-68F02550E498}"/>
                </a:ext>
              </a:extLst>
            </p:cNvPr>
            <p:cNvSpPr txBox="1">
              <a:spLocks/>
            </p:cNvSpPr>
            <p:nvPr/>
          </p:nvSpPr>
          <p:spPr bwMode="auto">
            <a:xfrm>
              <a:off x="8573171" y="1642467"/>
              <a:ext cx="344165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Dependence on Others’ Availability</a:t>
              </a:r>
              <a:endParaRPr lang="en-AU" sz="2800" dirty="0">
                <a:solidFill>
                  <a:srgbClr val="1F487C"/>
                </a:solidFill>
              </a:endParaRPr>
            </a:p>
          </p:txBody>
        </p:sp>
      </p:grpSp>
    </p:spTree>
    <p:extLst>
      <p:ext uri="{BB962C8B-B14F-4D97-AF65-F5344CB8AC3E}">
        <p14:creationId xmlns:p14="http://schemas.microsoft.com/office/powerpoint/2010/main" val="2211949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52" name="Picture 51" descr="A white car with windows&#10;&#10;Description automatically generated">
            <a:extLst>
              <a:ext uri="{FF2B5EF4-FFF2-40B4-BE49-F238E27FC236}">
                <a16:creationId xmlns:a16="http://schemas.microsoft.com/office/drawing/2014/main" id="{07AEC747-6911-ADDA-72BC-504D0A00C05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869087" y="1141467"/>
            <a:ext cx="10317888" cy="3838646"/>
          </a:xfrm>
          <a:prstGeom prst="rect">
            <a:avLst/>
          </a:prstGeom>
        </p:spPr>
      </p:pic>
      <p:pic>
        <p:nvPicPr>
          <p:cNvPr id="58" name="Picture 57" descr="A person in a wheelchair with a backpack&#10;&#10;Description automatically generated">
            <a:extLst>
              <a:ext uri="{FF2B5EF4-FFF2-40B4-BE49-F238E27FC236}">
                <a16:creationId xmlns:a16="http://schemas.microsoft.com/office/drawing/2014/main" id="{6748FC6A-FF05-8EE6-6148-620D54C0F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950912"/>
            <a:ext cx="1983356" cy="3029201"/>
          </a:xfrm>
          <a:prstGeom prst="rect">
            <a:avLst/>
          </a:prstGeom>
        </p:spPr>
      </p:pic>
      <p:pic>
        <p:nvPicPr>
          <p:cNvPr id="12" name="Picture 11" descr="A person wearing a green vest and white pants&#10;&#10;Description automatically generated">
            <a:extLst>
              <a:ext uri="{FF2B5EF4-FFF2-40B4-BE49-F238E27FC236}">
                <a16:creationId xmlns:a16="http://schemas.microsoft.com/office/drawing/2014/main" id="{59FC1AFD-2FCB-96FD-88AE-7C8167613D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74003" y="725898"/>
            <a:ext cx="2104190" cy="4254215"/>
          </a:xfrm>
          <a:prstGeom prst="rect">
            <a:avLst/>
          </a:prstGeom>
        </p:spPr>
      </p:pic>
      <p:grpSp>
        <p:nvGrpSpPr>
          <p:cNvPr id="15" name="Group 14">
            <a:extLst>
              <a:ext uri="{FF2B5EF4-FFF2-40B4-BE49-F238E27FC236}">
                <a16:creationId xmlns:a16="http://schemas.microsoft.com/office/drawing/2014/main" id="{173A1734-B1C2-C997-8997-0EEFE8A04483}"/>
              </a:ext>
            </a:extLst>
          </p:cNvPr>
          <p:cNvGrpSpPr/>
          <p:nvPr/>
        </p:nvGrpSpPr>
        <p:grpSpPr>
          <a:xfrm>
            <a:off x="8616713" y="117475"/>
            <a:ext cx="3441655" cy="2479099"/>
            <a:chOff x="8573171" y="117475"/>
            <a:chExt cx="3441655" cy="2479099"/>
          </a:xfrm>
        </p:grpSpPr>
        <p:pic>
          <p:nvPicPr>
            <p:cNvPr id="13" name="Picture 12" descr="A calendar and clock with ticks&#10;&#10;Description automatically generated">
              <a:extLst>
                <a:ext uri="{FF2B5EF4-FFF2-40B4-BE49-F238E27FC236}">
                  <a16:creationId xmlns:a16="http://schemas.microsoft.com/office/drawing/2014/main" id="{00391F0D-2B92-BE57-134A-0550EDDCA8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05599" y="117475"/>
              <a:ext cx="2576801" cy="1527077"/>
            </a:xfrm>
            <a:prstGeom prst="rect">
              <a:avLst/>
            </a:prstGeom>
          </p:spPr>
        </p:pic>
        <p:sp>
          <p:nvSpPr>
            <p:cNvPr id="14" name="Title 1">
              <a:extLst>
                <a:ext uri="{FF2B5EF4-FFF2-40B4-BE49-F238E27FC236}">
                  <a16:creationId xmlns:a16="http://schemas.microsoft.com/office/drawing/2014/main" id="{919041A6-20C2-47CF-9733-87DCF29036EB}"/>
                </a:ext>
              </a:extLst>
            </p:cNvPr>
            <p:cNvSpPr txBox="1">
              <a:spLocks/>
            </p:cNvSpPr>
            <p:nvPr/>
          </p:nvSpPr>
          <p:spPr bwMode="auto">
            <a:xfrm>
              <a:off x="8573171" y="1642467"/>
              <a:ext cx="344165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Dependence on Others’ Availability</a:t>
              </a:r>
              <a:endParaRPr lang="en-AU" sz="2800" dirty="0">
                <a:solidFill>
                  <a:srgbClr val="1F487C"/>
                </a:solidFill>
              </a:endParaRPr>
            </a:p>
          </p:txBody>
        </p:sp>
      </p:grpSp>
    </p:spTree>
    <p:extLst>
      <p:ext uri="{BB962C8B-B14F-4D97-AF65-F5344CB8AC3E}">
        <p14:creationId xmlns:p14="http://schemas.microsoft.com/office/powerpoint/2010/main" val="41000127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A51C7B4-BA11-6E94-C106-B54C1ED037F5}"/>
              </a:ext>
            </a:extLst>
          </p:cNvPr>
          <p:cNvSpPr txBox="1">
            <a:spLocks/>
          </p:cNvSpPr>
          <p:nvPr/>
        </p:nvSpPr>
        <p:spPr bwMode="auto">
          <a:xfrm>
            <a:off x="-3506457" y="3167390"/>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Missed Opportunities</a:t>
            </a:r>
            <a:endParaRPr lang="en-AU" sz="2800" dirty="0">
              <a:solidFill>
                <a:srgbClr val="1F487C"/>
              </a:solidFill>
            </a:endParaRPr>
          </a:p>
        </p:txBody>
      </p:sp>
      <p:pic>
        <p:nvPicPr>
          <p:cNvPr id="6" name="Picture 5" descr="A cartoon of men in a car&#10;&#10;Description automatically generated" hidden="1">
            <a:extLst>
              <a:ext uri="{FF2B5EF4-FFF2-40B4-BE49-F238E27FC236}">
                <a16:creationId xmlns:a16="http://schemas.microsoft.com/office/drawing/2014/main" id="{F0705F1D-C827-2E4C-04FA-7A55E63C3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237" y="1141467"/>
            <a:ext cx="10326038" cy="3854945"/>
          </a:xfrm>
          <a:prstGeom prst="rect">
            <a:avLst/>
          </a:prstGeom>
        </p:spPr>
      </p:pic>
      <p:pic>
        <p:nvPicPr>
          <p:cNvPr id="11" name="Picture 10" descr="A cartoon of men in a car&#10;&#10;Description automatically generated">
            <a:extLst>
              <a:ext uri="{FF2B5EF4-FFF2-40B4-BE49-F238E27FC236}">
                <a16:creationId xmlns:a16="http://schemas.microsoft.com/office/drawing/2014/main" id="{47FD3EE1-46A4-7626-581A-48FEDCF27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9087" y="1141467"/>
            <a:ext cx="10326038" cy="3854945"/>
          </a:xfrm>
          <a:prstGeom prst="rect">
            <a:avLst/>
          </a:prstGeom>
        </p:spPr>
      </p:pic>
    </p:spTree>
    <p:extLst>
      <p:ext uri="{BB962C8B-B14F-4D97-AF65-F5344CB8AC3E}">
        <p14:creationId xmlns:p14="http://schemas.microsoft.com/office/powerpoint/2010/main" val="1791885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4064000" y="2536448"/>
            <a:ext cx="4064000" cy="1785104"/>
          </a:xfrm>
        </p:spPr>
        <p:txBody>
          <a:bodyPr wrap="square">
            <a:spAutoFit/>
          </a:bodyPr>
          <a:lstStyle/>
          <a:p>
            <a:r>
              <a:rPr lang="en-AU" sz="5400" dirty="0">
                <a:solidFill>
                  <a:srgbClr val="1F487C"/>
                </a:solidFill>
                <a:effectLst>
                  <a:outerShdw blurRad="50800" dist="38100" dir="2700000" algn="tl" rotWithShape="0">
                    <a:prstClr val="black">
                      <a:alpha val="35000"/>
                    </a:prstClr>
                  </a:outerShdw>
                </a:effectLst>
              </a:rPr>
              <a:t>Meet James</a:t>
            </a:r>
            <a:br>
              <a:rPr lang="en-AU" sz="5400" dirty="0">
                <a:solidFill>
                  <a:srgbClr val="1F487C"/>
                </a:solidFill>
              </a:rPr>
            </a:br>
            <a:r>
              <a:rPr lang="en-AU" sz="2800" dirty="0">
                <a:solidFill>
                  <a:srgbClr val="1F487C"/>
                </a:solidFill>
              </a:rPr>
              <a:t>A young man who battles physical challenges daily</a:t>
            </a:r>
            <a:endParaRPr lang="en-AU" sz="5400" dirty="0">
              <a:solidFill>
                <a:srgbClr val="1F487C"/>
              </a:solidFill>
            </a:endParaRPr>
          </a:p>
        </p:txBody>
      </p:sp>
      <p:pic>
        <p:nvPicPr>
          <p:cNvPr id="6" name="Picture 5" descr="A cartoon of men in a car&#10;&#10;Description automatically generated">
            <a:extLst>
              <a:ext uri="{FF2B5EF4-FFF2-40B4-BE49-F238E27FC236}">
                <a16:creationId xmlns:a16="http://schemas.microsoft.com/office/drawing/2014/main" id="{F0705F1D-C827-2E4C-04FA-7A55E63C3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14658" y="1141467"/>
            <a:ext cx="10326038" cy="3854945"/>
          </a:xfrm>
          <a:prstGeom prst="rect">
            <a:avLst/>
          </a:prstGeom>
        </p:spPr>
      </p:pic>
      <p:sp>
        <p:nvSpPr>
          <p:cNvPr id="2" name="Title 1">
            <a:extLst>
              <a:ext uri="{FF2B5EF4-FFF2-40B4-BE49-F238E27FC236}">
                <a16:creationId xmlns:a16="http://schemas.microsoft.com/office/drawing/2014/main" id="{26057399-29A6-E6E5-91DD-68EEC6A21FB6}"/>
              </a:ext>
            </a:extLst>
          </p:cNvPr>
          <p:cNvSpPr txBox="1">
            <a:spLocks/>
          </p:cNvSpPr>
          <p:nvPr/>
        </p:nvSpPr>
        <p:spPr bwMode="auto">
          <a:xfrm>
            <a:off x="4375173" y="3167390"/>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Missed Opportunities</a:t>
            </a:r>
            <a:endParaRPr lang="en-AU" sz="2800" dirty="0">
              <a:solidFill>
                <a:srgbClr val="1F487C"/>
              </a:solidFill>
            </a:endParaRPr>
          </a:p>
        </p:txBody>
      </p:sp>
    </p:spTree>
    <p:extLst>
      <p:ext uri="{BB962C8B-B14F-4D97-AF65-F5344CB8AC3E}">
        <p14:creationId xmlns:p14="http://schemas.microsoft.com/office/powerpoint/2010/main" val="1567948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4064000" y="2536448"/>
            <a:ext cx="4064000" cy="1785104"/>
          </a:xfrm>
        </p:spPr>
        <p:txBody>
          <a:bodyPr wrap="square">
            <a:spAutoFit/>
          </a:bodyPr>
          <a:lstStyle/>
          <a:p>
            <a:r>
              <a:rPr lang="en-AU" sz="5400" dirty="0">
                <a:solidFill>
                  <a:srgbClr val="1F487C"/>
                </a:solidFill>
                <a:effectLst>
                  <a:outerShdw blurRad="50800" dist="38100" dir="2700000" algn="tl" rotWithShape="0">
                    <a:prstClr val="black">
                      <a:alpha val="35000"/>
                    </a:prstClr>
                  </a:outerShdw>
                </a:effectLst>
              </a:rPr>
              <a:t>Meet James</a:t>
            </a:r>
            <a:br>
              <a:rPr lang="en-AU" sz="5400" dirty="0">
                <a:solidFill>
                  <a:srgbClr val="1F487C"/>
                </a:solidFill>
              </a:rPr>
            </a:br>
            <a:r>
              <a:rPr lang="en-AU" sz="2800" dirty="0">
                <a:solidFill>
                  <a:srgbClr val="1F487C"/>
                </a:solidFill>
              </a:rPr>
              <a:t>A young man who battles physical challenges daily</a:t>
            </a:r>
            <a:endParaRPr lang="en-AU" sz="5400" dirty="0">
              <a:solidFill>
                <a:srgbClr val="1F487C"/>
              </a:solidFill>
            </a:endParaRPr>
          </a:p>
        </p:txBody>
      </p:sp>
      <p:pic>
        <p:nvPicPr>
          <p:cNvPr id="6" name="Picture 5" descr="A white bus with black wheels&#10;&#10;Description automatically generated">
            <a:extLst>
              <a:ext uri="{FF2B5EF4-FFF2-40B4-BE49-F238E27FC236}">
                <a16:creationId xmlns:a16="http://schemas.microsoft.com/office/drawing/2014/main" id="{CCE0EC94-478F-A961-3D34-CC907F336C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9089" y="64837"/>
            <a:ext cx="7112580" cy="4175047"/>
          </a:xfrm>
          <a:prstGeom prst="rect">
            <a:avLst/>
          </a:prstGeom>
        </p:spPr>
      </p:pic>
      <p:pic>
        <p:nvPicPr>
          <p:cNvPr id="4" name="Picture 3" descr="A person in a wheelchair with a backpack&#10;&#10;Description automatically generated">
            <a:extLst>
              <a:ext uri="{FF2B5EF4-FFF2-40B4-BE49-F238E27FC236}">
                <a16:creationId xmlns:a16="http://schemas.microsoft.com/office/drawing/2014/main" id="{FD574873-71B3-6D70-834E-3EE70C6319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950912"/>
            <a:ext cx="1983356" cy="3029201"/>
          </a:xfrm>
          <a:prstGeom prst="rect">
            <a:avLst/>
          </a:prstGeom>
        </p:spPr>
      </p:pic>
      <p:grpSp>
        <p:nvGrpSpPr>
          <p:cNvPr id="8" name="Group 7">
            <a:extLst>
              <a:ext uri="{FF2B5EF4-FFF2-40B4-BE49-F238E27FC236}">
                <a16:creationId xmlns:a16="http://schemas.microsoft.com/office/drawing/2014/main" id="{1F57FA97-5235-59AE-4FAC-57EC8A738271}"/>
              </a:ext>
            </a:extLst>
          </p:cNvPr>
          <p:cNvGrpSpPr/>
          <p:nvPr/>
        </p:nvGrpSpPr>
        <p:grpSpPr>
          <a:xfrm>
            <a:off x="4375172" y="2376905"/>
            <a:ext cx="3441655" cy="2627410"/>
            <a:chOff x="4375172" y="2376905"/>
            <a:chExt cx="3441655" cy="2627410"/>
          </a:xfrm>
        </p:grpSpPr>
        <p:pic>
          <p:nvPicPr>
            <p:cNvPr id="2" name="Picture 1" descr="A hand holding a phone with a map and a bus&#10;&#10;Description automatically generated">
              <a:extLst>
                <a:ext uri="{FF2B5EF4-FFF2-40B4-BE49-F238E27FC236}">
                  <a16:creationId xmlns:a16="http://schemas.microsoft.com/office/drawing/2014/main" id="{BA7FF11D-5F56-2A8C-5412-D4EE52124C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8899" y="2376905"/>
              <a:ext cx="2954201" cy="2104190"/>
            </a:xfrm>
            <a:prstGeom prst="rect">
              <a:avLst/>
            </a:prstGeom>
          </p:spPr>
        </p:pic>
        <p:sp>
          <p:nvSpPr>
            <p:cNvPr id="7" name="Title 1">
              <a:extLst>
                <a:ext uri="{FF2B5EF4-FFF2-40B4-BE49-F238E27FC236}">
                  <a16:creationId xmlns:a16="http://schemas.microsoft.com/office/drawing/2014/main" id="{268BECCD-EBE9-0B6A-F86E-39CCC42B1D74}"/>
                </a:ext>
              </a:extLst>
            </p:cNvPr>
            <p:cNvSpPr txBox="1">
              <a:spLocks/>
            </p:cNvSpPr>
            <p:nvPr/>
          </p:nvSpPr>
          <p:spPr bwMode="auto">
            <a:xfrm>
              <a:off x="4375172" y="4481095"/>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Independence</a:t>
              </a:r>
              <a:endParaRPr lang="en-AU" sz="2800" dirty="0">
                <a:solidFill>
                  <a:srgbClr val="1F487C"/>
                </a:solidFill>
              </a:endParaRPr>
            </a:p>
          </p:txBody>
        </p:sp>
      </p:grpSp>
    </p:spTree>
    <p:extLst>
      <p:ext uri="{BB962C8B-B14F-4D97-AF65-F5344CB8AC3E}">
        <p14:creationId xmlns:p14="http://schemas.microsoft.com/office/powerpoint/2010/main" val="340052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4064000" y="2536448"/>
            <a:ext cx="4064000" cy="1785104"/>
          </a:xfrm>
        </p:spPr>
        <p:txBody>
          <a:bodyPr wrap="square">
            <a:spAutoFit/>
          </a:bodyPr>
          <a:lstStyle/>
          <a:p>
            <a:r>
              <a:rPr lang="en-AU" sz="5400" dirty="0">
                <a:solidFill>
                  <a:srgbClr val="1F487C"/>
                </a:solidFill>
                <a:effectLst>
                  <a:outerShdw blurRad="50800" dist="38100" dir="2700000" algn="tl" rotWithShape="0">
                    <a:prstClr val="black">
                      <a:alpha val="35000"/>
                    </a:prstClr>
                  </a:outerShdw>
                </a:effectLst>
              </a:rPr>
              <a:t>Meet James</a:t>
            </a:r>
            <a:br>
              <a:rPr lang="en-AU" sz="5400" dirty="0">
                <a:solidFill>
                  <a:srgbClr val="1F487C"/>
                </a:solidFill>
              </a:rPr>
            </a:br>
            <a:r>
              <a:rPr lang="en-AU" sz="2800" dirty="0">
                <a:solidFill>
                  <a:srgbClr val="1F487C"/>
                </a:solidFill>
              </a:rPr>
              <a:t>A young man who battles physical challenges daily</a:t>
            </a:r>
            <a:endParaRPr lang="en-AU" sz="5400" dirty="0">
              <a:solidFill>
                <a:srgbClr val="1F487C"/>
              </a:solidFill>
            </a:endParaRPr>
          </a:p>
        </p:txBody>
      </p:sp>
      <p:pic>
        <p:nvPicPr>
          <p:cNvPr id="3" name="Picture 2" descr="A white bus with black wheels&#10;&#10;Description automatically generated">
            <a:extLst>
              <a:ext uri="{FF2B5EF4-FFF2-40B4-BE49-F238E27FC236}">
                <a16:creationId xmlns:a16="http://schemas.microsoft.com/office/drawing/2014/main" id="{021CDEF5-5978-5BEA-1380-0C26EDBF87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4974" y="64837"/>
            <a:ext cx="7112580" cy="4175047"/>
          </a:xfrm>
          <a:prstGeom prst="rect">
            <a:avLst/>
          </a:prstGeom>
        </p:spPr>
      </p:pic>
      <p:pic>
        <p:nvPicPr>
          <p:cNvPr id="9" name="Picture 8" descr="A black and white line&#10;&#10;Description automatically generated with medium confidence">
            <a:extLst>
              <a:ext uri="{FF2B5EF4-FFF2-40B4-BE49-F238E27FC236}">
                <a16:creationId xmlns:a16="http://schemas.microsoft.com/office/drawing/2014/main" id="{AA89D873-9832-E3AF-21C0-9B645E7557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60815" y="3903316"/>
            <a:ext cx="3692371" cy="673135"/>
          </a:xfrm>
          <a:prstGeom prst="rect">
            <a:avLst/>
          </a:prstGeom>
        </p:spPr>
      </p:pic>
      <p:pic>
        <p:nvPicPr>
          <p:cNvPr id="4" name="Picture 3" descr="A person in a wheelchair with a backpack&#10;&#10;Description automatically generated">
            <a:extLst>
              <a:ext uri="{FF2B5EF4-FFF2-40B4-BE49-F238E27FC236}">
                <a16:creationId xmlns:a16="http://schemas.microsoft.com/office/drawing/2014/main" id="{FD574873-71B3-6D70-834E-3EE70C6319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 y="1950912"/>
            <a:ext cx="1983356" cy="3029201"/>
          </a:xfrm>
          <a:prstGeom prst="rect">
            <a:avLst/>
          </a:prstGeom>
        </p:spPr>
      </p:pic>
    </p:spTree>
    <p:extLst>
      <p:ext uri="{BB962C8B-B14F-4D97-AF65-F5344CB8AC3E}">
        <p14:creationId xmlns:p14="http://schemas.microsoft.com/office/powerpoint/2010/main" val="3383084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2C704B9-96DF-D1DA-E434-30D02A3E9A19}"/>
              </a:ext>
            </a:extLst>
          </p:cNvPr>
          <p:cNvGrpSpPr/>
          <p:nvPr/>
        </p:nvGrpSpPr>
        <p:grpSpPr>
          <a:xfrm>
            <a:off x="-12447649" y="1114453"/>
            <a:ext cx="12191999" cy="3644484"/>
            <a:chOff x="1" y="1114453"/>
            <a:chExt cx="12191999" cy="3644484"/>
          </a:xfrm>
        </p:grpSpPr>
        <p:pic>
          <p:nvPicPr>
            <p:cNvPr id="7" name="Picture 6" descr="A cartoon of a family with a dog and a tennis racket&#10;&#10;Description automatically generated">
              <a:extLst>
                <a:ext uri="{FF2B5EF4-FFF2-40B4-BE49-F238E27FC236}">
                  <a16:creationId xmlns:a16="http://schemas.microsoft.com/office/drawing/2014/main" id="{0BE17360-15A0-AE45-6908-9C24D7240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14453"/>
              <a:ext cx="4151410" cy="3121264"/>
            </a:xfrm>
            <a:prstGeom prst="rect">
              <a:avLst/>
            </a:prstGeom>
          </p:spPr>
        </p:pic>
        <p:pic>
          <p:nvPicPr>
            <p:cNvPr id="8" name="Picture 7" descr="A group of people sitting at a table&#10;&#10;Description automatically generated">
              <a:extLst>
                <a:ext uri="{FF2B5EF4-FFF2-40B4-BE49-F238E27FC236}">
                  <a16:creationId xmlns:a16="http://schemas.microsoft.com/office/drawing/2014/main" id="{EA52B213-A99F-C2E0-6F46-8CC56B7912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0295" y="1895410"/>
              <a:ext cx="4151411" cy="2340307"/>
            </a:xfrm>
            <a:prstGeom prst="rect">
              <a:avLst/>
            </a:prstGeom>
          </p:spPr>
        </p:pic>
        <p:pic>
          <p:nvPicPr>
            <p:cNvPr id="10" name="Picture 9" descr="A person in a wheelchair at a desk&#10;&#10;Description automatically generated">
              <a:extLst>
                <a:ext uri="{FF2B5EF4-FFF2-40B4-BE49-F238E27FC236}">
                  <a16:creationId xmlns:a16="http://schemas.microsoft.com/office/drawing/2014/main" id="{B8ABB2D1-45F9-656D-8355-6B58E4AE22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0589" y="1846600"/>
              <a:ext cx="4151411" cy="2389117"/>
            </a:xfrm>
            <a:prstGeom prst="rect">
              <a:avLst/>
            </a:prstGeom>
          </p:spPr>
        </p:pic>
        <p:sp>
          <p:nvSpPr>
            <p:cNvPr id="11" name="Title 1">
              <a:extLst>
                <a:ext uri="{FF2B5EF4-FFF2-40B4-BE49-F238E27FC236}">
                  <a16:creationId xmlns:a16="http://schemas.microsoft.com/office/drawing/2014/main" id="{C6E8EC93-D219-176C-7DAC-895427837611}"/>
                </a:ext>
              </a:extLst>
            </p:cNvPr>
            <p:cNvSpPr txBox="1">
              <a:spLocks/>
            </p:cNvSpPr>
            <p:nvPr/>
          </p:nvSpPr>
          <p:spPr bwMode="auto">
            <a:xfrm>
              <a:off x="4375172" y="4235717"/>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Education</a:t>
              </a:r>
              <a:endParaRPr lang="en-AU" sz="2800" dirty="0">
                <a:solidFill>
                  <a:srgbClr val="1F487C"/>
                </a:solidFill>
              </a:endParaRPr>
            </a:p>
          </p:txBody>
        </p:sp>
        <p:sp>
          <p:nvSpPr>
            <p:cNvPr id="12" name="Title 1">
              <a:extLst>
                <a:ext uri="{FF2B5EF4-FFF2-40B4-BE49-F238E27FC236}">
                  <a16:creationId xmlns:a16="http://schemas.microsoft.com/office/drawing/2014/main" id="{242F4871-E4BD-B54C-DF07-9A777FDAE0CE}"/>
                </a:ext>
              </a:extLst>
            </p:cNvPr>
            <p:cNvSpPr txBox="1">
              <a:spLocks/>
            </p:cNvSpPr>
            <p:nvPr/>
          </p:nvSpPr>
          <p:spPr bwMode="auto">
            <a:xfrm>
              <a:off x="354879" y="4235717"/>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Social</a:t>
              </a:r>
              <a:endParaRPr lang="en-AU" sz="2800" dirty="0">
                <a:solidFill>
                  <a:srgbClr val="1F487C"/>
                </a:solidFill>
              </a:endParaRPr>
            </a:p>
          </p:txBody>
        </p:sp>
        <p:sp>
          <p:nvSpPr>
            <p:cNvPr id="13" name="Title 1">
              <a:extLst>
                <a:ext uri="{FF2B5EF4-FFF2-40B4-BE49-F238E27FC236}">
                  <a16:creationId xmlns:a16="http://schemas.microsoft.com/office/drawing/2014/main" id="{2AE3DC3A-2F73-E9D1-3C96-57E0E16FE1E5}"/>
                </a:ext>
              </a:extLst>
            </p:cNvPr>
            <p:cNvSpPr txBox="1">
              <a:spLocks/>
            </p:cNvSpPr>
            <p:nvPr/>
          </p:nvSpPr>
          <p:spPr bwMode="auto">
            <a:xfrm>
              <a:off x="9055336" y="4336034"/>
              <a:ext cx="2121915" cy="32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Work</a:t>
              </a:r>
              <a:endParaRPr lang="en-AU" sz="2800" dirty="0">
                <a:solidFill>
                  <a:srgbClr val="1F487C"/>
                </a:solidFill>
              </a:endParaRPr>
            </a:p>
          </p:txBody>
        </p:sp>
      </p:grpSp>
      <p:grpSp>
        <p:nvGrpSpPr>
          <p:cNvPr id="16" name="Group 15">
            <a:extLst>
              <a:ext uri="{FF2B5EF4-FFF2-40B4-BE49-F238E27FC236}">
                <a16:creationId xmlns:a16="http://schemas.microsoft.com/office/drawing/2014/main" id="{8868139D-9AF8-2776-463D-FD1092C38777}"/>
              </a:ext>
            </a:extLst>
          </p:cNvPr>
          <p:cNvGrpSpPr/>
          <p:nvPr/>
        </p:nvGrpSpPr>
        <p:grpSpPr>
          <a:xfrm>
            <a:off x="1564974" y="64837"/>
            <a:ext cx="7112580" cy="4175047"/>
            <a:chOff x="1564974" y="64837"/>
            <a:chExt cx="7112580" cy="4175047"/>
          </a:xfrm>
        </p:grpSpPr>
        <p:pic>
          <p:nvPicPr>
            <p:cNvPr id="14" name="Picture 13" descr="A white bus with black wheels&#10;&#10;Description automatically generated">
              <a:extLst>
                <a:ext uri="{FF2B5EF4-FFF2-40B4-BE49-F238E27FC236}">
                  <a16:creationId xmlns:a16="http://schemas.microsoft.com/office/drawing/2014/main" id="{646FC284-F4E1-55DD-AD78-27FF72E58D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4974" y="64837"/>
              <a:ext cx="7112580" cy="4175047"/>
            </a:xfrm>
            <a:prstGeom prst="rect">
              <a:avLst/>
            </a:prstGeom>
          </p:spPr>
        </p:pic>
        <p:pic>
          <p:nvPicPr>
            <p:cNvPr id="15" name="Picture 14">
              <a:extLst>
                <a:ext uri="{FF2B5EF4-FFF2-40B4-BE49-F238E27FC236}">
                  <a16:creationId xmlns:a16="http://schemas.microsoft.com/office/drawing/2014/main" id="{B2B6B43C-08DC-54A8-9468-4274DA6B2ED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55752" y="1449345"/>
              <a:ext cx="1246447" cy="995539"/>
            </a:xfrm>
            <a:prstGeom prst="rect">
              <a:avLst/>
            </a:prstGeom>
          </p:spPr>
        </p:pic>
      </p:grpSp>
    </p:spTree>
    <p:extLst>
      <p:ext uri="{BB962C8B-B14F-4D97-AF65-F5344CB8AC3E}">
        <p14:creationId xmlns:p14="http://schemas.microsoft.com/office/powerpoint/2010/main" val="161058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BA027AC1-01ED-A3D2-D4A3-D8D37641001E}"/>
              </a:ext>
            </a:extLst>
          </p:cNvPr>
          <p:cNvSpPr>
            <a:spLocks noGrp="1"/>
          </p:cNvSpPr>
          <p:nvPr>
            <p:ph type="title"/>
          </p:nvPr>
        </p:nvSpPr>
        <p:spPr>
          <a:xfrm>
            <a:off x="4064000" y="2536448"/>
            <a:ext cx="4064000" cy="1785104"/>
          </a:xfrm>
        </p:spPr>
        <p:txBody>
          <a:bodyPr wrap="square">
            <a:spAutoFit/>
          </a:bodyPr>
          <a:lstStyle/>
          <a:p>
            <a:r>
              <a:rPr lang="en-AU" sz="5400" dirty="0">
                <a:solidFill>
                  <a:srgbClr val="1F487C"/>
                </a:solidFill>
                <a:effectLst>
                  <a:outerShdw blurRad="50800" dist="38100" dir="2700000" algn="tl" rotWithShape="0">
                    <a:prstClr val="black">
                      <a:alpha val="35000"/>
                    </a:prstClr>
                  </a:outerShdw>
                </a:effectLst>
              </a:rPr>
              <a:t>Meet James</a:t>
            </a:r>
            <a:br>
              <a:rPr lang="en-AU" sz="5400" dirty="0">
                <a:solidFill>
                  <a:srgbClr val="1F487C"/>
                </a:solidFill>
              </a:rPr>
            </a:br>
            <a:r>
              <a:rPr lang="en-AU" sz="2800" dirty="0">
                <a:solidFill>
                  <a:srgbClr val="1F487C"/>
                </a:solidFill>
              </a:rPr>
              <a:t>A young man who battles physical challenges daily</a:t>
            </a:r>
            <a:endParaRPr lang="en-AU" sz="5400" dirty="0">
              <a:solidFill>
                <a:srgbClr val="1F487C"/>
              </a:solidFill>
            </a:endParaRPr>
          </a:p>
        </p:txBody>
      </p:sp>
      <p:grpSp>
        <p:nvGrpSpPr>
          <p:cNvPr id="13" name="Group 12">
            <a:extLst>
              <a:ext uri="{FF2B5EF4-FFF2-40B4-BE49-F238E27FC236}">
                <a16:creationId xmlns:a16="http://schemas.microsoft.com/office/drawing/2014/main" id="{1287A864-82FE-B7E9-9F19-53554E7F6206}"/>
              </a:ext>
            </a:extLst>
          </p:cNvPr>
          <p:cNvGrpSpPr/>
          <p:nvPr/>
        </p:nvGrpSpPr>
        <p:grpSpPr>
          <a:xfrm>
            <a:off x="1" y="1114453"/>
            <a:ext cx="12191999" cy="3644484"/>
            <a:chOff x="1" y="1114453"/>
            <a:chExt cx="12191999" cy="3644484"/>
          </a:xfrm>
        </p:grpSpPr>
        <p:pic>
          <p:nvPicPr>
            <p:cNvPr id="3" name="Picture 2" descr="A cartoon of a family with a dog and a tennis racket&#10;&#10;Description automatically generated">
              <a:extLst>
                <a:ext uri="{FF2B5EF4-FFF2-40B4-BE49-F238E27FC236}">
                  <a16:creationId xmlns:a16="http://schemas.microsoft.com/office/drawing/2014/main" id="{55B0836D-1597-F486-D279-1E8CAF223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14453"/>
              <a:ext cx="4151410" cy="3121264"/>
            </a:xfrm>
            <a:prstGeom prst="rect">
              <a:avLst/>
            </a:prstGeom>
          </p:spPr>
        </p:pic>
        <p:pic>
          <p:nvPicPr>
            <p:cNvPr id="4" name="Picture 3" descr="A group of people sitting at a table&#10;&#10;Description automatically generated">
              <a:extLst>
                <a:ext uri="{FF2B5EF4-FFF2-40B4-BE49-F238E27FC236}">
                  <a16:creationId xmlns:a16="http://schemas.microsoft.com/office/drawing/2014/main" id="{A342CD19-8377-3B38-9B82-0057538CD8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0295" y="1895410"/>
              <a:ext cx="4151411" cy="2340307"/>
            </a:xfrm>
            <a:prstGeom prst="rect">
              <a:avLst/>
            </a:prstGeom>
          </p:spPr>
        </p:pic>
        <p:pic>
          <p:nvPicPr>
            <p:cNvPr id="6" name="Picture 5" descr="A person in a wheelchair at a desk&#10;&#10;Description automatically generated">
              <a:extLst>
                <a:ext uri="{FF2B5EF4-FFF2-40B4-BE49-F238E27FC236}">
                  <a16:creationId xmlns:a16="http://schemas.microsoft.com/office/drawing/2014/main" id="{41E7FC1D-C6D3-AA8D-DDC4-4AD127A122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0589" y="1846600"/>
              <a:ext cx="4151411" cy="2389117"/>
            </a:xfrm>
            <a:prstGeom prst="rect">
              <a:avLst/>
            </a:prstGeom>
          </p:spPr>
        </p:pic>
        <p:sp>
          <p:nvSpPr>
            <p:cNvPr id="8" name="Title 1">
              <a:extLst>
                <a:ext uri="{FF2B5EF4-FFF2-40B4-BE49-F238E27FC236}">
                  <a16:creationId xmlns:a16="http://schemas.microsoft.com/office/drawing/2014/main" id="{294E26FA-904E-CC1A-C5A2-F50A95A944DB}"/>
                </a:ext>
              </a:extLst>
            </p:cNvPr>
            <p:cNvSpPr txBox="1">
              <a:spLocks/>
            </p:cNvSpPr>
            <p:nvPr/>
          </p:nvSpPr>
          <p:spPr bwMode="auto">
            <a:xfrm>
              <a:off x="4375172" y="4235717"/>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Education</a:t>
              </a:r>
              <a:endParaRPr lang="en-AU" sz="2800" dirty="0">
                <a:solidFill>
                  <a:srgbClr val="1F487C"/>
                </a:solidFill>
              </a:endParaRPr>
            </a:p>
          </p:txBody>
        </p:sp>
        <p:sp>
          <p:nvSpPr>
            <p:cNvPr id="9" name="Title 1">
              <a:extLst>
                <a:ext uri="{FF2B5EF4-FFF2-40B4-BE49-F238E27FC236}">
                  <a16:creationId xmlns:a16="http://schemas.microsoft.com/office/drawing/2014/main" id="{344A72C3-FA40-C2FA-D010-E7C515663111}"/>
                </a:ext>
              </a:extLst>
            </p:cNvPr>
            <p:cNvSpPr txBox="1">
              <a:spLocks/>
            </p:cNvSpPr>
            <p:nvPr/>
          </p:nvSpPr>
          <p:spPr bwMode="auto">
            <a:xfrm>
              <a:off x="354879" y="4235717"/>
              <a:ext cx="34416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Social</a:t>
              </a:r>
              <a:endParaRPr lang="en-AU" sz="2800" dirty="0">
                <a:solidFill>
                  <a:srgbClr val="1F487C"/>
                </a:solidFill>
              </a:endParaRPr>
            </a:p>
          </p:txBody>
        </p:sp>
        <p:sp>
          <p:nvSpPr>
            <p:cNvPr id="11" name="Title 1">
              <a:extLst>
                <a:ext uri="{FF2B5EF4-FFF2-40B4-BE49-F238E27FC236}">
                  <a16:creationId xmlns:a16="http://schemas.microsoft.com/office/drawing/2014/main" id="{906BA776-026C-DDB7-E533-DB41218FD60C}"/>
                </a:ext>
              </a:extLst>
            </p:cNvPr>
            <p:cNvSpPr txBox="1">
              <a:spLocks/>
            </p:cNvSpPr>
            <p:nvPr/>
          </p:nvSpPr>
          <p:spPr bwMode="auto">
            <a:xfrm>
              <a:off x="9055336" y="4336034"/>
              <a:ext cx="2121915" cy="32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spAutoFit/>
            </a:bodyPr>
            <a:lstStyle>
              <a:lvl1pPr algn="l" defTabSz="457200" rtl="0" eaLnBrk="1" fontAlgn="base" hangingPunct="1">
                <a:spcBef>
                  <a:spcPct val="0"/>
                </a:spcBef>
                <a:spcAft>
                  <a:spcPct val="0"/>
                </a:spcAft>
                <a:defRPr sz="2400" b="1" kern="1200">
                  <a:solidFill>
                    <a:srgbClr val="E64626"/>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pPr algn="ctr"/>
              <a:r>
                <a:rPr lang="en-US" sz="2800" dirty="0">
                  <a:solidFill>
                    <a:srgbClr val="1F487C"/>
                  </a:solidFill>
                </a:rPr>
                <a:t>Work</a:t>
              </a:r>
              <a:endParaRPr lang="en-AU" sz="2800" dirty="0">
                <a:solidFill>
                  <a:srgbClr val="1F487C"/>
                </a:solidFill>
              </a:endParaRPr>
            </a:p>
          </p:txBody>
        </p:sp>
      </p:grpSp>
      <p:grpSp>
        <p:nvGrpSpPr>
          <p:cNvPr id="17" name="Group 16">
            <a:extLst>
              <a:ext uri="{FF2B5EF4-FFF2-40B4-BE49-F238E27FC236}">
                <a16:creationId xmlns:a16="http://schemas.microsoft.com/office/drawing/2014/main" id="{D5BDAAEC-BE8F-8492-387C-6385CBAA0FD9}"/>
              </a:ext>
            </a:extLst>
          </p:cNvPr>
          <p:cNvGrpSpPr/>
          <p:nvPr/>
        </p:nvGrpSpPr>
        <p:grpSpPr>
          <a:xfrm>
            <a:off x="12249947" y="64837"/>
            <a:ext cx="7112580" cy="4175047"/>
            <a:chOff x="1564974" y="64837"/>
            <a:chExt cx="7112580" cy="4175047"/>
          </a:xfrm>
        </p:grpSpPr>
        <p:pic>
          <p:nvPicPr>
            <p:cNvPr id="18" name="Picture 17" descr="A white bus with black wheels&#10;&#10;Description automatically generated">
              <a:extLst>
                <a:ext uri="{FF2B5EF4-FFF2-40B4-BE49-F238E27FC236}">
                  <a16:creationId xmlns:a16="http://schemas.microsoft.com/office/drawing/2014/main" id="{092DE023-EB19-8D90-FD3E-45E8ACBA26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4974" y="64837"/>
              <a:ext cx="7112580" cy="4175047"/>
            </a:xfrm>
            <a:prstGeom prst="rect">
              <a:avLst/>
            </a:prstGeom>
          </p:spPr>
        </p:pic>
        <p:pic>
          <p:nvPicPr>
            <p:cNvPr id="19" name="Picture 18">
              <a:extLst>
                <a:ext uri="{FF2B5EF4-FFF2-40B4-BE49-F238E27FC236}">
                  <a16:creationId xmlns:a16="http://schemas.microsoft.com/office/drawing/2014/main" id="{03BE37A4-BA0B-9AC6-A9DA-06F46DA7CC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55752" y="1449345"/>
              <a:ext cx="1246447" cy="995539"/>
            </a:xfrm>
            <a:prstGeom prst="rect">
              <a:avLst/>
            </a:prstGeom>
          </p:spPr>
        </p:pic>
      </p:grpSp>
    </p:spTree>
    <p:extLst>
      <p:ext uri="{BB962C8B-B14F-4D97-AF65-F5344CB8AC3E}">
        <p14:creationId xmlns:p14="http://schemas.microsoft.com/office/powerpoint/2010/main" val="1689088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88" name="Picture 87" descr="A driver license card with a picture of a person&#10;&#10;Description automatically generated">
            <a:extLst>
              <a:ext uri="{FF2B5EF4-FFF2-40B4-BE49-F238E27FC236}">
                <a16:creationId xmlns:a16="http://schemas.microsoft.com/office/drawing/2014/main" id="{65668D0B-B93A-3B3C-030D-011A273B2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4139" y="1919210"/>
            <a:ext cx="4546834" cy="3019580"/>
          </a:xfrm>
          <a:prstGeom prst="rect">
            <a:avLst/>
          </a:prstGeom>
        </p:spPr>
      </p:pic>
      <p:pic>
        <p:nvPicPr>
          <p:cNvPr id="36" name="Picture 35" descr="A red and white stamp with text&#10;&#10;Description automatically generated">
            <a:extLst>
              <a:ext uri="{FF2B5EF4-FFF2-40B4-BE49-F238E27FC236}">
                <a16:creationId xmlns:a16="http://schemas.microsoft.com/office/drawing/2014/main" id="{46DF0C28-E036-3853-320F-D92828B079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632" y="1742130"/>
            <a:ext cx="3601848" cy="3373739"/>
          </a:xfrm>
          <a:prstGeom prst="rect">
            <a:avLst/>
          </a:prstGeom>
        </p:spPr>
      </p:pic>
      <p:pic>
        <p:nvPicPr>
          <p:cNvPr id="19" name="Picture 18" descr="A person and person standing next to each other&#10;&#10;Description automatically generated">
            <a:extLst>
              <a:ext uri="{FF2B5EF4-FFF2-40B4-BE49-F238E27FC236}">
                <a16:creationId xmlns:a16="http://schemas.microsoft.com/office/drawing/2014/main" id="{72AFFD91-C6C6-4B67-19E3-4C33929EB5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14309" y="1345728"/>
            <a:ext cx="3567289" cy="4148741"/>
          </a:xfrm>
          <a:prstGeom prst="rect">
            <a:avLst/>
          </a:prstGeom>
        </p:spPr>
      </p:pic>
    </p:spTree>
    <p:extLst>
      <p:ext uri="{BB962C8B-B14F-4D97-AF65-F5344CB8AC3E}">
        <p14:creationId xmlns:p14="http://schemas.microsoft.com/office/powerpoint/2010/main" val="40528255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pic>
        <p:nvPicPr>
          <p:cNvPr id="88" name="Picture 87" descr="A driver license card with a picture of a person&#10;&#10;Description automatically generated">
            <a:extLst>
              <a:ext uri="{FF2B5EF4-FFF2-40B4-BE49-F238E27FC236}">
                <a16:creationId xmlns:a16="http://schemas.microsoft.com/office/drawing/2014/main" id="{65668D0B-B93A-3B3C-030D-011A273B2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4139" y="1919210"/>
            <a:ext cx="4546834" cy="3019580"/>
          </a:xfrm>
          <a:prstGeom prst="rect">
            <a:avLst/>
          </a:prstGeom>
        </p:spPr>
      </p:pic>
      <p:pic>
        <p:nvPicPr>
          <p:cNvPr id="96" name="Picture 95" descr="A person and person standing next to a walker&#10;&#10;Description automatically generated">
            <a:extLst>
              <a:ext uri="{FF2B5EF4-FFF2-40B4-BE49-F238E27FC236}">
                <a16:creationId xmlns:a16="http://schemas.microsoft.com/office/drawing/2014/main" id="{0CE972BE-CDD7-EE71-026C-698BB886A9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4309" y="1355400"/>
            <a:ext cx="3569891" cy="4147200"/>
          </a:xfrm>
          <a:prstGeom prst="rect">
            <a:avLst/>
          </a:prstGeom>
        </p:spPr>
      </p:pic>
      <p:grpSp>
        <p:nvGrpSpPr>
          <p:cNvPr id="20" name="Group 19">
            <a:extLst>
              <a:ext uri="{FF2B5EF4-FFF2-40B4-BE49-F238E27FC236}">
                <a16:creationId xmlns:a16="http://schemas.microsoft.com/office/drawing/2014/main" id="{88E0C961-C0C9-EC22-8792-E50CE2FF3259}"/>
              </a:ext>
            </a:extLst>
          </p:cNvPr>
          <p:cNvGrpSpPr/>
          <p:nvPr/>
        </p:nvGrpSpPr>
        <p:grpSpPr>
          <a:xfrm flipH="1">
            <a:off x="2179953" y="90317"/>
            <a:ext cx="2483556" cy="1806223"/>
            <a:chOff x="-745066" y="4741333"/>
            <a:chExt cx="2483556" cy="1806223"/>
          </a:xfrm>
        </p:grpSpPr>
        <p:sp>
          <p:nvSpPr>
            <p:cNvPr id="21" name="Thought Bubble: Cloud 20">
              <a:extLst>
                <a:ext uri="{FF2B5EF4-FFF2-40B4-BE49-F238E27FC236}">
                  <a16:creationId xmlns:a16="http://schemas.microsoft.com/office/drawing/2014/main" id="{9E0D4888-5710-3165-5EEE-7074D9590335}"/>
                </a:ext>
              </a:extLst>
            </p:cNvPr>
            <p:cNvSpPr/>
            <p:nvPr/>
          </p:nvSpPr>
          <p:spPr>
            <a:xfrm>
              <a:off x="-745066" y="4741333"/>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22" name="Picture 21" descr="A group of people hugging each other&#10;&#10;Description automatically generated">
              <a:extLst>
                <a:ext uri="{FF2B5EF4-FFF2-40B4-BE49-F238E27FC236}">
                  <a16:creationId xmlns:a16="http://schemas.microsoft.com/office/drawing/2014/main" id="{88842449-FA70-2DF2-C4CD-7FD20DB181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250" y="5004799"/>
              <a:ext cx="1555925" cy="1279291"/>
            </a:xfrm>
            <a:prstGeom prst="rect">
              <a:avLst/>
            </a:prstGeom>
          </p:spPr>
        </p:pic>
      </p:grpSp>
      <p:grpSp>
        <p:nvGrpSpPr>
          <p:cNvPr id="23" name="Group 22">
            <a:extLst>
              <a:ext uri="{FF2B5EF4-FFF2-40B4-BE49-F238E27FC236}">
                <a16:creationId xmlns:a16="http://schemas.microsoft.com/office/drawing/2014/main" id="{B3104FDA-A38D-07E6-C0EF-0905FA9AC5DA}"/>
              </a:ext>
            </a:extLst>
          </p:cNvPr>
          <p:cNvGrpSpPr/>
          <p:nvPr/>
        </p:nvGrpSpPr>
        <p:grpSpPr>
          <a:xfrm>
            <a:off x="-352873" y="729962"/>
            <a:ext cx="2483556" cy="1806223"/>
            <a:chOff x="5396382" y="1091909"/>
            <a:chExt cx="2483556" cy="1806223"/>
          </a:xfrm>
        </p:grpSpPr>
        <p:sp>
          <p:nvSpPr>
            <p:cNvPr id="24" name="Thought Bubble: Cloud 23">
              <a:extLst>
                <a:ext uri="{FF2B5EF4-FFF2-40B4-BE49-F238E27FC236}">
                  <a16:creationId xmlns:a16="http://schemas.microsoft.com/office/drawing/2014/main" id="{6B18C7C1-74D5-03B5-80A7-3B0EDF7899B9}"/>
                </a:ext>
              </a:extLst>
            </p:cNvPr>
            <p:cNvSpPr/>
            <p:nvPr/>
          </p:nvSpPr>
          <p:spPr>
            <a:xfrm>
              <a:off x="5396382" y="1091909"/>
              <a:ext cx="2483556" cy="1806223"/>
            </a:xfrm>
            <a:prstGeom prst="cloudCallout">
              <a:avLst>
                <a:gd name="adj1" fmla="val 22803"/>
                <a:gd name="adj2" fmla="val 5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25" name="Picture 24" descr="A person and person doing yoga&#10;&#10;Description automatically generated">
              <a:extLst>
                <a:ext uri="{FF2B5EF4-FFF2-40B4-BE49-F238E27FC236}">
                  <a16:creationId xmlns:a16="http://schemas.microsoft.com/office/drawing/2014/main" id="{FE06BC46-1D42-D061-B51B-F7842BAF31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2848" y="1427638"/>
              <a:ext cx="1850624" cy="1134764"/>
            </a:xfrm>
            <a:prstGeom prst="rect">
              <a:avLst/>
            </a:prstGeom>
          </p:spPr>
        </p:pic>
      </p:grpSp>
      <p:grpSp>
        <p:nvGrpSpPr>
          <p:cNvPr id="26" name="Group 25">
            <a:extLst>
              <a:ext uri="{FF2B5EF4-FFF2-40B4-BE49-F238E27FC236}">
                <a16:creationId xmlns:a16="http://schemas.microsoft.com/office/drawing/2014/main" id="{4DE3A330-3549-5E12-A725-B2FB97F561B9}"/>
              </a:ext>
            </a:extLst>
          </p:cNvPr>
          <p:cNvGrpSpPr/>
          <p:nvPr/>
        </p:nvGrpSpPr>
        <p:grpSpPr>
          <a:xfrm>
            <a:off x="4340028" y="1209126"/>
            <a:ext cx="2483556" cy="1806223"/>
            <a:chOff x="3113692" y="875074"/>
            <a:chExt cx="2483556" cy="1806223"/>
          </a:xfrm>
        </p:grpSpPr>
        <p:sp>
          <p:nvSpPr>
            <p:cNvPr id="27" name="Thought Bubble: Cloud 26">
              <a:extLst>
                <a:ext uri="{FF2B5EF4-FFF2-40B4-BE49-F238E27FC236}">
                  <a16:creationId xmlns:a16="http://schemas.microsoft.com/office/drawing/2014/main" id="{E190D05C-752E-CBD2-DAB3-F9F6E2B449FA}"/>
                </a:ext>
              </a:extLst>
            </p:cNvPr>
            <p:cNvSpPr/>
            <p:nvPr/>
          </p:nvSpPr>
          <p:spPr>
            <a:xfrm>
              <a:off x="3113692" y="875074"/>
              <a:ext cx="2483556" cy="1806223"/>
            </a:xfrm>
            <a:prstGeom prst="cloudCallout">
              <a:avLst>
                <a:gd name="adj1" fmla="val -55833"/>
                <a:gd name="adj2" fmla="val 1312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28" name="Picture 27" descr="A person and person holding bags&#10;&#10;Description automatically generated">
              <a:extLst>
                <a:ext uri="{FF2B5EF4-FFF2-40B4-BE49-F238E27FC236}">
                  <a16:creationId xmlns:a16="http://schemas.microsoft.com/office/drawing/2014/main" id="{C90E9570-D2DF-847A-052E-E3C71EC8B2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6222" y="1120474"/>
              <a:ext cx="1438496" cy="1315422"/>
            </a:xfrm>
            <a:prstGeom prst="rect">
              <a:avLst/>
            </a:prstGeom>
          </p:spPr>
        </p:pic>
      </p:grpSp>
      <p:pic>
        <p:nvPicPr>
          <p:cNvPr id="2" name="Picture 1" descr="A red and white stamp with text&#10;&#10;Description automatically generated">
            <a:extLst>
              <a:ext uri="{FF2B5EF4-FFF2-40B4-BE49-F238E27FC236}">
                <a16:creationId xmlns:a16="http://schemas.microsoft.com/office/drawing/2014/main" id="{E7665151-BCFE-CFF9-F233-81A1C9C6AC4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86632" y="1742130"/>
            <a:ext cx="3601848" cy="3373739"/>
          </a:xfrm>
          <a:prstGeom prst="rect">
            <a:avLst/>
          </a:prstGeom>
        </p:spPr>
      </p:pic>
    </p:spTree>
    <p:extLst>
      <p:ext uri="{BB962C8B-B14F-4D97-AF65-F5344CB8AC3E}">
        <p14:creationId xmlns:p14="http://schemas.microsoft.com/office/powerpoint/2010/main" val="3361999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randombar(horizontal)">
                                      <p:cBhvr>
                                        <p:cTn id="13" dur="500"/>
                                        <p:tgtEl>
                                          <p:spTgt spid="23"/>
                                        </p:tgtEl>
                                      </p:cBhvr>
                                    </p:animEffect>
                                  </p:childTnLst>
                                </p:cTn>
                              </p:par>
                              <p:par>
                                <p:cTn id="14" presetID="14" presetClass="entr" presetSubtype="1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randombar(horizontal)">
                                      <p:cBhvr>
                                        <p:cTn id="16" dur="500"/>
                                        <p:tgtEl>
                                          <p:spTgt spid="20"/>
                                        </p:tgtEl>
                                      </p:cBhvr>
                                    </p:animEffect>
                                  </p:childTnLst>
                                </p:cTn>
                              </p:par>
                              <p:par>
                                <p:cTn id="17" presetID="14" presetClass="entr" presetSubtype="1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randombar(horizontal)">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bg1"/>
            </a:gs>
            <a:gs pos="100000">
              <a:schemeClr val="accent4">
                <a:lumMod val="75000"/>
              </a:schemeClr>
            </a:gs>
          </a:gsLst>
          <a:lin ang="5400000" scaled="1"/>
          <a:tileRect/>
        </a:gra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2643C94D-5812-4737-2872-E89FA7206ED7}"/>
              </a:ext>
            </a:extLst>
          </p:cNvPr>
          <p:cNvGrpSpPr/>
          <p:nvPr/>
        </p:nvGrpSpPr>
        <p:grpSpPr>
          <a:xfrm>
            <a:off x="7474442" y="2525889"/>
            <a:ext cx="2483556" cy="1806223"/>
            <a:chOff x="7474442" y="2525889"/>
            <a:chExt cx="2483556" cy="1806223"/>
          </a:xfrm>
        </p:grpSpPr>
        <p:sp>
          <p:nvSpPr>
            <p:cNvPr id="10" name="Thought Bubble: Cloud 9">
              <a:extLst>
                <a:ext uri="{FF2B5EF4-FFF2-40B4-BE49-F238E27FC236}">
                  <a16:creationId xmlns:a16="http://schemas.microsoft.com/office/drawing/2014/main" id="{8534C7F7-3EAC-5EA1-6827-B8307D44977C}"/>
                </a:ext>
              </a:extLst>
            </p:cNvPr>
            <p:cNvSpPr/>
            <p:nvPr/>
          </p:nvSpPr>
          <p:spPr>
            <a:xfrm>
              <a:off x="7474442" y="2525889"/>
              <a:ext cx="2483556" cy="1806223"/>
            </a:xfrm>
            <a:prstGeom prst="cloudCallout">
              <a:avLst>
                <a:gd name="adj1" fmla="val -110378"/>
                <a:gd name="adj2" fmla="val -412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14" name="Picture 13" descr="A person and person hugging&#10;&#10;Description automatically generated">
              <a:extLst>
                <a:ext uri="{FF2B5EF4-FFF2-40B4-BE49-F238E27FC236}">
                  <a16:creationId xmlns:a16="http://schemas.microsoft.com/office/drawing/2014/main" id="{82502550-96C5-548E-9B18-338F62CC0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7549" y="2775421"/>
              <a:ext cx="1035606" cy="1307157"/>
            </a:xfrm>
            <a:prstGeom prst="rect">
              <a:avLst/>
            </a:prstGeom>
          </p:spPr>
        </p:pic>
      </p:grpSp>
      <p:grpSp>
        <p:nvGrpSpPr>
          <p:cNvPr id="30" name="Group 29">
            <a:extLst>
              <a:ext uri="{FF2B5EF4-FFF2-40B4-BE49-F238E27FC236}">
                <a16:creationId xmlns:a16="http://schemas.microsoft.com/office/drawing/2014/main" id="{AE72F44C-13C7-9F81-3C6E-4DE5084D10F5}"/>
              </a:ext>
            </a:extLst>
          </p:cNvPr>
          <p:cNvGrpSpPr/>
          <p:nvPr/>
        </p:nvGrpSpPr>
        <p:grpSpPr>
          <a:xfrm>
            <a:off x="992224" y="2525889"/>
            <a:ext cx="2483556" cy="1806223"/>
            <a:chOff x="992224" y="2525889"/>
            <a:chExt cx="2483556" cy="1806223"/>
          </a:xfrm>
        </p:grpSpPr>
        <p:sp>
          <p:nvSpPr>
            <p:cNvPr id="7" name="Thought Bubble: Cloud 6">
              <a:extLst>
                <a:ext uri="{FF2B5EF4-FFF2-40B4-BE49-F238E27FC236}">
                  <a16:creationId xmlns:a16="http://schemas.microsoft.com/office/drawing/2014/main" id="{3012AFDE-B10A-0C5A-71C3-309ABA07C271}"/>
                </a:ext>
              </a:extLst>
            </p:cNvPr>
            <p:cNvSpPr/>
            <p:nvPr/>
          </p:nvSpPr>
          <p:spPr>
            <a:xfrm>
              <a:off x="992224" y="2525889"/>
              <a:ext cx="2483556" cy="1806223"/>
            </a:xfrm>
            <a:prstGeom prst="cloudCallout">
              <a:avLst>
                <a:gd name="adj1" fmla="val 108712"/>
                <a:gd name="adj2" fmla="val -662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16" name="Picture 15" descr="A cartoon of a couple of people singing into microphones&#10;&#10;Description automatically generated">
              <a:extLst>
                <a:ext uri="{FF2B5EF4-FFF2-40B4-BE49-F238E27FC236}">
                  <a16:creationId xmlns:a16="http://schemas.microsoft.com/office/drawing/2014/main" id="{15A1D35C-1F72-A9DD-089F-9EB028C245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8922" y="2884310"/>
              <a:ext cx="1850159" cy="1089378"/>
            </a:xfrm>
            <a:prstGeom prst="rect">
              <a:avLst/>
            </a:prstGeom>
          </p:spPr>
        </p:pic>
      </p:grpSp>
      <p:grpSp>
        <p:nvGrpSpPr>
          <p:cNvPr id="31" name="Group 30">
            <a:extLst>
              <a:ext uri="{FF2B5EF4-FFF2-40B4-BE49-F238E27FC236}">
                <a16:creationId xmlns:a16="http://schemas.microsoft.com/office/drawing/2014/main" id="{7E6B563B-BB00-8EA0-5C39-43B4B04E7757}"/>
              </a:ext>
            </a:extLst>
          </p:cNvPr>
          <p:cNvGrpSpPr/>
          <p:nvPr/>
        </p:nvGrpSpPr>
        <p:grpSpPr>
          <a:xfrm>
            <a:off x="4990886" y="0"/>
            <a:ext cx="2483556" cy="1806223"/>
            <a:chOff x="4990886" y="0"/>
            <a:chExt cx="2483556" cy="1806223"/>
          </a:xfrm>
        </p:grpSpPr>
        <p:sp>
          <p:nvSpPr>
            <p:cNvPr id="4" name="Thought Bubble: Cloud 3">
              <a:extLst>
                <a:ext uri="{FF2B5EF4-FFF2-40B4-BE49-F238E27FC236}">
                  <a16:creationId xmlns:a16="http://schemas.microsoft.com/office/drawing/2014/main" id="{4D25C8C5-CF6D-F763-D485-6B8587FF4430}"/>
                </a:ext>
              </a:extLst>
            </p:cNvPr>
            <p:cNvSpPr/>
            <p:nvPr/>
          </p:nvSpPr>
          <p:spPr>
            <a:xfrm flipH="1">
              <a:off x="4990886" y="0"/>
              <a:ext cx="2483556" cy="1806223"/>
            </a:xfrm>
            <a:prstGeom prst="cloudCallout">
              <a:avLst>
                <a:gd name="adj1" fmla="val 22803"/>
                <a:gd name="adj2" fmla="val 6375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dirty="0"/>
            </a:p>
          </p:txBody>
        </p:sp>
        <p:pic>
          <p:nvPicPr>
            <p:cNvPr id="29" name="Picture 28" descr="A person and person standing in front of a couch&#10;&#10;Description automatically generated">
              <a:extLst>
                <a:ext uri="{FF2B5EF4-FFF2-40B4-BE49-F238E27FC236}">
                  <a16:creationId xmlns:a16="http://schemas.microsoft.com/office/drawing/2014/main" id="{EF04CE05-09D2-7863-8860-F93B8976D7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0102" y="339939"/>
              <a:ext cx="1805123" cy="1005789"/>
            </a:xfrm>
            <a:prstGeom prst="rect">
              <a:avLst/>
            </a:prstGeom>
          </p:spPr>
        </p:pic>
      </p:grpSp>
      <p:pic>
        <p:nvPicPr>
          <p:cNvPr id="2" name="Picture 1">
            <a:extLst>
              <a:ext uri="{FF2B5EF4-FFF2-40B4-BE49-F238E27FC236}">
                <a16:creationId xmlns:a16="http://schemas.microsoft.com/office/drawing/2014/main" id="{EFE85C01-DCDE-BA54-216E-755B551C3E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67284" y="1486892"/>
            <a:ext cx="3657433" cy="4025380"/>
          </a:xfrm>
          <a:prstGeom prst="rect">
            <a:avLst/>
          </a:prstGeom>
        </p:spPr>
      </p:pic>
    </p:spTree>
    <p:extLst>
      <p:ext uri="{BB962C8B-B14F-4D97-AF65-F5344CB8AC3E}">
        <p14:creationId xmlns:p14="http://schemas.microsoft.com/office/powerpoint/2010/main" val="243756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randombar(horizontal)">
                                      <p:cBhvr>
                                        <p:cTn id="7" dur="500"/>
                                        <p:tgtEl>
                                          <p:spTgt spid="32"/>
                                        </p:tgtEl>
                                      </p:cBhvr>
                                    </p:animEffect>
                                  </p:childTnLst>
                                </p:cTn>
                              </p:par>
                              <p:par>
                                <p:cTn id="8" presetID="14" presetClass="entr" presetSubtype="1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randombar(horizontal)">
                                      <p:cBhvr>
                                        <p:cTn id="10" dur="500"/>
                                        <p:tgtEl>
                                          <p:spTgt spid="31"/>
                                        </p:tgtEl>
                                      </p:cBhvr>
                                    </p:animEffect>
                                  </p:childTnLst>
                                </p:cTn>
                              </p:par>
                              <p:par>
                                <p:cTn id="11" presetID="14" presetClass="entr" presetSubtype="1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randombar(horizontal)">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dirty="0">
                <a:solidFill>
                  <a:srgbClr val="1F487C"/>
                </a:solidFill>
              </a:rPr>
              <a:t>Research Question</a:t>
            </a:r>
          </a:p>
        </p:txBody>
      </p:sp>
      <p:grpSp>
        <p:nvGrpSpPr>
          <p:cNvPr id="23" name="Group 22">
            <a:extLst>
              <a:ext uri="{FF2B5EF4-FFF2-40B4-BE49-F238E27FC236}">
                <a16:creationId xmlns:a16="http://schemas.microsoft.com/office/drawing/2014/main" id="{CDDBCF8D-F883-0A2F-64A4-AC511FB83E05}"/>
              </a:ext>
            </a:extLst>
          </p:cNvPr>
          <p:cNvGrpSpPr>
            <a:grpSpLocks noGrp="1" noUngrp="1" noRot="1" noMove="1" noResize="1"/>
          </p:cNvGrpSpPr>
          <p:nvPr/>
        </p:nvGrpSpPr>
        <p:grpSpPr>
          <a:xfrm>
            <a:off x="6303963" y="0"/>
            <a:ext cx="5924117" cy="6858000"/>
            <a:chOff x="6303963" y="0"/>
            <a:chExt cx="5924117" cy="6858000"/>
          </a:xfrm>
        </p:grpSpPr>
        <p:sp>
          <p:nvSpPr>
            <p:cNvPr id="20" name="Rectangle 19">
              <a:extLst>
                <a:ext uri="{FF2B5EF4-FFF2-40B4-BE49-F238E27FC236}">
                  <a16:creationId xmlns:a16="http://schemas.microsoft.com/office/drawing/2014/main" id="{7B32B744-A224-3535-76EE-6A83DCCDD932}"/>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pic>
          <p:nvPicPr>
            <p:cNvPr id="21" name="Graphic 20" descr="A city block with various buildings, skyscrapers and trees">
              <a:extLst>
                <a:ext uri="{FF2B5EF4-FFF2-40B4-BE49-F238E27FC236}">
                  <a16:creationId xmlns:a16="http://schemas.microsoft.com/office/drawing/2014/main" id="{98987E03-2181-BB71-35E1-2054A4A3CB87}"/>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65462" r="-1" b="24959"/>
            <a:stretch/>
          </p:blipFill>
          <p:spPr>
            <a:xfrm>
              <a:off x="6310694" y="4373750"/>
              <a:ext cx="1143411" cy="2484250"/>
            </a:xfrm>
            <a:prstGeom prst="rect">
              <a:avLst/>
            </a:prstGeom>
          </p:spPr>
        </p:pic>
        <p:pic>
          <p:nvPicPr>
            <p:cNvPr id="22" name="Graphic 21" descr="A city block with various buildings, skyscrapers and trees">
              <a:extLst>
                <a:ext uri="{FF2B5EF4-FFF2-40B4-BE49-F238E27FC236}">
                  <a16:creationId xmlns:a16="http://schemas.microsoft.com/office/drawing/2014/main" id="{418AD39A-C3FC-9E6A-5294-2669E30ED1FF}"/>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34" r="51939" b="24959"/>
            <a:stretch/>
          </p:blipFill>
          <p:spPr>
            <a:xfrm>
              <a:off x="10625946" y="4373750"/>
              <a:ext cx="1602134" cy="2484250"/>
            </a:xfrm>
            <a:prstGeom prst="rect">
              <a:avLst/>
            </a:prstGeom>
          </p:spPr>
        </p:pic>
      </p:grpSp>
      <p:grpSp>
        <p:nvGrpSpPr>
          <p:cNvPr id="18" name="Group 17">
            <a:extLst>
              <a:ext uri="{FF2B5EF4-FFF2-40B4-BE49-F238E27FC236}">
                <a16:creationId xmlns:a16="http://schemas.microsoft.com/office/drawing/2014/main" id="{7B77F4F7-EA38-8578-6863-CA827AA55A90}"/>
              </a:ext>
            </a:extLst>
          </p:cNvPr>
          <p:cNvGrpSpPr>
            <a:grpSpLocks/>
          </p:cNvGrpSpPr>
          <p:nvPr/>
        </p:nvGrpSpPr>
        <p:grpSpPr>
          <a:xfrm>
            <a:off x="7220052" y="1335781"/>
            <a:ext cx="4091939" cy="1791650"/>
            <a:chOff x="2533772" y="3997128"/>
            <a:chExt cx="4091939" cy="1791650"/>
          </a:xfrm>
        </p:grpSpPr>
        <p:pic>
          <p:nvPicPr>
            <p:cNvPr id="10" name="Picture 9" descr="A person in a wheelchair&#10;&#10;Description automatically generated">
              <a:extLst>
                <a:ext uri="{FF2B5EF4-FFF2-40B4-BE49-F238E27FC236}">
                  <a16:creationId xmlns:a16="http://schemas.microsoft.com/office/drawing/2014/main" id="{855A889B-4D78-BBBD-4040-8DB51B43B4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3772" y="4401775"/>
              <a:ext cx="955287" cy="1387003"/>
            </a:xfrm>
            <a:prstGeom prst="rect">
              <a:avLst/>
            </a:prstGeom>
          </p:spPr>
        </p:pic>
        <p:pic>
          <p:nvPicPr>
            <p:cNvPr id="12" name="Picture 11" descr="A person with a cane and a dog&#10;&#10;Description automatically generated">
              <a:extLst>
                <a:ext uri="{FF2B5EF4-FFF2-40B4-BE49-F238E27FC236}">
                  <a16:creationId xmlns:a16="http://schemas.microsoft.com/office/drawing/2014/main" id="{CE083B95-4B07-EE75-2FAC-EB9D7DB12E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2260" y="3997128"/>
              <a:ext cx="1483451" cy="1786570"/>
            </a:xfrm>
            <a:prstGeom prst="rect">
              <a:avLst/>
            </a:prstGeom>
          </p:spPr>
        </p:pic>
        <p:pic>
          <p:nvPicPr>
            <p:cNvPr id="14" name="Picture 13" descr="A person walking a dog&#10;&#10;Description automatically generated">
              <a:extLst>
                <a:ext uri="{FF2B5EF4-FFF2-40B4-BE49-F238E27FC236}">
                  <a16:creationId xmlns:a16="http://schemas.microsoft.com/office/drawing/2014/main" id="{E6C33DE4-5047-75F2-980A-68F99AE566F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71638" y="4033870"/>
              <a:ext cx="1488043" cy="1749828"/>
            </a:xfrm>
            <a:prstGeom prst="rect">
              <a:avLst/>
            </a:prstGeom>
          </p:spPr>
        </p:pic>
      </p:grpSp>
      <p:grpSp>
        <p:nvGrpSpPr>
          <p:cNvPr id="19" name="Group 18">
            <a:extLst>
              <a:ext uri="{FF2B5EF4-FFF2-40B4-BE49-F238E27FC236}">
                <a16:creationId xmlns:a16="http://schemas.microsoft.com/office/drawing/2014/main" id="{44F50CDF-CEFD-A93E-4675-32317EA61E2B}"/>
              </a:ext>
            </a:extLst>
          </p:cNvPr>
          <p:cNvGrpSpPr>
            <a:grpSpLocks/>
          </p:cNvGrpSpPr>
          <p:nvPr/>
        </p:nvGrpSpPr>
        <p:grpSpPr>
          <a:xfrm>
            <a:off x="8345224" y="3772391"/>
            <a:ext cx="1841594" cy="1749829"/>
            <a:chOff x="609599" y="4033869"/>
            <a:chExt cx="1841594" cy="1749829"/>
          </a:xfrm>
        </p:grpSpPr>
        <p:pic>
          <p:nvPicPr>
            <p:cNvPr id="8" name="Picture 7" descr="A cartoon of a person holding a cane&#10;&#10;Description automatically generated">
              <a:extLst>
                <a:ext uri="{FF2B5EF4-FFF2-40B4-BE49-F238E27FC236}">
                  <a16:creationId xmlns:a16="http://schemas.microsoft.com/office/drawing/2014/main" id="{5F2857BD-EB9A-01C9-B1B9-CD303A5156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1440793" y="4075203"/>
              <a:ext cx="1010400" cy="1708495"/>
            </a:xfrm>
            <a:prstGeom prst="rect">
              <a:avLst/>
            </a:prstGeom>
          </p:spPr>
        </p:pic>
        <p:pic>
          <p:nvPicPr>
            <p:cNvPr id="17" name="Picture 16" descr="A person holding a walker&#10;&#10;Description automatically generated">
              <a:extLst>
                <a:ext uri="{FF2B5EF4-FFF2-40B4-BE49-F238E27FC236}">
                  <a16:creationId xmlns:a16="http://schemas.microsoft.com/office/drawing/2014/main" id="{B229ED1A-F275-57B5-89CB-1C444361383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599" y="4033869"/>
              <a:ext cx="748615" cy="1749829"/>
            </a:xfrm>
            <a:prstGeom prst="rect">
              <a:avLst/>
            </a:prstGeom>
          </p:spPr>
        </p:pic>
      </p:grpSp>
      <p:sp>
        <p:nvSpPr>
          <p:cNvPr id="24" name="Content Placeholder 2">
            <a:extLst>
              <a:ext uri="{FF2B5EF4-FFF2-40B4-BE49-F238E27FC236}">
                <a16:creationId xmlns:a16="http://schemas.microsoft.com/office/drawing/2014/main" id="{872B5386-6435-904E-C54E-ED95F3831645}"/>
              </a:ext>
            </a:extLst>
          </p:cNvPr>
          <p:cNvSpPr txBox="1">
            <a:spLocks/>
          </p:cNvSpPr>
          <p:nvPr/>
        </p:nvSpPr>
        <p:spPr>
          <a:xfrm>
            <a:off x="609599" y="1358901"/>
            <a:ext cx="5486400" cy="4767263"/>
          </a:xfrm>
          <a:prstGeom prst="rect">
            <a:avLst/>
          </a:prstGeom>
        </p:spPr>
        <p:txBody>
          <a:bodyPr vert="horz" lIns="91440" tIns="45720" rIns="91440" bIns="45720" rtlCol="0">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Lucida Grande" charset="0"/>
              <a:buNone/>
            </a:pPr>
            <a:r>
              <a:rPr lang="en-AU" dirty="0"/>
              <a:t>To what extend do autonomous vehicles </a:t>
            </a:r>
            <a:r>
              <a:rPr lang="en-AU" b="1" dirty="0">
                <a:solidFill>
                  <a:srgbClr val="00B0F0"/>
                </a:solidFill>
              </a:rPr>
              <a:t>change travel and activity frequency of transport disadvantaged people?</a:t>
            </a:r>
          </a:p>
          <a:p>
            <a:pPr marL="0" indent="0" algn="ctr">
              <a:buFont typeface="Lucida Grande" charset="0"/>
              <a:buNone/>
            </a:pPr>
            <a:endParaRPr lang="en-AU" dirty="0"/>
          </a:p>
          <a:p>
            <a:pPr marL="0" indent="0">
              <a:buFont typeface="Lucida Grande" charset="0"/>
              <a:buNone/>
            </a:pPr>
            <a:r>
              <a:rPr lang="en-AU" b="1" dirty="0"/>
              <a:t>Transport Disadvantaged</a:t>
            </a:r>
          </a:p>
          <a:p>
            <a:pPr>
              <a:buFont typeface="Arial" panose="020B0604020202020204" pitchFamily="34" charset="0"/>
              <a:buChar char="•"/>
            </a:pPr>
            <a:r>
              <a:rPr lang="en-AU" dirty="0"/>
              <a:t>People with Disabilities</a:t>
            </a:r>
          </a:p>
          <a:p>
            <a:pPr>
              <a:buFont typeface="Arial" panose="020B0604020202020204" pitchFamily="34" charset="0"/>
              <a:buChar char="•"/>
            </a:pPr>
            <a:r>
              <a:rPr lang="en-AU" dirty="0"/>
              <a:t>Older Adults</a:t>
            </a:r>
          </a:p>
          <a:p>
            <a:pPr>
              <a:buFont typeface="Arial" panose="020B0604020202020204" pitchFamily="34" charset="0"/>
              <a:buChar char="•"/>
            </a:pPr>
            <a:r>
              <a:rPr lang="en-AU" dirty="0"/>
              <a:t>Others Non-drivers </a:t>
            </a:r>
          </a:p>
          <a:p>
            <a:pPr marL="0" indent="0">
              <a:buNone/>
            </a:pPr>
            <a:endParaRPr lang="en-AU" dirty="0"/>
          </a:p>
          <a:p>
            <a:pPr marL="0" indent="0">
              <a:buNone/>
            </a:pPr>
            <a:r>
              <a:rPr lang="en-AU" b="1" dirty="0"/>
              <a:t>Importance</a:t>
            </a:r>
          </a:p>
          <a:p>
            <a:pPr>
              <a:buFont typeface="Arial" panose="020B0604020202020204" pitchFamily="34" charset="0"/>
              <a:buChar char="•"/>
            </a:pPr>
            <a:r>
              <a:rPr lang="en-AU" dirty="0"/>
              <a:t>Infrastructure Readiness</a:t>
            </a:r>
          </a:p>
          <a:p>
            <a:pPr>
              <a:buFont typeface="Arial" panose="020B0604020202020204" pitchFamily="34" charset="0"/>
              <a:buChar char="•"/>
            </a:pPr>
            <a:r>
              <a:rPr lang="en-AU" dirty="0"/>
              <a:t>Policy Advocacy</a:t>
            </a:r>
          </a:p>
          <a:p>
            <a:pPr>
              <a:buFont typeface="Arial" panose="020B0604020202020204" pitchFamily="34" charset="0"/>
              <a:buChar char="•"/>
            </a:pPr>
            <a:r>
              <a:rPr lang="en-AU" dirty="0"/>
              <a:t>Market Insights for AVs Manufacturers</a:t>
            </a:r>
          </a:p>
          <a:p>
            <a:pPr marL="0" indent="0">
              <a:buNone/>
            </a:pPr>
            <a:endParaRPr lang="en-AU" b="1" dirty="0"/>
          </a:p>
        </p:txBody>
      </p:sp>
    </p:spTree>
    <p:extLst>
      <p:ext uri="{BB962C8B-B14F-4D97-AF65-F5344CB8AC3E}">
        <p14:creationId xmlns:p14="http://schemas.microsoft.com/office/powerpoint/2010/main" val="1226640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noRot="1" noMove="1" noResize="1" noEditPoints="1" noAdjustHandles="1" noChangeArrowheads="1" noChangeShapeType="1"/>
          </p:cNvSpPr>
          <p:nvPr>
            <p:ph type="title"/>
          </p:nvPr>
        </p:nvSpPr>
        <p:spPr/>
        <p:txBody>
          <a:bodyPr/>
          <a:lstStyle/>
          <a:p>
            <a:r>
              <a:rPr lang="en-AU" sz="2800" dirty="0">
                <a:solidFill>
                  <a:srgbClr val="1F487C"/>
                </a:solidFill>
              </a:rPr>
              <a:t>What are Autonomous Vehicles?</a:t>
            </a:r>
          </a:p>
        </p:txBody>
      </p:sp>
      <p:sp>
        <p:nvSpPr>
          <p:cNvPr id="3" name="Content Placeholder 2">
            <a:extLst>
              <a:ext uri="{FF2B5EF4-FFF2-40B4-BE49-F238E27FC236}">
                <a16:creationId xmlns:a16="http://schemas.microsoft.com/office/drawing/2014/main" id="{7FFE9A8E-669D-4866-2DD7-34E78B111A0D}"/>
              </a:ext>
            </a:extLst>
          </p:cNvPr>
          <p:cNvSpPr>
            <a:spLocks noGrp="1" noRot="1" noMove="1" noResize="1" noEditPoints="1" noAdjustHandles="1" noChangeArrowheads="1" noChangeShapeType="1"/>
          </p:cNvSpPr>
          <p:nvPr>
            <p:ph idx="1"/>
          </p:nvPr>
        </p:nvSpPr>
        <p:spPr>
          <a:xfrm>
            <a:off x="609600" y="1358902"/>
            <a:ext cx="5486400" cy="4766399"/>
          </a:xfrm>
        </p:spPr>
        <p:txBody>
          <a:bodyPr>
            <a:normAutofit/>
          </a:bodyPr>
          <a:lstStyle/>
          <a:p>
            <a:pPr marL="0" indent="0">
              <a:buNone/>
            </a:pPr>
            <a:r>
              <a:rPr lang="en-US" sz="2200" b="1" dirty="0"/>
              <a:t>Autonomous</a:t>
            </a:r>
            <a:r>
              <a:rPr lang="en-US" sz="2400" b="1" dirty="0"/>
              <a:t> vehicles</a:t>
            </a:r>
          </a:p>
          <a:p>
            <a:pPr>
              <a:buFont typeface="Arial" panose="020B0604020202020204" pitchFamily="34" charset="0"/>
              <a:buChar char="•"/>
            </a:pPr>
            <a:r>
              <a:rPr lang="en-US" sz="1900" dirty="0"/>
              <a:t>Capable of independently and self-sufficiently performing all driving functions in any environment</a:t>
            </a:r>
          </a:p>
          <a:p>
            <a:pPr>
              <a:buFont typeface="Arial" panose="020B0604020202020204" pitchFamily="34" charset="0"/>
              <a:buChar char="•"/>
            </a:pPr>
            <a:r>
              <a:rPr lang="en-US" sz="1900" dirty="0"/>
              <a:t>SAE Level 5</a:t>
            </a:r>
          </a:p>
          <a:p>
            <a:pPr marL="0" indent="0">
              <a:buNone/>
            </a:pPr>
            <a:endParaRPr lang="en-US" dirty="0"/>
          </a:p>
          <a:p>
            <a:pPr marL="0" indent="0">
              <a:buNone/>
            </a:pPr>
            <a:r>
              <a:rPr lang="en-US" sz="2200" b="1" dirty="0"/>
              <a:t>Integration into Transportation System</a:t>
            </a:r>
          </a:p>
          <a:p>
            <a:pPr>
              <a:buFont typeface="Arial" panose="020B0604020202020204" pitchFamily="34" charset="0"/>
              <a:buChar char="•"/>
            </a:pPr>
            <a:r>
              <a:rPr lang="en-US" sz="1900" dirty="0"/>
              <a:t>Private</a:t>
            </a:r>
          </a:p>
          <a:p>
            <a:pPr>
              <a:buFont typeface="Arial" panose="020B0604020202020204" pitchFamily="34" charset="0"/>
              <a:buChar char="•"/>
            </a:pPr>
            <a:r>
              <a:rPr lang="en-US" sz="1900" dirty="0"/>
              <a:t>Shared</a:t>
            </a:r>
          </a:p>
          <a:p>
            <a:pPr>
              <a:buFont typeface="Arial" panose="020B0604020202020204" pitchFamily="34" charset="0"/>
              <a:buChar char="•"/>
            </a:pPr>
            <a:r>
              <a:rPr lang="en-US" sz="1900" dirty="0"/>
              <a:t>Public transport</a:t>
            </a:r>
          </a:p>
        </p:txBody>
      </p:sp>
      <p:sp>
        <p:nvSpPr>
          <p:cNvPr id="33" name="Rectangle 32">
            <a:extLst>
              <a:ext uri="{FF2B5EF4-FFF2-40B4-BE49-F238E27FC236}">
                <a16:creationId xmlns:a16="http://schemas.microsoft.com/office/drawing/2014/main" id="{C34E4205-0FD2-AC12-5BA6-C38AB18BB607}"/>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grpSp>
        <p:nvGrpSpPr>
          <p:cNvPr id="34" name="Group 33">
            <a:extLst>
              <a:ext uri="{FF2B5EF4-FFF2-40B4-BE49-F238E27FC236}">
                <a16:creationId xmlns:a16="http://schemas.microsoft.com/office/drawing/2014/main" id="{57A384BD-A32C-FBA5-C8A7-2305B81FA934}"/>
              </a:ext>
            </a:extLst>
          </p:cNvPr>
          <p:cNvGrpSpPr>
            <a:grpSpLocks noGrp="1" noUngrp="1" noRot="1" noMove="1" noResize="1"/>
          </p:cNvGrpSpPr>
          <p:nvPr/>
        </p:nvGrpSpPr>
        <p:grpSpPr>
          <a:xfrm>
            <a:off x="6303963" y="0"/>
            <a:ext cx="5917386" cy="6858000"/>
            <a:chOff x="6303963" y="0"/>
            <a:chExt cx="5917386" cy="6858000"/>
          </a:xfrm>
        </p:grpSpPr>
        <p:pic>
          <p:nvPicPr>
            <p:cNvPr id="35" name="Graphic 34" descr="Bamboo and grasses">
              <a:extLst>
                <a:ext uri="{FF2B5EF4-FFF2-40B4-BE49-F238E27FC236}">
                  <a16:creationId xmlns:a16="http://schemas.microsoft.com/office/drawing/2014/main" id="{C375EABD-5993-C416-42BA-01CDFD983D25}"/>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53909"/>
            <a:stretch/>
          </p:blipFill>
          <p:spPr>
            <a:xfrm>
              <a:off x="6303963" y="5204810"/>
              <a:ext cx="1354626" cy="1653190"/>
            </a:xfrm>
            <a:prstGeom prst="rect">
              <a:avLst/>
            </a:prstGeom>
          </p:spPr>
        </p:pic>
        <p:pic>
          <p:nvPicPr>
            <p:cNvPr id="36" name="Graphic 35" descr="Bamboo and grasses">
              <a:extLst>
                <a:ext uri="{FF2B5EF4-FFF2-40B4-BE49-F238E27FC236}">
                  <a16:creationId xmlns:a16="http://schemas.microsoft.com/office/drawing/2014/main" id="{91216B7F-C693-CF57-4A58-A9518872ABF2}"/>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50000"/>
            <a:stretch/>
          </p:blipFill>
          <p:spPr>
            <a:xfrm>
              <a:off x="10751847" y="5204810"/>
              <a:ext cx="1469502" cy="1653190"/>
            </a:xfrm>
            <a:prstGeom prst="rect">
              <a:avLst/>
            </a:prstGeom>
          </p:spPr>
        </p:pic>
        <p:pic>
          <p:nvPicPr>
            <p:cNvPr id="37" name="Graphic 36" descr="An organic corner shape">
              <a:extLst>
                <a:ext uri="{FF2B5EF4-FFF2-40B4-BE49-F238E27FC236}">
                  <a16:creationId xmlns:a16="http://schemas.microsoft.com/office/drawing/2014/main" id="{FBABEFDD-3CE0-4453-92B2-0B92DB06645F}"/>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03963" y="0"/>
              <a:ext cx="1891742" cy="1891742"/>
            </a:xfrm>
            <a:prstGeom prst="rect">
              <a:avLst/>
            </a:prstGeom>
          </p:spPr>
        </p:pic>
      </p:grpSp>
      <p:sp>
        <p:nvSpPr>
          <p:cNvPr id="39" name="TextBox 38">
            <a:extLst>
              <a:ext uri="{FF2B5EF4-FFF2-40B4-BE49-F238E27FC236}">
                <a16:creationId xmlns:a16="http://schemas.microsoft.com/office/drawing/2014/main" id="{D1227BF3-2782-6FA1-2331-E0FAE688AA8D}"/>
              </a:ext>
            </a:extLst>
          </p:cNvPr>
          <p:cNvSpPr txBox="1"/>
          <p:nvPr/>
        </p:nvSpPr>
        <p:spPr>
          <a:xfrm>
            <a:off x="6619228" y="3990150"/>
            <a:ext cx="108682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prstClr val="white"/>
                </a:solidFill>
                <a:effectLst/>
                <a:uLnTx/>
                <a:uFillTx/>
                <a:latin typeface="Tw Cen MT" panose="020B0602020104020603" pitchFamily="34" charset="0"/>
                <a:ea typeface="+mn-ea"/>
                <a:cs typeface="+mn-cs"/>
              </a:rPr>
              <a:t>Private Autonomous Vehicles (PAVs)</a:t>
            </a:r>
          </a:p>
        </p:txBody>
      </p:sp>
      <p:sp>
        <p:nvSpPr>
          <p:cNvPr id="42" name="TextBox 41">
            <a:extLst>
              <a:ext uri="{FF2B5EF4-FFF2-40B4-BE49-F238E27FC236}">
                <a16:creationId xmlns:a16="http://schemas.microsoft.com/office/drawing/2014/main" id="{DF140ACC-07EF-9340-ACAB-A639419BAB87}"/>
              </a:ext>
            </a:extLst>
          </p:cNvPr>
          <p:cNvSpPr txBox="1"/>
          <p:nvPr/>
        </p:nvSpPr>
        <p:spPr>
          <a:xfrm>
            <a:off x="10833183" y="3990150"/>
            <a:ext cx="108682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prstClr val="white"/>
                </a:solidFill>
                <a:effectLst/>
                <a:uLnTx/>
                <a:uFillTx/>
                <a:latin typeface="Tw Cen MT" panose="020B0602020104020603" pitchFamily="34" charset="0"/>
                <a:ea typeface="+mn-ea"/>
                <a:cs typeface="+mn-cs"/>
              </a:rPr>
              <a:t>Shared Autonomous Vehicles (SAVs)</a:t>
            </a:r>
          </a:p>
        </p:txBody>
      </p:sp>
      <p:sp>
        <p:nvSpPr>
          <p:cNvPr id="43" name="TextBox 42">
            <a:extLst>
              <a:ext uri="{FF2B5EF4-FFF2-40B4-BE49-F238E27FC236}">
                <a16:creationId xmlns:a16="http://schemas.microsoft.com/office/drawing/2014/main" id="{B31C3A98-698B-BF94-696C-1C527A8E80D7}"/>
              </a:ext>
            </a:extLst>
          </p:cNvPr>
          <p:cNvSpPr txBox="1"/>
          <p:nvPr/>
        </p:nvSpPr>
        <p:spPr>
          <a:xfrm>
            <a:off x="8719246" y="688975"/>
            <a:ext cx="108682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dirty="0">
                <a:ln>
                  <a:noFill/>
                </a:ln>
                <a:solidFill>
                  <a:prstClr val="white"/>
                </a:solidFill>
                <a:effectLst/>
                <a:uLnTx/>
                <a:uFillTx/>
                <a:latin typeface="Tw Cen MT" panose="020B0602020104020603" pitchFamily="34" charset="0"/>
                <a:ea typeface="+mn-ea"/>
                <a:cs typeface="+mn-cs"/>
              </a:rPr>
              <a:t>Autonomous Public Transport (APT)</a:t>
            </a:r>
          </a:p>
        </p:txBody>
      </p:sp>
      <p:pic>
        <p:nvPicPr>
          <p:cNvPr id="38" name="Picture 37" descr="A circle with white lines and a black background with a bus and a car&#10;&#10;Description automatically generated with medium confidence">
            <a:extLst>
              <a:ext uri="{FF2B5EF4-FFF2-40B4-BE49-F238E27FC236}">
                <a16:creationId xmlns:a16="http://schemas.microsoft.com/office/drawing/2014/main" id="{68F3C278-3200-F0A1-7D1F-128712B5E9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06048" y="1524472"/>
            <a:ext cx="3052100" cy="3254400"/>
          </a:xfrm>
          <a:prstGeom prst="rect">
            <a:avLst/>
          </a:prstGeom>
        </p:spPr>
      </p:pic>
    </p:spTree>
    <p:extLst>
      <p:ext uri="{BB962C8B-B14F-4D97-AF65-F5344CB8AC3E}">
        <p14:creationId xmlns:p14="http://schemas.microsoft.com/office/powerpoint/2010/main" val="2127422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5DD1897-E282-CE27-16F1-E8AC1B78745D}"/>
              </a:ext>
            </a:extLst>
          </p:cNvPr>
          <p:cNvSpPr>
            <a:spLocks noGrp="1" noRot="1" noMove="1" noResize="1" noEditPoints="1" noAdjustHandles="1" noChangeArrowheads="1" noChangeShapeType="1"/>
          </p:cNvSpPr>
          <p:nvPr/>
        </p:nvSpPr>
        <p:spPr>
          <a:xfrm>
            <a:off x="6303963" y="0"/>
            <a:ext cx="5917386" cy="6858000"/>
          </a:xfrm>
          <a:prstGeom prst="rect">
            <a:avLst/>
          </a:prstGeom>
          <a:solidFill>
            <a:srgbClr val="224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rial"/>
              <a:ea typeface="+mn-ea"/>
              <a:cs typeface="+mn-cs"/>
            </a:endParaRPr>
          </a:p>
        </p:txBody>
      </p:sp>
      <p:graphicFrame>
        <p:nvGraphicFramePr>
          <p:cNvPr id="6" name="Chart 5">
            <a:extLst>
              <a:ext uri="{FF2B5EF4-FFF2-40B4-BE49-F238E27FC236}">
                <a16:creationId xmlns:a16="http://schemas.microsoft.com/office/drawing/2014/main" id="{9F102F8F-0785-543F-E1A8-BDEE6941500F}"/>
              </a:ext>
            </a:extLst>
          </p:cNvPr>
          <p:cNvGraphicFramePr>
            <a:graphicFrameLocks/>
          </p:cNvGraphicFramePr>
          <p:nvPr>
            <p:extLst>
              <p:ext uri="{D42A27DB-BD31-4B8C-83A1-F6EECF244321}">
                <p14:modId xmlns:p14="http://schemas.microsoft.com/office/powerpoint/2010/main" val="2388355635"/>
              </p:ext>
            </p:extLst>
          </p:nvPr>
        </p:nvGraphicFramePr>
        <p:xfrm>
          <a:off x="6526489" y="1604889"/>
          <a:ext cx="5472334" cy="36482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7F36290A-C9A9-540B-EBCC-FCF3F0C308A6}"/>
              </a:ext>
            </a:extLst>
          </p:cNvPr>
          <p:cNvGraphicFramePr/>
          <p:nvPr>
            <p:extLst>
              <p:ext uri="{D42A27DB-BD31-4B8C-83A1-F6EECF244321}">
                <p14:modId xmlns:p14="http://schemas.microsoft.com/office/powerpoint/2010/main" val="791852458"/>
              </p:ext>
            </p:extLst>
          </p:nvPr>
        </p:nvGraphicFramePr>
        <p:xfrm>
          <a:off x="6526489" y="1604889"/>
          <a:ext cx="5472334" cy="3648223"/>
        </p:xfrm>
        <a:graphic>
          <a:graphicData uri="http://schemas.openxmlformats.org/drawingml/2006/chart">
            <c:chart xmlns:c="http://schemas.openxmlformats.org/drawingml/2006/chart" xmlns:r="http://schemas.openxmlformats.org/officeDocument/2006/relationships" r:id="rId4"/>
          </a:graphicData>
        </a:graphic>
      </p:graphicFrame>
      <p:sp>
        <p:nvSpPr>
          <p:cNvPr id="18" name="Title 1">
            <a:extLst>
              <a:ext uri="{FF2B5EF4-FFF2-40B4-BE49-F238E27FC236}">
                <a16:creationId xmlns:a16="http://schemas.microsoft.com/office/drawing/2014/main" id="{28D90A27-D1FB-4B6A-C102-E5FAC3150EC9}"/>
              </a:ext>
            </a:extLst>
          </p:cNvPr>
          <p:cNvSpPr>
            <a:spLocks noGrp="1" noRot="1" noMove="1" noResize="1" noEditPoints="1" noAdjustHandles="1" noChangeArrowheads="1" noChangeShapeType="1"/>
          </p:cNvSpPr>
          <p:nvPr>
            <p:ph type="title"/>
          </p:nvPr>
        </p:nvSpPr>
        <p:spPr>
          <a:xfrm>
            <a:off x="609600" y="117475"/>
            <a:ext cx="10972800" cy="1143000"/>
          </a:xfrm>
        </p:spPr>
        <p:txBody>
          <a:bodyPr/>
          <a:lstStyle/>
          <a:p>
            <a:r>
              <a:rPr lang="en-AU" sz="2800" dirty="0">
                <a:solidFill>
                  <a:srgbClr val="1F487C"/>
                </a:solidFill>
              </a:rPr>
              <a:t>Quick Stats Snapshot</a:t>
            </a:r>
          </a:p>
        </p:txBody>
      </p:sp>
      <p:grpSp>
        <p:nvGrpSpPr>
          <p:cNvPr id="23" name="Group 22">
            <a:extLst>
              <a:ext uri="{FF2B5EF4-FFF2-40B4-BE49-F238E27FC236}">
                <a16:creationId xmlns:a16="http://schemas.microsoft.com/office/drawing/2014/main" id="{941959DD-E04A-85BD-494F-F21F73FC252B}"/>
              </a:ext>
            </a:extLst>
          </p:cNvPr>
          <p:cNvGrpSpPr>
            <a:grpSpLocks noGrp="1" noUngrp="1" noRot="1" noMove="1" noResize="1"/>
          </p:cNvGrpSpPr>
          <p:nvPr/>
        </p:nvGrpSpPr>
        <p:grpSpPr>
          <a:xfrm>
            <a:off x="6303963" y="0"/>
            <a:ext cx="5917386" cy="6858000"/>
            <a:chOff x="6303963" y="0"/>
            <a:chExt cx="5917386" cy="6858000"/>
          </a:xfrm>
        </p:grpSpPr>
        <p:pic>
          <p:nvPicPr>
            <p:cNvPr id="20" name="Graphic 19" descr="Bamboo and grasses">
              <a:extLst>
                <a:ext uri="{FF2B5EF4-FFF2-40B4-BE49-F238E27FC236}">
                  <a16:creationId xmlns:a16="http://schemas.microsoft.com/office/drawing/2014/main" id="{B7E3C28D-501C-29A8-6456-41B3AC7F13F0}"/>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53909"/>
            <a:stretch/>
          </p:blipFill>
          <p:spPr>
            <a:xfrm>
              <a:off x="6303963" y="5204810"/>
              <a:ext cx="1354626" cy="1653190"/>
            </a:xfrm>
            <a:prstGeom prst="rect">
              <a:avLst/>
            </a:prstGeom>
          </p:spPr>
        </p:pic>
        <p:pic>
          <p:nvPicPr>
            <p:cNvPr id="21" name="Graphic 20" descr="Bamboo and grasses">
              <a:extLst>
                <a:ext uri="{FF2B5EF4-FFF2-40B4-BE49-F238E27FC236}">
                  <a16:creationId xmlns:a16="http://schemas.microsoft.com/office/drawing/2014/main" id="{A5E62953-C3E8-CB3F-147A-4D600FFC4EED}"/>
                </a:ext>
              </a:extLst>
            </p:cNvPr>
            <p:cNvPicPr>
              <a:picLocks noGrp="1" noRot="1" noMove="1" noResize="1" noEditPoints="1" noAdjustHandles="1" noChangeArrowheads="1" noChangeShapeType="1" noCrop="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r="50000"/>
            <a:stretch/>
          </p:blipFill>
          <p:spPr>
            <a:xfrm>
              <a:off x="10751847" y="5204810"/>
              <a:ext cx="1469502" cy="1653190"/>
            </a:xfrm>
            <a:prstGeom prst="rect">
              <a:avLst/>
            </a:prstGeom>
          </p:spPr>
        </p:pic>
        <p:pic>
          <p:nvPicPr>
            <p:cNvPr id="22" name="Graphic 21" descr="An organic corner shape">
              <a:extLst>
                <a:ext uri="{FF2B5EF4-FFF2-40B4-BE49-F238E27FC236}">
                  <a16:creationId xmlns:a16="http://schemas.microsoft.com/office/drawing/2014/main" id="{1D1C274F-01FB-AE6C-424F-135BAAC692D7}"/>
                </a:ext>
              </a:extLst>
            </p:cNvPr>
            <p:cNvPicPr>
              <a:picLocks noGrp="1" noRot="1" noMove="1" noResize="1" noEditPoints="1" noAdjustHandles="1" noChangeArrowheads="1" noChangeShapeType="1" noCrop="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03963" y="0"/>
              <a:ext cx="1891742" cy="1891742"/>
            </a:xfrm>
            <a:prstGeom prst="rect">
              <a:avLst/>
            </a:prstGeom>
          </p:spPr>
        </p:pic>
      </p:grpSp>
      <p:sp>
        <p:nvSpPr>
          <p:cNvPr id="24" name="Content Placeholder 2">
            <a:extLst>
              <a:ext uri="{FF2B5EF4-FFF2-40B4-BE49-F238E27FC236}">
                <a16:creationId xmlns:a16="http://schemas.microsoft.com/office/drawing/2014/main" id="{0F6B886B-D474-08B7-2869-86100D4C501E}"/>
              </a:ext>
            </a:extLst>
          </p:cNvPr>
          <p:cNvSpPr>
            <a:spLocks noGrp="1"/>
          </p:cNvSpPr>
          <p:nvPr>
            <p:ph idx="1"/>
          </p:nvPr>
        </p:nvSpPr>
        <p:spPr>
          <a:xfrm>
            <a:off x="609600" y="1358902"/>
            <a:ext cx="5486400" cy="4766399"/>
          </a:xfrm>
        </p:spPr>
        <p:txBody>
          <a:bodyPr>
            <a:normAutofit/>
          </a:bodyPr>
          <a:lstStyle/>
          <a:p>
            <a:pPr marL="0" indent="0">
              <a:buNone/>
            </a:pPr>
            <a:r>
              <a:rPr lang="en-US" sz="2200" b="1" dirty="0"/>
              <a:t>According to Disability, Ageing, and Carer Survey 2022 (ABS, 2022), among 25.6 million Australians, </a:t>
            </a:r>
          </a:p>
          <a:p>
            <a:pPr>
              <a:buFont typeface="Arial" panose="020B0604020202020204" pitchFamily="34" charset="0"/>
              <a:buChar char="•"/>
            </a:pPr>
            <a:r>
              <a:rPr lang="en-US" sz="2200" dirty="0"/>
              <a:t>5.5 million has disability</a:t>
            </a:r>
          </a:p>
          <a:p>
            <a:pPr>
              <a:buFont typeface="Arial" panose="020B0604020202020204" pitchFamily="34" charset="0"/>
              <a:buChar char="•"/>
            </a:pPr>
            <a:r>
              <a:rPr lang="en-US" sz="2200" dirty="0"/>
              <a:t>4.4 million is older people (≥65 years)</a:t>
            </a:r>
          </a:p>
          <a:p>
            <a:pPr marL="0" indent="0">
              <a:buNone/>
            </a:pPr>
            <a:endParaRPr lang="en-US" sz="2200" dirty="0"/>
          </a:p>
          <a:p>
            <a:pPr marL="0" indent="0">
              <a:buNone/>
            </a:pPr>
            <a:r>
              <a:rPr lang="en-US" sz="2200" b="1" dirty="0"/>
              <a:t>Increase in Older People</a:t>
            </a:r>
          </a:p>
          <a:p>
            <a:pPr>
              <a:buFont typeface="Arial" panose="020B0604020202020204" pitchFamily="34" charset="0"/>
              <a:buChar char="•"/>
            </a:pPr>
            <a:r>
              <a:rPr lang="en-US" sz="2200" dirty="0"/>
              <a:t>52% increase in the number of older people between 2009 and 2022</a:t>
            </a:r>
          </a:p>
          <a:p>
            <a:pPr marL="0" indent="0">
              <a:buNone/>
            </a:pPr>
            <a:endParaRPr lang="en-US" dirty="0"/>
          </a:p>
        </p:txBody>
      </p:sp>
    </p:spTree>
    <p:extLst>
      <p:ext uri="{BB962C8B-B14F-4D97-AF65-F5344CB8AC3E}">
        <p14:creationId xmlns:p14="http://schemas.microsoft.com/office/powerpoint/2010/main" val="251705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15"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dirty="0">
                <a:solidFill>
                  <a:srgbClr val="1F487C"/>
                </a:solidFill>
              </a:rPr>
              <a:t>Literature Review</a:t>
            </a:r>
          </a:p>
        </p:txBody>
      </p:sp>
      <p:sp>
        <p:nvSpPr>
          <p:cNvPr id="3" name="Content Placeholder 2">
            <a:extLst>
              <a:ext uri="{FF2B5EF4-FFF2-40B4-BE49-F238E27FC236}">
                <a16:creationId xmlns:a16="http://schemas.microsoft.com/office/drawing/2014/main" id="{7FFE9A8E-669D-4866-2DD7-34E78B111A0D}"/>
              </a:ext>
            </a:extLst>
          </p:cNvPr>
          <p:cNvSpPr>
            <a:spLocks noGrp="1"/>
          </p:cNvSpPr>
          <p:nvPr>
            <p:ph idx="1"/>
          </p:nvPr>
        </p:nvSpPr>
        <p:spPr>
          <a:xfrm>
            <a:off x="609600" y="1358901"/>
            <a:ext cx="5557838" cy="4767263"/>
          </a:xfrm>
        </p:spPr>
        <p:txBody>
          <a:bodyPr/>
          <a:lstStyle/>
          <a:p>
            <a:pPr marL="0" indent="0">
              <a:buNone/>
            </a:pPr>
            <a:r>
              <a:rPr lang="en-AU" sz="2200" b="1" dirty="0"/>
              <a:t>Summary of Literature Review</a:t>
            </a:r>
          </a:p>
          <a:p>
            <a:pPr>
              <a:buFont typeface="Arial" panose="020B0604020202020204" pitchFamily="34" charset="0"/>
              <a:buChar char="•"/>
            </a:pPr>
            <a:r>
              <a:rPr lang="en-AU" sz="1900" dirty="0"/>
              <a:t>14% </a:t>
            </a:r>
            <a:r>
              <a:rPr lang="en-AU" sz="1900" b="1" dirty="0">
                <a:solidFill>
                  <a:srgbClr val="00B0F0"/>
                </a:solidFill>
              </a:rPr>
              <a:t>increase</a:t>
            </a:r>
            <a:r>
              <a:rPr lang="en-AU" sz="1900" dirty="0"/>
              <a:t> in annual vehicle mile travel (Harper et al., 2016)</a:t>
            </a:r>
          </a:p>
          <a:p>
            <a:pPr>
              <a:buFont typeface="Arial" panose="020B0604020202020204" pitchFamily="34" charset="0"/>
              <a:buChar char="•"/>
            </a:pPr>
            <a:r>
              <a:rPr lang="en-AU" sz="1900" dirty="0"/>
              <a:t>2 – 10% </a:t>
            </a:r>
            <a:r>
              <a:rPr lang="en-AU" sz="1900" b="1" dirty="0">
                <a:solidFill>
                  <a:srgbClr val="00B0F0"/>
                </a:solidFill>
              </a:rPr>
              <a:t>increase</a:t>
            </a:r>
            <a:r>
              <a:rPr lang="en-AU" sz="1900" dirty="0"/>
              <a:t> in overall vehicle travel (</a:t>
            </a:r>
            <a:r>
              <a:rPr lang="en-AU" sz="1900" dirty="0" err="1"/>
              <a:t>Wadud</a:t>
            </a:r>
            <a:r>
              <a:rPr lang="en-AU" sz="1900" dirty="0"/>
              <a:t> et al., 2016)</a:t>
            </a:r>
          </a:p>
          <a:p>
            <a:pPr>
              <a:buFont typeface="Arial" panose="020B0604020202020204" pitchFamily="34" charset="0"/>
              <a:buChar char="•"/>
            </a:pPr>
            <a:r>
              <a:rPr lang="en-AU" sz="1900" dirty="0"/>
              <a:t>4.14 % </a:t>
            </a:r>
            <a:r>
              <a:rPr lang="en-AU" sz="1900" b="1" dirty="0">
                <a:solidFill>
                  <a:srgbClr val="00B0F0"/>
                </a:solidFill>
              </a:rPr>
              <a:t>increase</a:t>
            </a:r>
            <a:r>
              <a:rPr lang="en-AU" sz="1900" dirty="0"/>
              <a:t> in daily trips (Truong et al., 2017)</a:t>
            </a:r>
          </a:p>
          <a:p>
            <a:pPr>
              <a:buFont typeface="Arial" panose="020B0604020202020204" pitchFamily="34" charset="0"/>
              <a:buChar char="•"/>
            </a:pPr>
            <a:endParaRPr lang="en-AU" dirty="0"/>
          </a:p>
          <a:p>
            <a:pPr marL="0" indent="0">
              <a:buNone/>
            </a:pPr>
            <a:r>
              <a:rPr lang="en-AU" sz="2200" b="1" dirty="0"/>
              <a:t>Research Gap</a:t>
            </a:r>
          </a:p>
          <a:p>
            <a:pPr>
              <a:buFont typeface="Arial" panose="020B0604020202020204" pitchFamily="34" charset="0"/>
              <a:buChar char="•"/>
            </a:pPr>
            <a:r>
              <a:rPr lang="en-AU" sz="1900" dirty="0"/>
              <a:t>Handful of studies</a:t>
            </a:r>
          </a:p>
          <a:p>
            <a:pPr>
              <a:buFont typeface="Arial" panose="020B0604020202020204" pitchFamily="34" charset="0"/>
              <a:buChar char="•"/>
            </a:pPr>
            <a:r>
              <a:rPr lang="en-AU" sz="1900" dirty="0"/>
              <a:t>Rely on strong assumptions</a:t>
            </a:r>
          </a:p>
          <a:p>
            <a:pPr>
              <a:buFont typeface="Arial" panose="020B0604020202020204" pitchFamily="34" charset="0"/>
              <a:buChar char="•"/>
            </a:pPr>
            <a:r>
              <a:rPr lang="en-AU" sz="1900" dirty="0"/>
              <a:t>Need to control socio-economic factors such as income, work status, education levels, travel attitude</a:t>
            </a:r>
          </a:p>
          <a:p>
            <a:pPr>
              <a:buFont typeface="Arial" panose="020B0604020202020204" pitchFamily="34" charset="0"/>
              <a:buChar char="•"/>
            </a:pPr>
            <a:r>
              <a:rPr lang="en-AU" sz="1900" dirty="0"/>
              <a:t>Lack of Qualitative Evidence</a:t>
            </a:r>
          </a:p>
          <a:p>
            <a:pPr>
              <a:buFont typeface="Arial" panose="020B0604020202020204" pitchFamily="34" charset="0"/>
              <a:buChar char="•"/>
            </a:pPr>
            <a:endParaRPr lang="en-AU" dirty="0"/>
          </a:p>
          <a:p>
            <a:pPr marL="0" indent="0">
              <a:buNone/>
            </a:pPr>
            <a:endParaRPr lang="en-AU" dirty="0"/>
          </a:p>
        </p:txBody>
      </p:sp>
      <p:grpSp>
        <p:nvGrpSpPr>
          <p:cNvPr id="8" name="Group 7">
            <a:extLst>
              <a:ext uri="{FF2B5EF4-FFF2-40B4-BE49-F238E27FC236}">
                <a16:creationId xmlns:a16="http://schemas.microsoft.com/office/drawing/2014/main" id="{8A68BE8B-2DD0-FC70-334B-CA8E25A86857}"/>
              </a:ext>
            </a:extLst>
          </p:cNvPr>
          <p:cNvGrpSpPr/>
          <p:nvPr/>
        </p:nvGrpSpPr>
        <p:grpSpPr>
          <a:xfrm>
            <a:off x="7259886" y="1282950"/>
            <a:ext cx="3460451" cy="4708816"/>
            <a:chOff x="7259886" y="1305425"/>
            <a:chExt cx="3460451" cy="4708816"/>
          </a:xfrm>
        </p:grpSpPr>
        <p:pic>
          <p:nvPicPr>
            <p:cNvPr id="6" name="With 1">
              <a:extLst>
                <a:ext uri="{FF2B5EF4-FFF2-40B4-BE49-F238E27FC236}">
                  <a16:creationId xmlns:a16="http://schemas.microsoft.com/office/drawing/2014/main" id="{CE724A08-D5FE-8351-D5FC-EA7F4A92DE63}"/>
                </a:ext>
              </a:extLst>
            </p:cNvPr>
            <p:cNvPicPr>
              <a:picLocks noChangeAspect="1"/>
            </p:cNvPicPr>
            <p:nvPr/>
          </p:nvPicPr>
          <p:blipFill>
            <a:blip r:embed="rId3"/>
            <a:stretch>
              <a:fillRect/>
            </a:stretch>
          </p:blipFill>
          <p:spPr>
            <a:xfrm>
              <a:off x="7259886" y="3659833"/>
              <a:ext cx="3456384" cy="2354408"/>
            </a:xfrm>
            <a:prstGeom prst="rect">
              <a:avLst/>
            </a:prstGeom>
          </p:spPr>
        </p:pic>
        <p:pic>
          <p:nvPicPr>
            <p:cNvPr id="7" name="Without 1">
              <a:extLst>
                <a:ext uri="{FF2B5EF4-FFF2-40B4-BE49-F238E27FC236}">
                  <a16:creationId xmlns:a16="http://schemas.microsoft.com/office/drawing/2014/main" id="{CE870CAF-8E33-E111-7F85-238F29FA3A5D}"/>
                </a:ext>
              </a:extLst>
            </p:cNvPr>
            <p:cNvPicPr>
              <a:picLocks noChangeAspect="1"/>
            </p:cNvPicPr>
            <p:nvPr/>
          </p:nvPicPr>
          <p:blipFill>
            <a:blip r:embed="rId4"/>
            <a:stretch>
              <a:fillRect/>
            </a:stretch>
          </p:blipFill>
          <p:spPr>
            <a:xfrm>
              <a:off x="7259886" y="1305425"/>
              <a:ext cx="3460451" cy="2354408"/>
            </a:xfrm>
            <a:prstGeom prst="rect">
              <a:avLst/>
            </a:prstGeom>
          </p:spPr>
        </p:pic>
      </p:grpSp>
      <p:pic>
        <p:nvPicPr>
          <p:cNvPr id="5" name="Picture 4">
            <a:extLst>
              <a:ext uri="{FF2B5EF4-FFF2-40B4-BE49-F238E27FC236}">
                <a16:creationId xmlns:a16="http://schemas.microsoft.com/office/drawing/2014/main" id="{CA959EEC-A3F2-36CE-747F-D83E673DAF02}"/>
              </a:ext>
            </a:extLst>
          </p:cNvPr>
          <p:cNvPicPr>
            <a:picLocks noChangeAspect="1"/>
          </p:cNvPicPr>
          <p:nvPr/>
        </p:nvPicPr>
        <p:blipFill>
          <a:blip r:embed="rId5"/>
          <a:stretch>
            <a:fillRect/>
          </a:stretch>
        </p:blipFill>
        <p:spPr>
          <a:xfrm>
            <a:off x="7026078" y="2460158"/>
            <a:ext cx="3923999" cy="2354400"/>
          </a:xfrm>
          <a:prstGeom prst="rect">
            <a:avLst/>
          </a:prstGeom>
        </p:spPr>
      </p:pic>
      <p:grpSp>
        <p:nvGrpSpPr>
          <p:cNvPr id="22" name="Group 21">
            <a:extLst>
              <a:ext uri="{FF2B5EF4-FFF2-40B4-BE49-F238E27FC236}">
                <a16:creationId xmlns:a16="http://schemas.microsoft.com/office/drawing/2014/main" id="{D337F601-C0B5-7231-7389-3F2C81AFC1B6}"/>
              </a:ext>
            </a:extLst>
          </p:cNvPr>
          <p:cNvGrpSpPr/>
          <p:nvPr/>
        </p:nvGrpSpPr>
        <p:grpSpPr>
          <a:xfrm>
            <a:off x="8020050" y="2068421"/>
            <a:ext cx="2528887" cy="1787651"/>
            <a:chOff x="8020050" y="2068421"/>
            <a:chExt cx="2528887" cy="1787651"/>
          </a:xfrm>
        </p:grpSpPr>
        <p:grpSp>
          <p:nvGrpSpPr>
            <p:cNvPr id="21" name="Group 20">
              <a:extLst>
                <a:ext uri="{FF2B5EF4-FFF2-40B4-BE49-F238E27FC236}">
                  <a16:creationId xmlns:a16="http://schemas.microsoft.com/office/drawing/2014/main" id="{636ECF74-F13A-3481-F17D-05D2549546BF}"/>
                </a:ext>
              </a:extLst>
            </p:cNvPr>
            <p:cNvGrpSpPr/>
            <p:nvPr/>
          </p:nvGrpSpPr>
          <p:grpSpPr>
            <a:xfrm>
              <a:off x="8020050" y="2819434"/>
              <a:ext cx="2528887" cy="1036638"/>
              <a:chOff x="8020050" y="2819434"/>
              <a:chExt cx="2528887" cy="1036638"/>
            </a:xfrm>
          </p:grpSpPr>
          <p:sp>
            <p:nvSpPr>
              <p:cNvPr id="10" name="Rectangle 9">
                <a:extLst>
                  <a:ext uri="{FF2B5EF4-FFF2-40B4-BE49-F238E27FC236}">
                    <a16:creationId xmlns:a16="http://schemas.microsoft.com/office/drawing/2014/main" id="{669361A0-D5DB-8DE8-B33E-BA702302102B}"/>
                  </a:ext>
                </a:extLst>
              </p:cNvPr>
              <p:cNvSpPr/>
              <p:nvPr/>
            </p:nvSpPr>
            <p:spPr>
              <a:xfrm>
                <a:off x="8020050" y="2819434"/>
                <a:ext cx="952500" cy="526550"/>
              </a:xfrm>
              <a:custGeom>
                <a:avLst/>
                <a:gdLst>
                  <a:gd name="connsiteX0" fmla="*/ 0 w 1047750"/>
                  <a:gd name="connsiteY0" fmla="*/ 0 h 466725"/>
                  <a:gd name="connsiteX1" fmla="*/ 1047750 w 1047750"/>
                  <a:gd name="connsiteY1" fmla="*/ 0 h 466725"/>
                  <a:gd name="connsiteX2" fmla="*/ 1047750 w 1047750"/>
                  <a:gd name="connsiteY2" fmla="*/ 466725 h 466725"/>
                  <a:gd name="connsiteX3" fmla="*/ 0 w 1047750"/>
                  <a:gd name="connsiteY3" fmla="*/ 466725 h 466725"/>
                  <a:gd name="connsiteX4" fmla="*/ 0 w 1047750"/>
                  <a:gd name="connsiteY4" fmla="*/ 0 h 466725"/>
                  <a:gd name="connsiteX0" fmla="*/ 0 w 1047750"/>
                  <a:gd name="connsiteY0" fmla="*/ 334962 h 801687"/>
                  <a:gd name="connsiteX1" fmla="*/ 952500 w 1047750"/>
                  <a:gd name="connsiteY1" fmla="*/ 0 h 801687"/>
                  <a:gd name="connsiteX2" fmla="*/ 1047750 w 1047750"/>
                  <a:gd name="connsiteY2" fmla="*/ 801687 h 801687"/>
                  <a:gd name="connsiteX3" fmla="*/ 0 w 1047750"/>
                  <a:gd name="connsiteY3" fmla="*/ 801687 h 801687"/>
                  <a:gd name="connsiteX4" fmla="*/ 0 w 1047750"/>
                  <a:gd name="connsiteY4" fmla="*/ 334962 h 801687"/>
                  <a:gd name="connsiteX0" fmla="*/ 0 w 952500"/>
                  <a:gd name="connsiteY0" fmla="*/ 334962 h 801687"/>
                  <a:gd name="connsiteX1" fmla="*/ 952500 w 952500"/>
                  <a:gd name="connsiteY1" fmla="*/ 0 h 801687"/>
                  <a:gd name="connsiteX2" fmla="*/ 931862 w 952500"/>
                  <a:gd name="connsiteY2" fmla="*/ 50799 h 801687"/>
                  <a:gd name="connsiteX3" fmla="*/ 0 w 952500"/>
                  <a:gd name="connsiteY3" fmla="*/ 801687 h 801687"/>
                  <a:gd name="connsiteX4" fmla="*/ 0 w 952500"/>
                  <a:gd name="connsiteY4" fmla="*/ 334962 h 801687"/>
                  <a:gd name="connsiteX0" fmla="*/ 1587 w 954087"/>
                  <a:gd name="connsiteY0" fmla="*/ 334962 h 801687"/>
                  <a:gd name="connsiteX1" fmla="*/ 954087 w 954087"/>
                  <a:gd name="connsiteY1" fmla="*/ 0 h 801687"/>
                  <a:gd name="connsiteX2" fmla="*/ 933449 w 954087"/>
                  <a:gd name="connsiteY2" fmla="*/ 50799 h 801687"/>
                  <a:gd name="connsiteX3" fmla="*/ 1587 w 954087"/>
                  <a:gd name="connsiteY3" fmla="*/ 801687 h 801687"/>
                  <a:gd name="connsiteX4" fmla="*/ 0 w 954087"/>
                  <a:gd name="connsiteY4" fmla="*/ 567824 h 801687"/>
                  <a:gd name="connsiteX5" fmla="*/ 1587 w 954087"/>
                  <a:gd name="connsiteY5" fmla="*/ 334962 h 801687"/>
                  <a:gd name="connsiteX0" fmla="*/ 1587 w 954087"/>
                  <a:gd name="connsiteY0" fmla="*/ 334962 h 567824"/>
                  <a:gd name="connsiteX1" fmla="*/ 954087 w 954087"/>
                  <a:gd name="connsiteY1" fmla="*/ 0 h 567824"/>
                  <a:gd name="connsiteX2" fmla="*/ 933449 w 954087"/>
                  <a:gd name="connsiteY2" fmla="*/ 50799 h 567824"/>
                  <a:gd name="connsiteX3" fmla="*/ 657225 w 954087"/>
                  <a:gd name="connsiteY3" fmla="*/ 260350 h 567824"/>
                  <a:gd name="connsiteX4" fmla="*/ 0 w 954087"/>
                  <a:gd name="connsiteY4" fmla="*/ 567824 h 567824"/>
                  <a:gd name="connsiteX5" fmla="*/ 1587 w 954087"/>
                  <a:gd name="connsiteY5" fmla="*/ 334962 h 567824"/>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0 w 952500"/>
                  <a:gd name="connsiteY5" fmla="*/ 334962 h 336049"/>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247650 w 952500"/>
                  <a:gd name="connsiteY5" fmla="*/ 334463 h 336049"/>
                  <a:gd name="connsiteX6" fmla="*/ 0 w 952500"/>
                  <a:gd name="connsiteY6" fmla="*/ 334962 h 336049"/>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0 w 952500"/>
                  <a:gd name="connsiteY6" fmla="*/ 334962 h 428125"/>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176213 w 952500"/>
                  <a:gd name="connsiteY6" fmla="*/ 382088 h 428125"/>
                  <a:gd name="connsiteX7" fmla="*/ 0 w 952500"/>
                  <a:gd name="connsiteY7" fmla="*/ 334962 h 428125"/>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0 w 952500"/>
                  <a:gd name="connsiteY7"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80963 w 952500"/>
                  <a:gd name="connsiteY7" fmla="*/ 431299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68263 w 952500"/>
                  <a:gd name="connsiteY8" fmla="*/ 388437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41275 w 952500"/>
                  <a:gd name="connsiteY9" fmla="*/ 350337 h 526550"/>
                  <a:gd name="connsiteX10" fmla="*/ 0 w 952500"/>
                  <a:gd name="connsiteY10"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65088 w 952500"/>
                  <a:gd name="connsiteY9" fmla="*/ 417012 h 526550"/>
                  <a:gd name="connsiteX10" fmla="*/ 0 w 952500"/>
                  <a:gd name="connsiteY10" fmla="*/ 334962 h 52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2500" h="526550">
                    <a:moveTo>
                      <a:pt x="0" y="334962"/>
                    </a:moveTo>
                    <a:lnTo>
                      <a:pt x="952500" y="0"/>
                    </a:lnTo>
                    <a:lnTo>
                      <a:pt x="931862" y="50799"/>
                    </a:lnTo>
                    <a:lnTo>
                      <a:pt x="655638" y="260350"/>
                    </a:lnTo>
                    <a:lnTo>
                      <a:pt x="482601" y="336049"/>
                    </a:lnTo>
                    <a:lnTo>
                      <a:pt x="341313" y="428125"/>
                    </a:lnTo>
                    <a:lnTo>
                      <a:pt x="168275" y="526550"/>
                    </a:lnTo>
                    <a:lnTo>
                      <a:pt x="144463" y="440824"/>
                    </a:lnTo>
                    <a:lnTo>
                      <a:pt x="106363" y="380499"/>
                    </a:lnTo>
                    <a:lnTo>
                      <a:pt x="65088" y="417012"/>
                    </a:lnTo>
                    <a:lnTo>
                      <a:pt x="0" y="334962"/>
                    </a:lnTo>
                    <a:close/>
                  </a:path>
                </a:pathLst>
              </a:custGeom>
              <a:solidFill>
                <a:srgbClr val="FF0000">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1" name="Rectangle 9">
                <a:extLst>
                  <a:ext uri="{FF2B5EF4-FFF2-40B4-BE49-F238E27FC236}">
                    <a16:creationId xmlns:a16="http://schemas.microsoft.com/office/drawing/2014/main" id="{075DE8DB-496E-743B-8CBB-331E78F9B92A}"/>
                  </a:ext>
                </a:extLst>
              </p:cNvPr>
              <p:cNvSpPr/>
              <p:nvPr/>
            </p:nvSpPr>
            <p:spPr>
              <a:xfrm>
                <a:off x="9633207" y="3087912"/>
                <a:ext cx="915730" cy="768160"/>
              </a:xfrm>
              <a:custGeom>
                <a:avLst/>
                <a:gdLst>
                  <a:gd name="connsiteX0" fmla="*/ 0 w 1047750"/>
                  <a:gd name="connsiteY0" fmla="*/ 0 h 466725"/>
                  <a:gd name="connsiteX1" fmla="*/ 1047750 w 1047750"/>
                  <a:gd name="connsiteY1" fmla="*/ 0 h 466725"/>
                  <a:gd name="connsiteX2" fmla="*/ 1047750 w 1047750"/>
                  <a:gd name="connsiteY2" fmla="*/ 466725 h 466725"/>
                  <a:gd name="connsiteX3" fmla="*/ 0 w 1047750"/>
                  <a:gd name="connsiteY3" fmla="*/ 466725 h 466725"/>
                  <a:gd name="connsiteX4" fmla="*/ 0 w 1047750"/>
                  <a:gd name="connsiteY4" fmla="*/ 0 h 466725"/>
                  <a:gd name="connsiteX0" fmla="*/ 0 w 1047750"/>
                  <a:gd name="connsiteY0" fmla="*/ 334962 h 801687"/>
                  <a:gd name="connsiteX1" fmla="*/ 952500 w 1047750"/>
                  <a:gd name="connsiteY1" fmla="*/ 0 h 801687"/>
                  <a:gd name="connsiteX2" fmla="*/ 1047750 w 1047750"/>
                  <a:gd name="connsiteY2" fmla="*/ 801687 h 801687"/>
                  <a:gd name="connsiteX3" fmla="*/ 0 w 1047750"/>
                  <a:gd name="connsiteY3" fmla="*/ 801687 h 801687"/>
                  <a:gd name="connsiteX4" fmla="*/ 0 w 1047750"/>
                  <a:gd name="connsiteY4" fmla="*/ 334962 h 801687"/>
                  <a:gd name="connsiteX0" fmla="*/ 0 w 952500"/>
                  <a:gd name="connsiteY0" fmla="*/ 334962 h 801687"/>
                  <a:gd name="connsiteX1" fmla="*/ 952500 w 952500"/>
                  <a:gd name="connsiteY1" fmla="*/ 0 h 801687"/>
                  <a:gd name="connsiteX2" fmla="*/ 931862 w 952500"/>
                  <a:gd name="connsiteY2" fmla="*/ 50799 h 801687"/>
                  <a:gd name="connsiteX3" fmla="*/ 0 w 952500"/>
                  <a:gd name="connsiteY3" fmla="*/ 801687 h 801687"/>
                  <a:gd name="connsiteX4" fmla="*/ 0 w 952500"/>
                  <a:gd name="connsiteY4" fmla="*/ 334962 h 801687"/>
                  <a:gd name="connsiteX0" fmla="*/ 1587 w 954087"/>
                  <a:gd name="connsiteY0" fmla="*/ 334962 h 801687"/>
                  <a:gd name="connsiteX1" fmla="*/ 954087 w 954087"/>
                  <a:gd name="connsiteY1" fmla="*/ 0 h 801687"/>
                  <a:gd name="connsiteX2" fmla="*/ 933449 w 954087"/>
                  <a:gd name="connsiteY2" fmla="*/ 50799 h 801687"/>
                  <a:gd name="connsiteX3" fmla="*/ 1587 w 954087"/>
                  <a:gd name="connsiteY3" fmla="*/ 801687 h 801687"/>
                  <a:gd name="connsiteX4" fmla="*/ 0 w 954087"/>
                  <a:gd name="connsiteY4" fmla="*/ 567824 h 801687"/>
                  <a:gd name="connsiteX5" fmla="*/ 1587 w 954087"/>
                  <a:gd name="connsiteY5" fmla="*/ 334962 h 801687"/>
                  <a:gd name="connsiteX0" fmla="*/ 1587 w 954087"/>
                  <a:gd name="connsiteY0" fmla="*/ 334962 h 567824"/>
                  <a:gd name="connsiteX1" fmla="*/ 954087 w 954087"/>
                  <a:gd name="connsiteY1" fmla="*/ 0 h 567824"/>
                  <a:gd name="connsiteX2" fmla="*/ 933449 w 954087"/>
                  <a:gd name="connsiteY2" fmla="*/ 50799 h 567824"/>
                  <a:gd name="connsiteX3" fmla="*/ 657225 w 954087"/>
                  <a:gd name="connsiteY3" fmla="*/ 260350 h 567824"/>
                  <a:gd name="connsiteX4" fmla="*/ 0 w 954087"/>
                  <a:gd name="connsiteY4" fmla="*/ 567824 h 567824"/>
                  <a:gd name="connsiteX5" fmla="*/ 1587 w 954087"/>
                  <a:gd name="connsiteY5" fmla="*/ 334962 h 567824"/>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0 w 952500"/>
                  <a:gd name="connsiteY5" fmla="*/ 334962 h 336049"/>
                  <a:gd name="connsiteX0" fmla="*/ 0 w 952500"/>
                  <a:gd name="connsiteY0" fmla="*/ 334962 h 336049"/>
                  <a:gd name="connsiteX1" fmla="*/ 952500 w 952500"/>
                  <a:gd name="connsiteY1" fmla="*/ 0 h 336049"/>
                  <a:gd name="connsiteX2" fmla="*/ 931862 w 952500"/>
                  <a:gd name="connsiteY2" fmla="*/ 50799 h 336049"/>
                  <a:gd name="connsiteX3" fmla="*/ 655638 w 952500"/>
                  <a:gd name="connsiteY3" fmla="*/ 260350 h 336049"/>
                  <a:gd name="connsiteX4" fmla="*/ 482601 w 952500"/>
                  <a:gd name="connsiteY4" fmla="*/ 336049 h 336049"/>
                  <a:gd name="connsiteX5" fmla="*/ 247650 w 952500"/>
                  <a:gd name="connsiteY5" fmla="*/ 334463 h 336049"/>
                  <a:gd name="connsiteX6" fmla="*/ 0 w 952500"/>
                  <a:gd name="connsiteY6" fmla="*/ 334962 h 336049"/>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0 w 952500"/>
                  <a:gd name="connsiteY6" fmla="*/ 334962 h 428125"/>
                  <a:gd name="connsiteX0" fmla="*/ 0 w 952500"/>
                  <a:gd name="connsiteY0" fmla="*/ 334962 h 428125"/>
                  <a:gd name="connsiteX1" fmla="*/ 952500 w 952500"/>
                  <a:gd name="connsiteY1" fmla="*/ 0 h 428125"/>
                  <a:gd name="connsiteX2" fmla="*/ 931862 w 952500"/>
                  <a:gd name="connsiteY2" fmla="*/ 50799 h 428125"/>
                  <a:gd name="connsiteX3" fmla="*/ 655638 w 952500"/>
                  <a:gd name="connsiteY3" fmla="*/ 260350 h 428125"/>
                  <a:gd name="connsiteX4" fmla="*/ 482601 w 952500"/>
                  <a:gd name="connsiteY4" fmla="*/ 336049 h 428125"/>
                  <a:gd name="connsiteX5" fmla="*/ 341313 w 952500"/>
                  <a:gd name="connsiteY5" fmla="*/ 428125 h 428125"/>
                  <a:gd name="connsiteX6" fmla="*/ 176213 w 952500"/>
                  <a:gd name="connsiteY6" fmla="*/ 382088 h 428125"/>
                  <a:gd name="connsiteX7" fmla="*/ 0 w 952500"/>
                  <a:gd name="connsiteY7" fmla="*/ 334962 h 428125"/>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0 w 952500"/>
                  <a:gd name="connsiteY7"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80963 w 952500"/>
                  <a:gd name="connsiteY7" fmla="*/ 431299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0 w 952500"/>
                  <a:gd name="connsiteY8"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68263 w 952500"/>
                  <a:gd name="connsiteY8" fmla="*/ 388437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0 w 952500"/>
                  <a:gd name="connsiteY9"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41275 w 952500"/>
                  <a:gd name="connsiteY9" fmla="*/ 350337 h 526550"/>
                  <a:gd name="connsiteX10" fmla="*/ 0 w 952500"/>
                  <a:gd name="connsiteY10" fmla="*/ 334962 h 526550"/>
                  <a:gd name="connsiteX0" fmla="*/ 0 w 952500"/>
                  <a:gd name="connsiteY0" fmla="*/ 334962 h 526550"/>
                  <a:gd name="connsiteX1" fmla="*/ 952500 w 952500"/>
                  <a:gd name="connsiteY1" fmla="*/ 0 h 526550"/>
                  <a:gd name="connsiteX2" fmla="*/ 931862 w 952500"/>
                  <a:gd name="connsiteY2" fmla="*/ 50799 h 526550"/>
                  <a:gd name="connsiteX3" fmla="*/ 655638 w 952500"/>
                  <a:gd name="connsiteY3" fmla="*/ 260350 h 526550"/>
                  <a:gd name="connsiteX4" fmla="*/ 482601 w 952500"/>
                  <a:gd name="connsiteY4" fmla="*/ 336049 h 526550"/>
                  <a:gd name="connsiteX5" fmla="*/ 341313 w 952500"/>
                  <a:gd name="connsiteY5" fmla="*/ 428125 h 526550"/>
                  <a:gd name="connsiteX6" fmla="*/ 168275 w 952500"/>
                  <a:gd name="connsiteY6" fmla="*/ 526550 h 526550"/>
                  <a:gd name="connsiteX7" fmla="*/ 144463 w 952500"/>
                  <a:gd name="connsiteY7" fmla="*/ 440824 h 526550"/>
                  <a:gd name="connsiteX8" fmla="*/ 106363 w 952500"/>
                  <a:gd name="connsiteY8" fmla="*/ 380499 h 526550"/>
                  <a:gd name="connsiteX9" fmla="*/ 65088 w 952500"/>
                  <a:gd name="connsiteY9" fmla="*/ 417012 h 526550"/>
                  <a:gd name="connsiteX10" fmla="*/ 0 w 952500"/>
                  <a:gd name="connsiteY10" fmla="*/ 334962 h 526550"/>
                  <a:gd name="connsiteX0" fmla="*/ 0 w 971550"/>
                  <a:gd name="connsiteY0" fmla="*/ 0 h 953588"/>
                  <a:gd name="connsiteX1" fmla="*/ 971550 w 971550"/>
                  <a:gd name="connsiteY1" fmla="*/ 427038 h 953588"/>
                  <a:gd name="connsiteX2" fmla="*/ 950912 w 971550"/>
                  <a:gd name="connsiteY2" fmla="*/ 477837 h 953588"/>
                  <a:gd name="connsiteX3" fmla="*/ 674688 w 971550"/>
                  <a:gd name="connsiteY3" fmla="*/ 687388 h 953588"/>
                  <a:gd name="connsiteX4" fmla="*/ 501651 w 971550"/>
                  <a:gd name="connsiteY4" fmla="*/ 763087 h 953588"/>
                  <a:gd name="connsiteX5" fmla="*/ 360363 w 971550"/>
                  <a:gd name="connsiteY5" fmla="*/ 855163 h 953588"/>
                  <a:gd name="connsiteX6" fmla="*/ 187325 w 971550"/>
                  <a:gd name="connsiteY6" fmla="*/ 953588 h 953588"/>
                  <a:gd name="connsiteX7" fmla="*/ 163513 w 971550"/>
                  <a:gd name="connsiteY7" fmla="*/ 867862 h 953588"/>
                  <a:gd name="connsiteX8" fmla="*/ 125413 w 971550"/>
                  <a:gd name="connsiteY8" fmla="*/ 807537 h 953588"/>
                  <a:gd name="connsiteX9" fmla="*/ 84138 w 971550"/>
                  <a:gd name="connsiteY9" fmla="*/ 844050 h 953588"/>
                  <a:gd name="connsiteX10" fmla="*/ 0 w 971550"/>
                  <a:gd name="connsiteY10" fmla="*/ 0 h 953588"/>
                  <a:gd name="connsiteX0" fmla="*/ 0 w 950912"/>
                  <a:gd name="connsiteY0" fmla="*/ 0 h 953588"/>
                  <a:gd name="connsiteX1" fmla="*/ 912812 w 950912"/>
                  <a:gd name="connsiteY1" fmla="*/ 696913 h 953588"/>
                  <a:gd name="connsiteX2" fmla="*/ 950912 w 950912"/>
                  <a:gd name="connsiteY2" fmla="*/ 477837 h 953588"/>
                  <a:gd name="connsiteX3" fmla="*/ 674688 w 950912"/>
                  <a:gd name="connsiteY3" fmla="*/ 687388 h 953588"/>
                  <a:gd name="connsiteX4" fmla="*/ 501651 w 950912"/>
                  <a:gd name="connsiteY4" fmla="*/ 763087 h 953588"/>
                  <a:gd name="connsiteX5" fmla="*/ 360363 w 950912"/>
                  <a:gd name="connsiteY5" fmla="*/ 855163 h 953588"/>
                  <a:gd name="connsiteX6" fmla="*/ 187325 w 950912"/>
                  <a:gd name="connsiteY6" fmla="*/ 953588 h 953588"/>
                  <a:gd name="connsiteX7" fmla="*/ 163513 w 950912"/>
                  <a:gd name="connsiteY7" fmla="*/ 867862 h 953588"/>
                  <a:gd name="connsiteX8" fmla="*/ 125413 w 950912"/>
                  <a:gd name="connsiteY8" fmla="*/ 807537 h 953588"/>
                  <a:gd name="connsiteX9" fmla="*/ 84138 w 950912"/>
                  <a:gd name="connsiteY9" fmla="*/ 844050 h 953588"/>
                  <a:gd name="connsiteX10" fmla="*/ 0 w 9509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74688 w 912812"/>
                  <a:gd name="connsiteY3" fmla="*/ 687388 h 953588"/>
                  <a:gd name="connsiteX4" fmla="*/ 501651 w 912812"/>
                  <a:gd name="connsiteY4" fmla="*/ 763087 h 953588"/>
                  <a:gd name="connsiteX5" fmla="*/ 360363 w 912812"/>
                  <a:gd name="connsiteY5" fmla="*/ 855163 h 953588"/>
                  <a:gd name="connsiteX6" fmla="*/ 187325 w 912812"/>
                  <a:gd name="connsiteY6" fmla="*/ 953588 h 953588"/>
                  <a:gd name="connsiteX7" fmla="*/ 163513 w 912812"/>
                  <a:gd name="connsiteY7" fmla="*/ 867862 h 953588"/>
                  <a:gd name="connsiteX8" fmla="*/ 125413 w 912812"/>
                  <a:gd name="connsiteY8" fmla="*/ 807537 h 953588"/>
                  <a:gd name="connsiteX9" fmla="*/ 84138 w 912812"/>
                  <a:gd name="connsiteY9" fmla="*/ 844050 h 953588"/>
                  <a:gd name="connsiteX10" fmla="*/ 0 w 9128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63576 w 912812"/>
                  <a:gd name="connsiteY3" fmla="*/ 608013 h 953588"/>
                  <a:gd name="connsiteX4" fmla="*/ 501651 w 912812"/>
                  <a:gd name="connsiteY4" fmla="*/ 763087 h 953588"/>
                  <a:gd name="connsiteX5" fmla="*/ 360363 w 912812"/>
                  <a:gd name="connsiteY5" fmla="*/ 855163 h 953588"/>
                  <a:gd name="connsiteX6" fmla="*/ 187325 w 912812"/>
                  <a:gd name="connsiteY6" fmla="*/ 953588 h 953588"/>
                  <a:gd name="connsiteX7" fmla="*/ 163513 w 912812"/>
                  <a:gd name="connsiteY7" fmla="*/ 867862 h 953588"/>
                  <a:gd name="connsiteX8" fmla="*/ 125413 w 912812"/>
                  <a:gd name="connsiteY8" fmla="*/ 807537 h 953588"/>
                  <a:gd name="connsiteX9" fmla="*/ 84138 w 912812"/>
                  <a:gd name="connsiteY9" fmla="*/ 844050 h 953588"/>
                  <a:gd name="connsiteX10" fmla="*/ 0 w 9128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63576 w 912812"/>
                  <a:gd name="connsiteY3" fmla="*/ 608013 h 953588"/>
                  <a:gd name="connsiteX4" fmla="*/ 601663 w 912812"/>
                  <a:gd name="connsiteY4" fmla="*/ 715462 h 953588"/>
                  <a:gd name="connsiteX5" fmla="*/ 360363 w 912812"/>
                  <a:gd name="connsiteY5" fmla="*/ 855163 h 953588"/>
                  <a:gd name="connsiteX6" fmla="*/ 187325 w 912812"/>
                  <a:gd name="connsiteY6" fmla="*/ 953588 h 953588"/>
                  <a:gd name="connsiteX7" fmla="*/ 163513 w 912812"/>
                  <a:gd name="connsiteY7" fmla="*/ 867862 h 953588"/>
                  <a:gd name="connsiteX8" fmla="*/ 125413 w 912812"/>
                  <a:gd name="connsiteY8" fmla="*/ 807537 h 953588"/>
                  <a:gd name="connsiteX9" fmla="*/ 84138 w 912812"/>
                  <a:gd name="connsiteY9" fmla="*/ 844050 h 953588"/>
                  <a:gd name="connsiteX10" fmla="*/ 0 w 912812"/>
                  <a:gd name="connsiteY10" fmla="*/ 0 h 953588"/>
                  <a:gd name="connsiteX0" fmla="*/ 0 w 912812"/>
                  <a:gd name="connsiteY0" fmla="*/ 0 h 953588"/>
                  <a:gd name="connsiteX1" fmla="*/ 912812 w 912812"/>
                  <a:gd name="connsiteY1" fmla="*/ 696913 h 953588"/>
                  <a:gd name="connsiteX2" fmla="*/ 801687 w 912812"/>
                  <a:gd name="connsiteY2" fmla="*/ 765175 h 953588"/>
                  <a:gd name="connsiteX3" fmla="*/ 663576 w 912812"/>
                  <a:gd name="connsiteY3" fmla="*/ 608013 h 953588"/>
                  <a:gd name="connsiteX4" fmla="*/ 601663 w 912812"/>
                  <a:gd name="connsiteY4" fmla="*/ 715462 h 953588"/>
                  <a:gd name="connsiteX5" fmla="*/ 187325 w 912812"/>
                  <a:gd name="connsiteY5" fmla="*/ 953588 h 953588"/>
                  <a:gd name="connsiteX6" fmla="*/ 163513 w 912812"/>
                  <a:gd name="connsiteY6" fmla="*/ 867862 h 953588"/>
                  <a:gd name="connsiteX7" fmla="*/ 125413 w 912812"/>
                  <a:gd name="connsiteY7" fmla="*/ 807537 h 953588"/>
                  <a:gd name="connsiteX8" fmla="*/ 84138 w 912812"/>
                  <a:gd name="connsiteY8" fmla="*/ 844050 h 953588"/>
                  <a:gd name="connsiteX9" fmla="*/ 0 w 912812"/>
                  <a:gd name="connsiteY9" fmla="*/ 0 h 953588"/>
                  <a:gd name="connsiteX0" fmla="*/ 0 w 912812"/>
                  <a:gd name="connsiteY0" fmla="*/ 0 h 867862"/>
                  <a:gd name="connsiteX1" fmla="*/ 912812 w 912812"/>
                  <a:gd name="connsiteY1" fmla="*/ 696913 h 867862"/>
                  <a:gd name="connsiteX2" fmla="*/ 801687 w 912812"/>
                  <a:gd name="connsiteY2" fmla="*/ 765175 h 867862"/>
                  <a:gd name="connsiteX3" fmla="*/ 663576 w 912812"/>
                  <a:gd name="connsiteY3" fmla="*/ 608013 h 867862"/>
                  <a:gd name="connsiteX4" fmla="*/ 601663 w 912812"/>
                  <a:gd name="connsiteY4" fmla="*/ 715462 h 867862"/>
                  <a:gd name="connsiteX5" fmla="*/ 163513 w 912812"/>
                  <a:gd name="connsiteY5" fmla="*/ 867862 h 867862"/>
                  <a:gd name="connsiteX6" fmla="*/ 125413 w 912812"/>
                  <a:gd name="connsiteY6" fmla="*/ 807537 h 867862"/>
                  <a:gd name="connsiteX7" fmla="*/ 84138 w 912812"/>
                  <a:gd name="connsiteY7" fmla="*/ 844050 h 867862"/>
                  <a:gd name="connsiteX8" fmla="*/ 0 w 912812"/>
                  <a:gd name="connsiteY8" fmla="*/ 0 h 867862"/>
                  <a:gd name="connsiteX0" fmla="*/ 0 w 912812"/>
                  <a:gd name="connsiteY0" fmla="*/ 0 h 844050"/>
                  <a:gd name="connsiteX1" fmla="*/ 912812 w 912812"/>
                  <a:gd name="connsiteY1" fmla="*/ 696913 h 844050"/>
                  <a:gd name="connsiteX2" fmla="*/ 801687 w 912812"/>
                  <a:gd name="connsiteY2" fmla="*/ 765175 h 844050"/>
                  <a:gd name="connsiteX3" fmla="*/ 663576 w 912812"/>
                  <a:gd name="connsiteY3" fmla="*/ 608013 h 844050"/>
                  <a:gd name="connsiteX4" fmla="*/ 601663 w 912812"/>
                  <a:gd name="connsiteY4" fmla="*/ 715462 h 844050"/>
                  <a:gd name="connsiteX5" fmla="*/ 125413 w 912812"/>
                  <a:gd name="connsiteY5" fmla="*/ 807537 h 844050"/>
                  <a:gd name="connsiteX6" fmla="*/ 84138 w 912812"/>
                  <a:gd name="connsiteY6" fmla="*/ 844050 h 844050"/>
                  <a:gd name="connsiteX7" fmla="*/ 0 w 912812"/>
                  <a:gd name="connsiteY7" fmla="*/ 0 h 844050"/>
                  <a:gd name="connsiteX0" fmla="*/ 0 w 912812"/>
                  <a:gd name="connsiteY0" fmla="*/ 0 h 844050"/>
                  <a:gd name="connsiteX1" fmla="*/ 912812 w 912812"/>
                  <a:gd name="connsiteY1" fmla="*/ 696913 h 844050"/>
                  <a:gd name="connsiteX2" fmla="*/ 801687 w 912812"/>
                  <a:gd name="connsiteY2" fmla="*/ 765175 h 844050"/>
                  <a:gd name="connsiteX3" fmla="*/ 663576 w 912812"/>
                  <a:gd name="connsiteY3" fmla="*/ 608013 h 844050"/>
                  <a:gd name="connsiteX4" fmla="*/ 601663 w 912812"/>
                  <a:gd name="connsiteY4" fmla="*/ 715462 h 844050"/>
                  <a:gd name="connsiteX5" fmla="*/ 84138 w 912812"/>
                  <a:gd name="connsiteY5" fmla="*/ 844050 h 844050"/>
                  <a:gd name="connsiteX6" fmla="*/ 0 w 912812"/>
                  <a:gd name="connsiteY6" fmla="*/ 0 h 844050"/>
                  <a:gd name="connsiteX0" fmla="*/ 0 w 912812"/>
                  <a:gd name="connsiteY0" fmla="*/ 0 h 844050"/>
                  <a:gd name="connsiteX1" fmla="*/ 912812 w 912812"/>
                  <a:gd name="connsiteY1" fmla="*/ 696913 h 844050"/>
                  <a:gd name="connsiteX2" fmla="*/ 801687 w 912812"/>
                  <a:gd name="connsiteY2" fmla="*/ 765175 h 844050"/>
                  <a:gd name="connsiteX3" fmla="*/ 663576 w 912812"/>
                  <a:gd name="connsiteY3" fmla="*/ 608013 h 844050"/>
                  <a:gd name="connsiteX4" fmla="*/ 601663 w 912812"/>
                  <a:gd name="connsiteY4" fmla="*/ 715462 h 844050"/>
                  <a:gd name="connsiteX5" fmla="*/ 350838 w 912812"/>
                  <a:gd name="connsiteY5" fmla="*/ 493212 h 844050"/>
                  <a:gd name="connsiteX6" fmla="*/ 84138 w 912812"/>
                  <a:gd name="connsiteY6" fmla="*/ 844050 h 844050"/>
                  <a:gd name="connsiteX7" fmla="*/ 0 w 912812"/>
                  <a:gd name="connsiteY7" fmla="*/ 0 h 844050"/>
                  <a:gd name="connsiteX0" fmla="*/ 0 w 912812"/>
                  <a:gd name="connsiteY0" fmla="*/ 0 h 880457"/>
                  <a:gd name="connsiteX1" fmla="*/ 912812 w 912812"/>
                  <a:gd name="connsiteY1" fmla="*/ 696913 h 880457"/>
                  <a:gd name="connsiteX2" fmla="*/ 801687 w 912812"/>
                  <a:gd name="connsiteY2" fmla="*/ 765175 h 880457"/>
                  <a:gd name="connsiteX3" fmla="*/ 663576 w 912812"/>
                  <a:gd name="connsiteY3" fmla="*/ 608013 h 880457"/>
                  <a:gd name="connsiteX4" fmla="*/ 601663 w 912812"/>
                  <a:gd name="connsiteY4" fmla="*/ 715462 h 880457"/>
                  <a:gd name="connsiteX5" fmla="*/ 84138 w 912812"/>
                  <a:gd name="connsiteY5" fmla="*/ 844050 h 880457"/>
                  <a:gd name="connsiteX6" fmla="*/ 0 w 912812"/>
                  <a:gd name="connsiteY6" fmla="*/ 0 h 880457"/>
                  <a:gd name="connsiteX0" fmla="*/ 3481 w 916293"/>
                  <a:gd name="connsiteY0" fmla="*/ 0 h 765175"/>
                  <a:gd name="connsiteX1" fmla="*/ 916293 w 916293"/>
                  <a:gd name="connsiteY1" fmla="*/ 696913 h 765175"/>
                  <a:gd name="connsiteX2" fmla="*/ 805168 w 916293"/>
                  <a:gd name="connsiteY2" fmla="*/ 765175 h 765175"/>
                  <a:gd name="connsiteX3" fmla="*/ 667057 w 916293"/>
                  <a:gd name="connsiteY3" fmla="*/ 608013 h 765175"/>
                  <a:gd name="connsiteX4" fmla="*/ 605144 w 916293"/>
                  <a:gd name="connsiteY4" fmla="*/ 715462 h 765175"/>
                  <a:gd name="connsiteX5" fmla="*/ 3481 w 916293"/>
                  <a:gd name="connsiteY5" fmla="*/ 0 h 765175"/>
                  <a:gd name="connsiteX0" fmla="*/ 29617 w 942429"/>
                  <a:gd name="connsiteY0" fmla="*/ 9873 h 775048"/>
                  <a:gd name="connsiteX1" fmla="*/ 942429 w 942429"/>
                  <a:gd name="connsiteY1" fmla="*/ 706786 h 775048"/>
                  <a:gd name="connsiteX2" fmla="*/ 831304 w 942429"/>
                  <a:gd name="connsiteY2" fmla="*/ 775048 h 775048"/>
                  <a:gd name="connsiteX3" fmla="*/ 693193 w 942429"/>
                  <a:gd name="connsiteY3" fmla="*/ 617886 h 775048"/>
                  <a:gd name="connsiteX4" fmla="*/ 631280 w 942429"/>
                  <a:gd name="connsiteY4" fmla="*/ 725335 h 775048"/>
                  <a:gd name="connsiteX5" fmla="*/ 259806 w 942429"/>
                  <a:gd name="connsiteY5" fmla="*/ 325285 h 775048"/>
                  <a:gd name="connsiteX6" fmla="*/ 29617 w 942429"/>
                  <a:gd name="connsiteY6" fmla="*/ 9873 h 775048"/>
                  <a:gd name="connsiteX0" fmla="*/ 27662 w 940474"/>
                  <a:gd name="connsiteY0" fmla="*/ 10077 h 775252"/>
                  <a:gd name="connsiteX1" fmla="*/ 940474 w 940474"/>
                  <a:gd name="connsiteY1" fmla="*/ 706990 h 775252"/>
                  <a:gd name="connsiteX2" fmla="*/ 829349 w 940474"/>
                  <a:gd name="connsiteY2" fmla="*/ 775252 h 775252"/>
                  <a:gd name="connsiteX3" fmla="*/ 691238 w 940474"/>
                  <a:gd name="connsiteY3" fmla="*/ 618090 h 775252"/>
                  <a:gd name="connsiteX4" fmla="*/ 629325 w 940474"/>
                  <a:gd name="connsiteY4" fmla="*/ 725539 h 775252"/>
                  <a:gd name="connsiteX5" fmla="*/ 281663 w 940474"/>
                  <a:gd name="connsiteY5" fmla="*/ 319139 h 775252"/>
                  <a:gd name="connsiteX6" fmla="*/ 27662 w 940474"/>
                  <a:gd name="connsiteY6" fmla="*/ 10077 h 775252"/>
                  <a:gd name="connsiteX0" fmla="*/ 60895 w 973707"/>
                  <a:gd name="connsiteY0" fmla="*/ 36609 h 801784"/>
                  <a:gd name="connsiteX1" fmla="*/ 973707 w 973707"/>
                  <a:gd name="connsiteY1" fmla="*/ 733522 h 801784"/>
                  <a:gd name="connsiteX2" fmla="*/ 862582 w 973707"/>
                  <a:gd name="connsiteY2" fmla="*/ 801784 h 801784"/>
                  <a:gd name="connsiteX3" fmla="*/ 724471 w 973707"/>
                  <a:gd name="connsiteY3" fmla="*/ 644622 h 801784"/>
                  <a:gd name="connsiteX4" fmla="*/ 662558 w 973707"/>
                  <a:gd name="connsiteY4" fmla="*/ 752071 h 801784"/>
                  <a:gd name="connsiteX5" fmla="*/ 314896 w 973707"/>
                  <a:gd name="connsiteY5" fmla="*/ 345671 h 801784"/>
                  <a:gd name="connsiteX6" fmla="*/ 110108 w 973707"/>
                  <a:gd name="connsiteY6" fmla="*/ 123421 h 801784"/>
                  <a:gd name="connsiteX7" fmla="*/ 60895 w 973707"/>
                  <a:gd name="connsiteY7" fmla="*/ 36609 h 801784"/>
                  <a:gd name="connsiteX0" fmla="*/ 49319 w 962131"/>
                  <a:gd name="connsiteY0" fmla="*/ 29712 h 794887"/>
                  <a:gd name="connsiteX1" fmla="*/ 962131 w 962131"/>
                  <a:gd name="connsiteY1" fmla="*/ 726625 h 794887"/>
                  <a:gd name="connsiteX2" fmla="*/ 851006 w 962131"/>
                  <a:gd name="connsiteY2" fmla="*/ 794887 h 794887"/>
                  <a:gd name="connsiteX3" fmla="*/ 712895 w 962131"/>
                  <a:gd name="connsiteY3" fmla="*/ 637725 h 794887"/>
                  <a:gd name="connsiteX4" fmla="*/ 650982 w 962131"/>
                  <a:gd name="connsiteY4" fmla="*/ 745174 h 794887"/>
                  <a:gd name="connsiteX5" fmla="*/ 303320 w 962131"/>
                  <a:gd name="connsiteY5" fmla="*/ 338774 h 794887"/>
                  <a:gd name="connsiteX6" fmla="*/ 160444 w 962131"/>
                  <a:gd name="connsiteY6" fmla="*/ 167324 h 794887"/>
                  <a:gd name="connsiteX7" fmla="*/ 49319 w 962131"/>
                  <a:gd name="connsiteY7" fmla="*/ 29712 h 794887"/>
                  <a:gd name="connsiteX0" fmla="*/ 2918 w 915730"/>
                  <a:gd name="connsiteY0" fmla="*/ 2985 h 768160"/>
                  <a:gd name="connsiteX1" fmla="*/ 915730 w 915730"/>
                  <a:gd name="connsiteY1" fmla="*/ 699898 h 768160"/>
                  <a:gd name="connsiteX2" fmla="*/ 804605 w 915730"/>
                  <a:gd name="connsiteY2" fmla="*/ 768160 h 768160"/>
                  <a:gd name="connsiteX3" fmla="*/ 666494 w 915730"/>
                  <a:gd name="connsiteY3" fmla="*/ 610998 h 768160"/>
                  <a:gd name="connsiteX4" fmla="*/ 604581 w 915730"/>
                  <a:gd name="connsiteY4" fmla="*/ 718447 h 768160"/>
                  <a:gd name="connsiteX5" fmla="*/ 256919 w 915730"/>
                  <a:gd name="connsiteY5" fmla="*/ 312047 h 768160"/>
                  <a:gd name="connsiteX6" fmla="*/ 114043 w 915730"/>
                  <a:gd name="connsiteY6" fmla="*/ 140597 h 768160"/>
                  <a:gd name="connsiteX7" fmla="*/ 2918 w 915730"/>
                  <a:gd name="connsiteY7" fmla="*/ 2985 h 76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730" h="768160">
                    <a:moveTo>
                      <a:pt x="2918" y="2985"/>
                    </a:moveTo>
                    <a:lnTo>
                      <a:pt x="915730" y="699898"/>
                    </a:lnTo>
                    <a:lnTo>
                      <a:pt x="804605" y="768160"/>
                    </a:lnTo>
                    <a:lnTo>
                      <a:pt x="666494" y="610998"/>
                    </a:lnTo>
                    <a:lnTo>
                      <a:pt x="604581" y="718447"/>
                    </a:lnTo>
                    <a:cubicBezTo>
                      <a:pt x="532350" y="669680"/>
                      <a:pt x="357196" y="431291"/>
                      <a:pt x="256919" y="312047"/>
                    </a:cubicBezTo>
                    <a:cubicBezTo>
                      <a:pt x="164844" y="207272"/>
                      <a:pt x="156377" y="192107"/>
                      <a:pt x="114043" y="140597"/>
                    </a:cubicBezTo>
                    <a:cubicBezTo>
                      <a:pt x="71709" y="89087"/>
                      <a:pt x="-17190" y="-19323"/>
                      <a:pt x="2918" y="2985"/>
                    </a:cubicBezTo>
                    <a:close/>
                  </a:path>
                </a:pathLst>
              </a:custGeom>
              <a:solidFill>
                <a:srgbClr val="FF0000">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grpSp>
        <p:grpSp>
          <p:nvGrpSpPr>
            <p:cNvPr id="20" name="Group 19">
              <a:extLst>
                <a:ext uri="{FF2B5EF4-FFF2-40B4-BE49-F238E27FC236}">
                  <a16:creationId xmlns:a16="http://schemas.microsoft.com/office/drawing/2014/main" id="{056B9C0F-D3DE-00E6-1091-43D1AA3FEFED}"/>
                </a:ext>
              </a:extLst>
            </p:cNvPr>
            <p:cNvGrpSpPr/>
            <p:nvPr/>
          </p:nvGrpSpPr>
          <p:grpSpPr>
            <a:xfrm>
              <a:off x="8081375" y="2068421"/>
              <a:ext cx="2008869" cy="1443596"/>
              <a:chOff x="8081375" y="2068421"/>
              <a:chExt cx="2008869" cy="1443596"/>
            </a:xfrm>
          </p:grpSpPr>
          <p:sp>
            <p:nvSpPr>
              <p:cNvPr id="12" name="TextBox 11">
                <a:extLst>
                  <a:ext uri="{FF2B5EF4-FFF2-40B4-BE49-F238E27FC236}">
                    <a16:creationId xmlns:a16="http://schemas.microsoft.com/office/drawing/2014/main" id="{D604DF93-D4B1-D0BF-B0F9-82BBD17A93A7}"/>
                  </a:ext>
                </a:extLst>
              </p:cNvPr>
              <p:cNvSpPr txBox="1"/>
              <p:nvPr/>
            </p:nvSpPr>
            <p:spPr>
              <a:xfrm>
                <a:off x="8081375" y="2068421"/>
                <a:ext cx="1813403" cy="430887"/>
              </a:xfrm>
              <a:prstGeom prst="rect">
                <a:avLst/>
              </a:prstGeom>
              <a:noFill/>
            </p:spPr>
            <p:txBody>
              <a:bodyPr wrap="square">
                <a:spAutoFit/>
              </a:bodyPr>
              <a:lstStyle/>
              <a:p>
                <a:pPr algn="ctr"/>
                <a:r>
                  <a:rPr lang="en-AU" sz="1100" b="1" dirty="0">
                    <a:latin typeface="Tw Cen MT" panose="020B0602020104020603" pitchFamily="34" charset="0"/>
                  </a:rPr>
                  <a:t>Increased in trip rate due to AVs </a:t>
                </a:r>
              </a:p>
            </p:txBody>
          </p:sp>
          <p:cxnSp>
            <p:nvCxnSpPr>
              <p:cNvPr id="13" name="Straight Arrow Connector 12">
                <a:extLst>
                  <a:ext uri="{FF2B5EF4-FFF2-40B4-BE49-F238E27FC236}">
                    <a16:creationId xmlns:a16="http://schemas.microsoft.com/office/drawing/2014/main" id="{3BCB5F48-EB3D-04D8-2F24-44BE19FD904A}"/>
                  </a:ext>
                </a:extLst>
              </p:cNvPr>
              <p:cNvCxnSpPr>
                <a:cxnSpLocks/>
                <a:stCxn id="12" idx="2"/>
              </p:cNvCxnSpPr>
              <p:nvPr/>
            </p:nvCxnSpPr>
            <p:spPr>
              <a:xfrm flipH="1">
                <a:off x="8401050" y="2499308"/>
                <a:ext cx="587027" cy="621501"/>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F4AB893-FBD4-4F72-8FCB-24DBD362BD50}"/>
                  </a:ext>
                </a:extLst>
              </p:cNvPr>
              <p:cNvCxnSpPr>
                <a:cxnSpLocks/>
                <a:stCxn id="12" idx="2"/>
              </p:cNvCxnSpPr>
              <p:nvPr/>
            </p:nvCxnSpPr>
            <p:spPr>
              <a:xfrm>
                <a:off x="8988077" y="2499308"/>
                <a:ext cx="1102167" cy="1012709"/>
              </a:xfrm>
              <a:prstGeom prst="straightConnector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97756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a:xfrm>
            <a:off x="609600" y="117475"/>
            <a:ext cx="10972800" cy="1143000"/>
          </a:xfrm>
        </p:spPr>
        <p:txBody>
          <a:bodyPr/>
          <a:lstStyle/>
          <a:p>
            <a:r>
              <a:rPr lang="en-AU" sz="2800" dirty="0">
                <a:solidFill>
                  <a:srgbClr val="1F487C"/>
                </a:solidFill>
              </a:rPr>
              <a:t>Methodology</a:t>
            </a:r>
          </a:p>
        </p:txBody>
      </p:sp>
      <p:sp>
        <p:nvSpPr>
          <p:cNvPr id="18" name="Content Placeholder 2">
            <a:extLst>
              <a:ext uri="{FF2B5EF4-FFF2-40B4-BE49-F238E27FC236}">
                <a16:creationId xmlns:a16="http://schemas.microsoft.com/office/drawing/2014/main" id="{56946E0A-B908-F93A-7AC6-8F76E115E5AA}"/>
              </a:ext>
            </a:extLst>
          </p:cNvPr>
          <p:cNvSpPr txBox="1">
            <a:spLocks/>
          </p:cNvSpPr>
          <p:nvPr/>
        </p:nvSpPr>
        <p:spPr>
          <a:xfrm>
            <a:off x="609599" y="1358901"/>
            <a:ext cx="5763072" cy="4767262"/>
          </a:xfrm>
          <a:prstGeom prst="rect">
            <a:avLst/>
          </a:prstGeom>
        </p:spPr>
        <p:txBody>
          <a:bodyPr vert="horz" lIns="91440" tIns="45720" rIns="91440" bIns="45720" rtlCol="0" anchor="t">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sz="2200" b="1"/>
              <a:t>Quantitative Research</a:t>
            </a:r>
          </a:p>
          <a:p>
            <a:pPr>
              <a:buFont typeface="Arial" panose="020B0604020202020204" pitchFamily="34" charset="0"/>
              <a:buChar char="•"/>
            </a:pPr>
            <a:r>
              <a:rPr lang="en-AU" sz="1900"/>
              <a:t>To quantify the extent to which AVs influence travel and activity frequency among transport-disadvantaged peoples</a:t>
            </a:r>
          </a:p>
          <a:p>
            <a:pPr marL="0" indent="0">
              <a:buNone/>
            </a:pPr>
            <a:r>
              <a:rPr lang="en-AU" sz="1900"/>
              <a:t>Data Collection: </a:t>
            </a:r>
            <a:r>
              <a:rPr lang="en-AU" sz="1900" b="1">
                <a:solidFill>
                  <a:srgbClr val="00B0F0"/>
                </a:solidFill>
              </a:rPr>
              <a:t>Sydney Household Travel Survey Data</a:t>
            </a:r>
          </a:p>
          <a:p>
            <a:pPr marL="0" indent="0">
              <a:buNone/>
            </a:pPr>
            <a:r>
              <a:rPr lang="en-AU" sz="1900"/>
              <a:t>Data Analysis: </a:t>
            </a:r>
            <a:r>
              <a:rPr lang="en-AU" sz="1900" b="1">
                <a:solidFill>
                  <a:srgbClr val="00B0F0"/>
                </a:solidFill>
              </a:rPr>
              <a:t>Propensity matching score</a:t>
            </a:r>
          </a:p>
          <a:p>
            <a:pPr marL="0" indent="0">
              <a:buNone/>
            </a:pPr>
            <a:endParaRPr lang="en-AU" sz="1900" b="1">
              <a:solidFill>
                <a:srgbClr val="FF0000"/>
              </a:solidFill>
            </a:endParaRPr>
          </a:p>
          <a:p>
            <a:pPr marL="0" indent="0">
              <a:buNone/>
            </a:pPr>
            <a:r>
              <a:rPr lang="en-AU" sz="2200" b="1"/>
              <a:t>Qualitative Research</a:t>
            </a:r>
          </a:p>
          <a:p>
            <a:pPr>
              <a:buFont typeface="Arial" panose="020B0604020202020204" pitchFamily="34" charset="0"/>
              <a:buChar char="•"/>
            </a:pPr>
            <a:r>
              <a:rPr lang="en-AU" sz="1900"/>
              <a:t>To explore perceptions of transport-disadvantaged individuals regarding AVs as a solution to their mobility barriers, </a:t>
            </a:r>
          </a:p>
          <a:p>
            <a:pPr>
              <a:buFont typeface="Arial" panose="020B0604020202020204" pitchFamily="34" charset="0"/>
              <a:buChar char="•"/>
            </a:pPr>
            <a:r>
              <a:rPr lang="en-AU" sz="1900"/>
              <a:t>To prompt anticipated changes in their travel and activity pattern</a:t>
            </a:r>
          </a:p>
          <a:p>
            <a:pPr marL="0" indent="0">
              <a:buNone/>
            </a:pPr>
            <a:r>
              <a:rPr lang="en-AU" sz="1900"/>
              <a:t>Data Collection: </a:t>
            </a:r>
            <a:r>
              <a:rPr lang="en-AU" sz="1900" b="1">
                <a:solidFill>
                  <a:srgbClr val="00B0F0"/>
                </a:solidFill>
              </a:rPr>
              <a:t>Focus group</a:t>
            </a:r>
          </a:p>
          <a:p>
            <a:pPr marL="0" indent="0">
              <a:buNone/>
            </a:pPr>
            <a:r>
              <a:rPr lang="en-AU" sz="1900"/>
              <a:t>Data Analysis: </a:t>
            </a:r>
            <a:r>
              <a:rPr lang="en-AU" sz="1900" b="1">
                <a:solidFill>
                  <a:srgbClr val="00B0F0"/>
                </a:solidFill>
              </a:rPr>
              <a:t>Thematic analysis</a:t>
            </a:r>
          </a:p>
        </p:txBody>
      </p:sp>
      <p:grpSp>
        <p:nvGrpSpPr>
          <p:cNvPr id="24" name="Group 23">
            <a:extLst>
              <a:ext uri="{FF2B5EF4-FFF2-40B4-BE49-F238E27FC236}">
                <a16:creationId xmlns:a16="http://schemas.microsoft.com/office/drawing/2014/main" id="{23B9C0E1-4B47-B834-F1E6-6DA4E0B6917C}"/>
              </a:ext>
            </a:extLst>
          </p:cNvPr>
          <p:cNvGrpSpPr/>
          <p:nvPr/>
        </p:nvGrpSpPr>
        <p:grpSpPr>
          <a:xfrm>
            <a:off x="6397823" y="1664804"/>
            <a:ext cx="5184577" cy="3528392"/>
            <a:chOff x="6673733" y="1664804"/>
            <a:chExt cx="5184577" cy="3528392"/>
          </a:xfrm>
        </p:grpSpPr>
        <p:sp>
          <p:nvSpPr>
            <p:cNvPr id="58" name="Rectangle: Rounded Corners 57">
              <a:extLst>
                <a:ext uri="{FF2B5EF4-FFF2-40B4-BE49-F238E27FC236}">
                  <a16:creationId xmlns:a16="http://schemas.microsoft.com/office/drawing/2014/main" id="{21BFA1D1-ACE7-8849-D622-D8E54DF2429A}"/>
                </a:ext>
              </a:extLst>
            </p:cNvPr>
            <p:cNvSpPr/>
            <p:nvPr/>
          </p:nvSpPr>
          <p:spPr>
            <a:xfrm>
              <a:off x="6673733" y="1664804"/>
              <a:ext cx="5184577" cy="3528392"/>
            </a:xfrm>
            <a:prstGeom prst="roundRect">
              <a:avLst/>
            </a:prstGeom>
            <a:solidFill>
              <a:srgbClr val="CCCFD7"/>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AU" sz="2200" b="1">
                  <a:solidFill>
                    <a:schemeClr val="tx1"/>
                  </a:solidFill>
                  <a:latin typeface="Tw Cen MT" panose="020B0602020104020603" pitchFamily="34" charset="0"/>
                </a:rPr>
                <a:t>Propensity matching score</a:t>
              </a:r>
            </a:p>
          </p:txBody>
        </p:sp>
        <p:grpSp>
          <p:nvGrpSpPr>
            <p:cNvPr id="9" name="Group 8">
              <a:extLst>
                <a:ext uri="{FF2B5EF4-FFF2-40B4-BE49-F238E27FC236}">
                  <a16:creationId xmlns:a16="http://schemas.microsoft.com/office/drawing/2014/main" id="{050B793D-4D1E-FD1C-4833-BF09DB7C77F2}"/>
                </a:ext>
              </a:extLst>
            </p:cNvPr>
            <p:cNvGrpSpPr/>
            <p:nvPr/>
          </p:nvGrpSpPr>
          <p:grpSpPr>
            <a:xfrm>
              <a:off x="6961765" y="2261632"/>
              <a:ext cx="4608512" cy="2334736"/>
              <a:chOff x="7032104" y="2849072"/>
              <a:chExt cx="4608512" cy="2334736"/>
            </a:xfrm>
          </p:grpSpPr>
          <p:sp>
            <p:nvSpPr>
              <p:cNvPr id="5" name="Rectangle: Rounded Corners 4">
                <a:extLst>
                  <a:ext uri="{FF2B5EF4-FFF2-40B4-BE49-F238E27FC236}">
                    <a16:creationId xmlns:a16="http://schemas.microsoft.com/office/drawing/2014/main" id="{6CF9F3FF-666A-88C9-C128-3EB776572BF0}"/>
                  </a:ext>
                </a:extLst>
              </p:cNvPr>
              <p:cNvSpPr/>
              <p:nvPr/>
            </p:nvSpPr>
            <p:spPr>
              <a:xfrm>
                <a:off x="7032104" y="2878440"/>
                <a:ext cx="1224136" cy="2304256"/>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dirty="0">
                    <a:latin typeface="Tw Cen MT" panose="020B0602020104020603" pitchFamily="34" charset="0"/>
                  </a:rPr>
                  <a:t>Treatment Group</a:t>
                </a:r>
              </a:p>
            </p:txBody>
          </p:sp>
          <p:sp>
            <p:nvSpPr>
              <p:cNvPr id="6" name="Rectangle: Rounded Corners 5">
                <a:extLst>
                  <a:ext uri="{FF2B5EF4-FFF2-40B4-BE49-F238E27FC236}">
                    <a16:creationId xmlns:a16="http://schemas.microsoft.com/office/drawing/2014/main" id="{2EC4EC3F-9FB5-7E35-C1DB-A0E352A3F71A}"/>
                  </a:ext>
                </a:extLst>
              </p:cNvPr>
              <p:cNvSpPr/>
              <p:nvPr/>
            </p:nvSpPr>
            <p:spPr>
              <a:xfrm>
                <a:off x="8724292" y="2879552"/>
                <a:ext cx="1224136" cy="2304256"/>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Controlled Group</a:t>
                </a:r>
              </a:p>
            </p:txBody>
          </p:sp>
          <p:sp>
            <p:nvSpPr>
              <p:cNvPr id="8" name="Rectangle: Rounded Corners 7">
                <a:extLst>
                  <a:ext uri="{FF2B5EF4-FFF2-40B4-BE49-F238E27FC236}">
                    <a16:creationId xmlns:a16="http://schemas.microsoft.com/office/drawing/2014/main" id="{8AEF4ABA-1CBF-3D82-FE01-448A8C4D45DA}"/>
                  </a:ext>
                </a:extLst>
              </p:cNvPr>
              <p:cNvSpPr/>
              <p:nvPr/>
            </p:nvSpPr>
            <p:spPr>
              <a:xfrm>
                <a:off x="10416480" y="2849072"/>
                <a:ext cx="1224136" cy="2304256"/>
              </a:xfrm>
              <a:prstGeom prst="roundRect">
                <a:avLst/>
              </a:prstGeom>
              <a:solidFill>
                <a:srgbClr val="224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1500">
                    <a:latin typeface="Tw Cen MT" panose="020B0602020104020603" pitchFamily="34" charset="0"/>
                  </a:rPr>
                  <a:t>Impact of Treatment on Trip and Activity Frequency</a:t>
                </a:r>
              </a:p>
            </p:txBody>
          </p:sp>
        </p:grpSp>
        <p:sp>
          <p:nvSpPr>
            <p:cNvPr id="10" name="TextBox 9">
              <a:extLst>
                <a:ext uri="{FF2B5EF4-FFF2-40B4-BE49-F238E27FC236}">
                  <a16:creationId xmlns:a16="http://schemas.microsoft.com/office/drawing/2014/main" id="{0BB49184-DB34-C563-C1FD-9958184A8435}"/>
                </a:ext>
              </a:extLst>
            </p:cNvPr>
            <p:cNvSpPr txBox="1"/>
            <p:nvPr/>
          </p:nvSpPr>
          <p:spPr>
            <a:xfrm>
              <a:off x="8201121" y="3198168"/>
              <a:ext cx="432048" cy="461665"/>
            </a:xfrm>
            <a:prstGeom prst="rect">
              <a:avLst/>
            </a:prstGeom>
            <a:noFill/>
          </p:spPr>
          <p:txBody>
            <a:bodyPr wrap="square">
              <a:spAutoFit/>
            </a:bodyPr>
            <a:lstStyle/>
            <a:p>
              <a:pPr algn="ctr"/>
              <a:r>
                <a:rPr lang="en-AU" sz="2400" b="1">
                  <a:latin typeface="Tw Cen MT" panose="020B0602020104020603" pitchFamily="34" charset="0"/>
                  <a:ea typeface="Segoe UI Symbol" panose="020B0502040204020203" pitchFamily="34" charset="0"/>
                </a:rPr>
                <a:t>−</a:t>
              </a:r>
              <a:endParaRPr lang="en-AU" sz="2400" b="1">
                <a:latin typeface="Tw Cen MT" panose="020B0602020104020603" pitchFamily="34" charset="0"/>
              </a:endParaRPr>
            </a:p>
          </p:txBody>
        </p:sp>
        <p:sp>
          <p:nvSpPr>
            <p:cNvPr id="11" name="TextBox 10">
              <a:extLst>
                <a:ext uri="{FF2B5EF4-FFF2-40B4-BE49-F238E27FC236}">
                  <a16:creationId xmlns:a16="http://schemas.microsoft.com/office/drawing/2014/main" id="{77A7B99C-AC94-6AF7-014A-092DFBA68C56}"/>
                </a:ext>
              </a:extLst>
            </p:cNvPr>
            <p:cNvSpPr txBox="1"/>
            <p:nvPr/>
          </p:nvSpPr>
          <p:spPr>
            <a:xfrm>
              <a:off x="9914093" y="3198168"/>
              <a:ext cx="432048" cy="461665"/>
            </a:xfrm>
            <a:prstGeom prst="rect">
              <a:avLst/>
            </a:prstGeom>
            <a:noFill/>
          </p:spPr>
          <p:txBody>
            <a:bodyPr wrap="square">
              <a:spAutoFit/>
            </a:bodyPr>
            <a:lstStyle/>
            <a:p>
              <a:pPr algn="ctr"/>
              <a:r>
                <a:rPr lang="en-AU" sz="2400" b="1">
                  <a:latin typeface="Tw Cen MT" panose="020B0602020104020603" pitchFamily="34" charset="0"/>
                </a:rPr>
                <a:t>=</a:t>
              </a:r>
            </a:p>
          </p:txBody>
        </p:sp>
        <p:pic>
          <p:nvPicPr>
            <p:cNvPr id="14" name="Graphic 13" descr="Group with solid fill">
              <a:extLst>
                <a:ext uri="{FF2B5EF4-FFF2-40B4-BE49-F238E27FC236}">
                  <a16:creationId xmlns:a16="http://schemas.microsoft.com/office/drawing/2014/main" id="{0FD639CE-F74B-317A-7C62-E9A6DCBE595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16633" y="3680856"/>
              <a:ext cx="914400" cy="914400"/>
            </a:xfrm>
            <a:prstGeom prst="rect">
              <a:avLst/>
            </a:prstGeom>
          </p:spPr>
        </p:pic>
        <p:pic>
          <p:nvPicPr>
            <p:cNvPr id="16" name="Graphic 15" descr="Group outline">
              <a:extLst>
                <a:ext uri="{FF2B5EF4-FFF2-40B4-BE49-F238E27FC236}">
                  <a16:creationId xmlns:a16="http://schemas.microsoft.com/office/drawing/2014/main" id="{A9752F97-3C16-7B83-80AA-EDFEBC81B1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07213" y="3680856"/>
              <a:ext cx="914400" cy="914400"/>
            </a:xfrm>
            <a:prstGeom prst="rect">
              <a:avLst/>
            </a:prstGeom>
          </p:spPr>
        </p:pic>
      </p:grpSp>
    </p:spTree>
    <p:extLst>
      <p:ext uri="{BB962C8B-B14F-4D97-AF65-F5344CB8AC3E}">
        <p14:creationId xmlns:p14="http://schemas.microsoft.com/office/powerpoint/2010/main" val="3427428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4DB7E-CFA7-340D-92D5-29F98B99F8DA}"/>
              </a:ext>
            </a:extLst>
          </p:cNvPr>
          <p:cNvSpPr>
            <a:spLocks noGrp="1"/>
          </p:cNvSpPr>
          <p:nvPr>
            <p:ph type="title"/>
          </p:nvPr>
        </p:nvSpPr>
        <p:spPr/>
        <p:txBody>
          <a:bodyPr/>
          <a:lstStyle/>
          <a:p>
            <a:r>
              <a:rPr lang="en-AU" sz="2800" dirty="0">
                <a:solidFill>
                  <a:srgbClr val="1F487C"/>
                </a:solidFill>
              </a:rPr>
              <a:t>Current Progress</a:t>
            </a:r>
          </a:p>
        </p:txBody>
      </p:sp>
      <p:sp>
        <p:nvSpPr>
          <p:cNvPr id="19" name="Rectangle: Rounded Corners 18">
            <a:extLst>
              <a:ext uri="{FF2B5EF4-FFF2-40B4-BE49-F238E27FC236}">
                <a16:creationId xmlns:a16="http://schemas.microsoft.com/office/drawing/2014/main" id="{53929D90-36FD-70DB-B54F-8519E98ED990}"/>
              </a:ext>
            </a:extLst>
          </p:cNvPr>
          <p:cNvSpPr/>
          <p:nvPr/>
        </p:nvSpPr>
        <p:spPr>
          <a:xfrm>
            <a:off x="609599" y="3944471"/>
            <a:ext cx="8416728" cy="2016000"/>
          </a:xfrm>
          <a:prstGeom prst="roundRect">
            <a:avLst/>
          </a:prstGeom>
          <a:gradFill flip="none" rotWithShape="1">
            <a:gsLst>
              <a:gs pos="0">
                <a:srgbClr val="00B050"/>
              </a:gs>
              <a:gs pos="37000">
                <a:srgbClr val="00B050"/>
              </a:gs>
              <a:gs pos="48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AU" sz="2200" b="1" dirty="0">
                <a:solidFill>
                  <a:schemeClr val="tx1"/>
                </a:solidFill>
                <a:latin typeface="Tw Cen MT" panose="020B0602020104020603" pitchFamily="34" charset="0"/>
              </a:rPr>
              <a:t>Qualitative Research</a:t>
            </a:r>
          </a:p>
        </p:txBody>
      </p:sp>
      <p:sp>
        <p:nvSpPr>
          <p:cNvPr id="3" name="Rectangle: Rounded Corners 2">
            <a:extLst>
              <a:ext uri="{FF2B5EF4-FFF2-40B4-BE49-F238E27FC236}">
                <a16:creationId xmlns:a16="http://schemas.microsoft.com/office/drawing/2014/main" id="{B6EB99EA-D9C3-380A-AEC8-DA38E7F9D962}"/>
              </a:ext>
            </a:extLst>
          </p:cNvPr>
          <p:cNvSpPr/>
          <p:nvPr/>
        </p:nvSpPr>
        <p:spPr>
          <a:xfrm>
            <a:off x="609599" y="3944471"/>
            <a:ext cx="8416728" cy="2016000"/>
          </a:xfrm>
          <a:prstGeom prst="round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AU" sz="2200" b="1" dirty="0">
                <a:solidFill>
                  <a:schemeClr val="tx1"/>
                </a:solidFill>
                <a:latin typeface="Tw Cen MT" panose="020B0602020104020603" pitchFamily="34" charset="0"/>
              </a:rPr>
              <a:t>Qualitative Research</a:t>
            </a:r>
          </a:p>
        </p:txBody>
      </p:sp>
      <p:graphicFrame>
        <p:nvGraphicFramePr>
          <p:cNvPr id="20" name="Diagram 19">
            <a:extLst>
              <a:ext uri="{FF2B5EF4-FFF2-40B4-BE49-F238E27FC236}">
                <a16:creationId xmlns:a16="http://schemas.microsoft.com/office/drawing/2014/main" id="{12E18A39-B920-041B-85AB-24A1E0BACBD8}"/>
              </a:ext>
            </a:extLst>
          </p:cNvPr>
          <p:cNvGraphicFramePr/>
          <p:nvPr>
            <p:extLst>
              <p:ext uri="{D42A27DB-BD31-4B8C-83A1-F6EECF244321}">
                <p14:modId xmlns:p14="http://schemas.microsoft.com/office/powerpoint/2010/main" val="2868649825"/>
              </p:ext>
            </p:extLst>
          </p:nvPr>
        </p:nvGraphicFramePr>
        <p:xfrm>
          <a:off x="752277" y="3943880"/>
          <a:ext cx="8128000" cy="20171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 name="Rectangle: Rounded Corners 21">
            <a:extLst>
              <a:ext uri="{FF2B5EF4-FFF2-40B4-BE49-F238E27FC236}">
                <a16:creationId xmlns:a16="http://schemas.microsoft.com/office/drawing/2014/main" id="{7B256B10-0957-547B-EA3F-0B4E8760E78B}"/>
              </a:ext>
            </a:extLst>
          </p:cNvPr>
          <p:cNvSpPr/>
          <p:nvPr/>
        </p:nvSpPr>
        <p:spPr>
          <a:xfrm>
            <a:off x="2657473" y="1424303"/>
            <a:ext cx="6224489" cy="2016000"/>
          </a:xfrm>
          <a:prstGeom prst="roundRect">
            <a:avLst/>
          </a:prstGeom>
          <a:gradFill flip="none" rotWithShape="1">
            <a:gsLst>
              <a:gs pos="0">
                <a:srgbClr val="00B050"/>
              </a:gs>
              <a:gs pos="8000">
                <a:srgbClr val="00B050"/>
              </a:gs>
              <a:gs pos="15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AU" sz="2200" b="1" dirty="0">
                <a:solidFill>
                  <a:schemeClr val="tx1"/>
                </a:solidFill>
                <a:latin typeface="Tw Cen MT" panose="020B0602020104020603" pitchFamily="34" charset="0"/>
              </a:rPr>
              <a:t>Quantitative Research</a:t>
            </a:r>
          </a:p>
        </p:txBody>
      </p:sp>
      <p:sp>
        <p:nvSpPr>
          <p:cNvPr id="9" name="Rectangle: Rounded Corners 8">
            <a:extLst>
              <a:ext uri="{FF2B5EF4-FFF2-40B4-BE49-F238E27FC236}">
                <a16:creationId xmlns:a16="http://schemas.microsoft.com/office/drawing/2014/main" id="{63923B8D-7299-089C-D927-1C84EE529966}"/>
              </a:ext>
            </a:extLst>
          </p:cNvPr>
          <p:cNvSpPr/>
          <p:nvPr/>
        </p:nvSpPr>
        <p:spPr>
          <a:xfrm>
            <a:off x="2655788" y="1424303"/>
            <a:ext cx="6224489" cy="2016000"/>
          </a:xfrm>
          <a:prstGeom prst="round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t"/>
          <a:lstStyle/>
          <a:p>
            <a:pPr algn="ctr"/>
            <a:r>
              <a:rPr lang="en-AU" sz="2200" b="1" dirty="0">
                <a:solidFill>
                  <a:schemeClr val="tx1"/>
                </a:solidFill>
                <a:latin typeface="Tw Cen MT" panose="020B0602020104020603" pitchFamily="34" charset="0"/>
              </a:rPr>
              <a:t>Quantitative Research</a:t>
            </a:r>
          </a:p>
        </p:txBody>
      </p:sp>
      <p:graphicFrame>
        <p:nvGraphicFramePr>
          <p:cNvPr id="23" name="Diagram 22">
            <a:extLst>
              <a:ext uri="{FF2B5EF4-FFF2-40B4-BE49-F238E27FC236}">
                <a16:creationId xmlns:a16="http://schemas.microsoft.com/office/drawing/2014/main" id="{4206D062-8AA6-C135-69E6-54671F530A46}"/>
              </a:ext>
            </a:extLst>
          </p:cNvPr>
          <p:cNvGraphicFramePr/>
          <p:nvPr/>
        </p:nvGraphicFramePr>
        <p:xfrm>
          <a:off x="609599" y="1423712"/>
          <a:ext cx="8128000" cy="20171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6908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xit" presetSubtype="21" fill="hold" grpId="0" nodeType="clickEffect">
                                  <p:stCondLst>
                                    <p:cond delay="0"/>
                                  </p:stCondLst>
                                  <p:childTnLst>
                                    <p:animEffect transition="out" filter="barn(inVertic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A wreath with pinecones and lights">
            <a:extLst>
              <a:ext uri="{FF2B5EF4-FFF2-40B4-BE49-F238E27FC236}">
                <a16:creationId xmlns:a16="http://schemas.microsoft.com/office/drawing/2014/main" id="{0EFD3452-712D-BA70-0FD5-A852E70C27F2}"/>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49914" r="50000"/>
          <a:stretch/>
        </p:blipFill>
        <p:spPr>
          <a:xfrm>
            <a:off x="9931456" y="0"/>
            <a:ext cx="2260544" cy="2264430"/>
          </a:xfrm>
          <a:prstGeom prst="rect">
            <a:avLst/>
          </a:prstGeom>
        </p:spPr>
      </p:pic>
      <p:grpSp>
        <p:nvGrpSpPr>
          <p:cNvPr id="8" name="Group 7">
            <a:extLst>
              <a:ext uri="{FF2B5EF4-FFF2-40B4-BE49-F238E27FC236}">
                <a16:creationId xmlns:a16="http://schemas.microsoft.com/office/drawing/2014/main" id="{AFEA6F7D-1CDA-4B06-6A32-7B4A22912057}"/>
              </a:ext>
            </a:extLst>
          </p:cNvPr>
          <p:cNvGrpSpPr/>
          <p:nvPr/>
        </p:nvGrpSpPr>
        <p:grpSpPr>
          <a:xfrm>
            <a:off x="3901405" y="2621635"/>
            <a:ext cx="3745878" cy="1614730"/>
            <a:chOff x="6292772" y="2621635"/>
            <a:chExt cx="3745878" cy="1614730"/>
          </a:xfrm>
        </p:grpSpPr>
        <p:pic>
          <p:nvPicPr>
            <p:cNvPr id="9" name="Graphic 8">
              <a:extLst>
                <a:ext uri="{FF2B5EF4-FFF2-40B4-BE49-F238E27FC236}">
                  <a16:creationId xmlns:a16="http://schemas.microsoft.com/office/drawing/2014/main" id="{C3E193FF-68ED-809A-95A4-2BF7260F4153}"/>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423920" y="2621635"/>
              <a:ext cx="1614730" cy="1614730"/>
            </a:xfrm>
            <a:prstGeom prst="rect">
              <a:avLst/>
            </a:prstGeom>
          </p:spPr>
        </p:pic>
        <p:pic>
          <p:nvPicPr>
            <p:cNvPr id="11" name="Graphic 13">
              <a:extLst>
                <a:ext uri="{FF2B5EF4-FFF2-40B4-BE49-F238E27FC236}">
                  <a16:creationId xmlns:a16="http://schemas.microsoft.com/office/drawing/2014/main" id="{2C6173BF-8930-578C-012D-C6394F88327B}"/>
                </a:ext>
                <a:ext uri="{C183D7F6-B498-43B3-948B-1728B52AA6E4}">
                  <adec:decorative xmlns:adec="http://schemas.microsoft.com/office/drawing/2017/decorative" val="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292772" y="2631759"/>
              <a:ext cx="1615830" cy="1534789"/>
            </a:xfrm>
            <a:prstGeom prst="rect">
              <a:avLst/>
            </a:prstGeom>
          </p:spPr>
        </p:pic>
      </p:grpSp>
      <p:sp>
        <p:nvSpPr>
          <p:cNvPr id="15" name="Title 1">
            <a:extLst>
              <a:ext uri="{FF2B5EF4-FFF2-40B4-BE49-F238E27FC236}">
                <a16:creationId xmlns:a16="http://schemas.microsoft.com/office/drawing/2014/main" id="{105022E4-0A77-93A0-1B4D-6EEFFC870D60}"/>
              </a:ext>
            </a:extLst>
          </p:cNvPr>
          <p:cNvSpPr txBox="1">
            <a:spLocks/>
          </p:cNvSpPr>
          <p:nvPr/>
        </p:nvSpPr>
        <p:spPr bwMode="auto">
          <a:xfrm>
            <a:off x="609600" y="117475"/>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lvl1pPr algn="l" defTabSz="457200" rtl="0" eaLnBrk="1" fontAlgn="base" hangingPunct="1">
              <a:spcBef>
                <a:spcPct val="0"/>
              </a:spcBef>
              <a:spcAft>
                <a:spcPct val="0"/>
              </a:spcAft>
              <a:defRPr sz="2400" b="1" kern="1200" baseline="0">
                <a:solidFill>
                  <a:schemeClr val="bg1"/>
                </a:solidFill>
                <a:latin typeface="Tw Cen MT"/>
                <a:ea typeface="ＭＳ Ｐゴシック" charset="0"/>
                <a:cs typeface="Tw Cen MT"/>
              </a:defRPr>
            </a:lvl1pPr>
            <a:lvl2pPr algn="l" defTabSz="457200" rtl="0" eaLnBrk="1" fontAlgn="base" hangingPunct="1">
              <a:spcBef>
                <a:spcPct val="0"/>
              </a:spcBef>
              <a:spcAft>
                <a:spcPct val="0"/>
              </a:spcAft>
              <a:defRPr sz="2400" b="1">
                <a:solidFill>
                  <a:schemeClr val="accent1"/>
                </a:solidFill>
                <a:latin typeface="Tw Cen MT" charset="0"/>
                <a:ea typeface="ＭＳ Ｐゴシック" charset="0"/>
              </a:defRPr>
            </a:lvl2pPr>
            <a:lvl3pPr algn="l" defTabSz="457200" rtl="0" eaLnBrk="1" fontAlgn="base" hangingPunct="1">
              <a:spcBef>
                <a:spcPct val="0"/>
              </a:spcBef>
              <a:spcAft>
                <a:spcPct val="0"/>
              </a:spcAft>
              <a:defRPr sz="2400" b="1">
                <a:solidFill>
                  <a:schemeClr val="accent1"/>
                </a:solidFill>
                <a:latin typeface="Tw Cen MT" charset="0"/>
                <a:ea typeface="ＭＳ Ｐゴシック" charset="0"/>
              </a:defRPr>
            </a:lvl3pPr>
            <a:lvl4pPr algn="l" defTabSz="457200" rtl="0" eaLnBrk="1" fontAlgn="base" hangingPunct="1">
              <a:spcBef>
                <a:spcPct val="0"/>
              </a:spcBef>
              <a:spcAft>
                <a:spcPct val="0"/>
              </a:spcAft>
              <a:defRPr sz="2400" b="1">
                <a:solidFill>
                  <a:schemeClr val="accent1"/>
                </a:solidFill>
                <a:latin typeface="Tw Cen MT" charset="0"/>
                <a:ea typeface="ＭＳ Ｐゴシック" charset="0"/>
              </a:defRPr>
            </a:lvl4pPr>
            <a:lvl5pPr algn="l" defTabSz="457200" rtl="0" eaLnBrk="1" fontAlgn="base" hangingPunct="1">
              <a:spcBef>
                <a:spcPct val="0"/>
              </a:spcBef>
              <a:spcAft>
                <a:spcPct val="0"/>
              </a:spcAft>
              <a:defRPr sz="2400" b="1">
                <a:solidFill>
                  <a:schemeClr val="accent1"/>
                </a:solidFill>
                <a:latin typeface="Tw Cen MT" charset="0"/>
                <a:ea typeface="ＭＳ Ｐゴシック" charset="0"/>
              </a:defRPr>
            </a:lvl5pPr>
            <a:lvl6pPr marL="457200" algn="l" defTabSz="457200" rtl="0" eaLnBrk="1" fontAlgn="base" hangingPunct="1">
              <a:spcBef>
                <a:spcPct val="0"/>
              </a:spcBef>
              <a:spcAft>
                <a:spcPct val="0"/>
              </a:spcAft>
              <a:defRPr sz="2400" b="1">
                <a:solidFill>
                  <a:schemeClr val="accent1"/>
                </a:solidFill>
                <a:latin typeface="Tw Cen MT" charset="0"/>
                <a:ea typeface="ＭＳ Ｐゴシック" charset="0"/>
              </a:defRPr>
            </a:lvl6pPr>
            <a:lvl7pPr marL="914400" algn="l" defTabSz="457200" rtl="0" eaLnBrk="1" fontAlgn="base" hangingPunct="1">
              <a:spcBef>
                <a:spcPct val="0"/>
              </a:spcBef>
              <a:spcAft>
                <a:spcPct val="0"/>
              </a:spcAft>
              <a:defRPr sz="2400" b="1">
                <a:solidFill>
                  <a:schemeClr val="accent1"/>
                </a:solidFill>
                <a:latin typeface="Tw Cen MT" charset="0"/>
                <a:ea typeface="ＭＳ Ｐゴシック" charset="0"/>
              </a:defRPr>
            </a:lvl7pPr>
            <a:lvl8pPr marL="1371600" algn="l" defTabSz="457200" rtl="0" eaLnBrk="1" fontAlgn="base" hangingPunct="1">
              <a:spcBef>
                <a:spcPct val="0"/>
              </a:spcBef>
              <a:spcAft>
                <a:spcPct val="0"/>
              </a:spcAft>
              <a:defRPr sz="2400" b="1">
                <a:solidFill>
                  <a:schemeClr val="accent1"/>
                </a:solidFill>
                <a:latin typeface="Tw Cen MT" charset="0"/>
                <a:ea typeface="ＭＳ Ｐゴシック" charset="0"/>
              </a:defRPr>
            </a:lvl8pPr>
            <a:lvl9pPr marL="1828800" algn="l" defTabSz="457200" rtl="0" eaLnBrk="1" fontAlgn="base" hangingPunct="1">
              <a:spcBef>
                <a:spcPct val="0"/>
              </a:spcBef>
              <a:spcAft>
                <a:spcPct val="0"/>
              </a:spcAft>
              <a:defRPr sz="2400" b="1">
                <a:solidFill>
                  <a:schemeClr val="accent1"/>
                </a:solidFill>
                <a:latin typeface="Tw Cen MT" charset="0"/>
                <a:ea typeface="ＭＳ Ｐゴシック" charset="0"/>
              </a:defRPr>
            </a:lvl9pPr>
          </a:lstStyle>
          <a:p>
            <a:r>
              <a:rPr lang="en-AU" sz="2800" dirty="0"/>
              <a:t>Thank you for your time</a:t>
            </a:r>
          </a:p>
        </p:txBody>
      </p:sp>
      <p:sp>
        <p:nvSpPr>
          <p:cNvPr id="19" name="Content Placeholder 2">
            <a:extLst>
              <a:ext uri="{FF2B5EF4-FFF2-40B4-BE49-F238E27FC236}">
                <a16:creationId xmlns:a16="http://schemas.microsoft.com/office/drawing/2014/main" id="{454C0192-A381-DA44-143D-E5FB609A13DD}"/>
              </a:ext>
            </a:extLst>
          </p:cNvPr>
          <p:cNvSpPr txBox="1">
            <a:spLocks/>
          </p:cNvSpPr>
          <p:nvPr/>
        </p:nvSpPr>
        <p:spPr>
          <a:xfrm>
            <a:off x="609599" y="1358901"/>
            <a:ext cx="10454953" cy="4767262"/>
          </a:xfrm>
          <a:prstGeom prst="rect">
            <a:avLst/>
          </a:prstGeom>
        </p:spPr>
        <p:txBody>
          <a:bodyPr vert="horz" lIns="91440" tIns="45720" rIns="91440" bIns="45720" rtlCol="0" anchor="t">
            <a:normAutofit/>
          </a:bodyPr>
          <a:lstStyle>
            <a:lvl1pPr marL="342900" indent="-342900" algn="l" defTabSz="457200" rtl="0" eaLnBrk="1" fontAlgn="base" hangingPunct="1">
              <a:lnSpc>
                <a:spcPct val="90000"/>
              </a:lnSpc>
              <a:spcBef>
                <a:spcPct val="20000"/>
              </a:spcBef>
              <a:spcAft>
                <a:spcPct val="0"/>
              </a:spcAft>
              <a:buFont typeface="Lucida Grande" charset="0"/>
              <a:buChar char="–"/>
              <a:defRPr sz="2000" kern="1200">
                <a:solidFill>
                  <a:schemeClr val="tx1"/>
                </a:solidFill>
                <a:latin typeface="Tw Cen MT"/>
                <a:ea typeface="ＭＳ Ｐゴシック" charset="0"/>
                <a:cs typeface="Tw Cen MT"/>
              </a:defRPr>
            </a:lvl1pPr>
            <a:lvl2pPr marL="742950" indent="-285750" algn="l" defTabSz="457200" rtl="0" eaLnBrk="1" fontAlgn="base" hangingPunct="1">
              <a:lnSpc>
                <a:spcPct val="90000"/>
              </a:lnSpc>
              <a:spcBef>
                <a:spcPct val="20000"/>
              </a:spcBef>
              <a:spcAft>
                <a:spcPct val="0"/>
              </a:spcAft>
              <a:buFont typeface="Lucida Grande"/>
              <a:buChar char="–"/>
              <a:defRPr sz="1800" kern="1200">
                <a:solidFill>
                  <a:schemeClr val="tx1"/>
                </a:solidFill>
                <a:latin typeface="Tw Cen MT"/>
                <a:ea typeface="ＭＳ Ｐゴシック" charset="0"/>
                <a:cs typeface="Tw Cen MT"/>
              </a:defRPr>
            </a:lvl2pPr>
            <a:lvl3pPr marL="1143000" indent="-228600" algn="l" defTabSz="457200" rtl="0" eaLnBrk="1" fontAlgn="base" hangingPunct="1">
              <a:lnSpc>
                <a:spcPct val="90000"/>
              </a:lnSpc>
              <a:spcBef>
                <a:spcPct val="20000"/>
              </a:spcBef>
              <a:spcAft>
                <a:spcPct val="0"/>
              </a:spcAft>
              <a:buFont typeface="Arial" charset="0"/>
              <a:buChar char="•"/>
              <a:defRPr sz="1600" kern="1200">
                <a:solidFill>
                  <a:schemeClr val="tx1"/>
                </a:solidFill>
                <a:latin typeface="Tw Cen MT"/>
                <a:ea typeface="ＭＳ Ｐゴシック" charset="0"/>
                <a:cs typeface="Tw Cen MT"/>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Tw Cen MT"/>
                <a:ea typeface="ＭＳ Ｐゴシック" charset="0"/>
                <a:cs typeface="Tw Cen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sz="2200" b="1" dirty="0">
                <a:solidFill>
                  <a:schemeClr val="bg1"/>
                </a:solidFill>
              </a:rPr>
              <a:t>Comments &amp; Questions</a:t>
            </a: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dirty="0">
              <a:solidFill>
                <a:schemeClr val="bg1"/>
              </a:solidFill>
            </a:endParaRPr>
          </a:p>
          <a:p>
            <a:pPr marL="0" indent="0">
              <a:buNone/>
            </a:pPr>
            <a:endParaRPr lang="en-AU" sz="1900" b="1">
              <a:solidFill>
                <a:schemeClr val="bg1"/>
              </a:solidFill>
            </a:endParaRPr>
          </a:p>
          <a:p>
            <a:pPr marL="0" indent="0">
              <a:buNone/>
            </a:pPr>
            <a:endParaRPr lang="en-AU" sz="1900" b="1">
              <a:solidFill>
                <a:schemeClr val="bg1"/>
              </a:solidFill>
            </a:endParaRPr>
          </a:p>
          <a:p>
            <a:pPr marL="0" indent="0" algn="r">
              <a:buNone/>
            </a:pPr>
            <a:endParaRPr lang="en-AU" sz="1200" b="1" dirty="0">
              <a:solidFill>
                <a:schemeClr val="bg1"/>
              </a:solidFill>
            </a:endParaRPr>
          </a:p>
          <a:p>
            <a:pPr marL="0" indent="0" algn="r">
              <a:buNone/>
            </a:pPr>
            <a:endParaRPr lang="en-AU" sz="1200" b="1" dirty="0">
              <a:solidFill>
                <a:schemeClr val="bg1"/>
              </a:solidFill>
            </a:endParaRPr>
          </a:p>
          <a:p>
            <a:pPr marL="0" indent="0" algn="r">
              <a:buNone/>
            </a:pPr>
            <a:endParaRPr lang="en-AU" sz="1200" b="1" dirty="0">
              <a:solidFill>
                <a:schemeClr val="bg1"/>
              </a:solidFill>
            </a:endParaRPr>
          </a:p>
          <a:p>
            <a:pPr marL="0" indent="0" algn="r">
              <a:buNone/>
            </a:pPr>
            <a:r>
              <a:rPr lang="en-AU" sz="1200" b="1" dirty="0">
                <a:solidFill>
                  <a:schemeClr val="bg1"/>
                </a:solidFill>
              </a:rPr>
              <a:t>Name: Arkar Than Win			</a:t>
            </a:r>
          </a:p>
          <a:p>
            <a:pPr marL="0" indent="0" algn="r">
              <a:buNone/>
            </a:pPr>
            <a:r>
              <a:rPr lang="en-AU" sz="1200" b="1" dirty="0">
                <a:solidFill>
                  <a:schemeClr val="bg1"/>
                </a:solidFill>
              </a:rPr>
              <a:t>Email: </a:t>
            </a:r>
            <a:r>
              <a:rPr lang="en-AU" sz="1200" b="1" dirty="0">
                <a:solidFill>
                  <a:schemeClr val="bg1"/>
                </a:solidFill>
                <a:hlinkClick r:id="rId6"/>
              </a:rPr>
              <a:t>arkar.thanwin@sydney.edu.au</a:t>
            </a:r>
            <a:r>
              <a:rPr lang="en-AU" sz="1200" b="1" dirty="0">
                <a:solidFill>
                  <a:schemeClr val="bg1"/>
                </a:solidFill>
              </a:rPr>
              <a:t>	</a:t>
            </a:r>
          </a:p>
          <a:p>
            <a:pPr marL="0" indent="0" algn="r">
              <a:buNone/>
            </a:pPr>
            <a:endParaRPr lang="en-AU" sz="1200" b="1" dirty="0">
              <a:solidFill>
                <a:schemeClr val="bg1"/>
              </a:solidFill>
            </a:endParaRPr>
          </a:p>
        </p:txBody>
      </p:sp>
    </p:spTree>
    <p:extLst>
      <p:ext uri="{BB962C8B-B14F-4D97-AF65-F5344CB8AC3E}">
        <p14:creationId xmlns:p14="http://schemas.microsoft.com/office/powerpoint/2010/main" val="3780604414"/>
      </p:ext>
    </p:extLst>
  </p:cSld>
  <p:clrMapOvr>
    <a:masterClrMapping/>
  </p:clrMapOvr>
</p:sld>
</file>

<file path=ppt/theme/theme1.xml><?xml version="1.0" encoding="utf-8"?>
<a:theme xmlns:a="http://schemas.openxmlformats.org/drawingml/2006/main" name="IATBR2015Recruitment">
  <a:themeElements>
    <a:clrScheme name="Custom 1">
      <a:dk1>
        <a:sysClr val="windowText" lastClr="000000"/>
      </a:dk1>
      <a:lt1>
        <a:sysClr val="window" lastClr="FFFFFF"/>
      </a:lt1>
      <a:dk2>
        <a:srgbClr val="1F497D"/>
      </a:dk2>
      <a:lt2>
        <a:srgbClr val="EEECE1"/>
      </a:lt2>
      <a:accent1>
        <a:srgbClr val="F05133"/>
      </a:accent1>
      <a:accent2>
        <a:srgbClr val="808080"/>
      </a:accent2>
      <a:accent3>
        <a:srgbClr val="4C4C4C"/>
      </a:accent3>
      <a:accent4>
        <a:srgbClr val="CCCCCC"/>
      </a:accent4>
      <a:accent5>
        <a:srgbClr val="000000"/>
      </a:accent5>
      <a:accent6>
        <a:srgbClr val="FFB800"/>
      </a:accent6>
      <a:hlink>
        <a:srgbClr val="F05133"/>
      </a:hlink>
      <a:folHlink>
        <a:srgbClr val="F0513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76200">
          <a:solidFill>
            <a:schemeClr val="tx1"/>
          </a:solidFill>
          <a:tailEnd type="triangle"/>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TBR2015Recruitment" id="{7C0E59B8-90D7-4175-94D2-9A155EA9ABEE}" vid="{D19AB835-6D0A-4BA8-9B03-B1F9F3E025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1176</TotalTime>
  <Words>583</Words>
  <Application>Microsoft Office PowerPoint</Application>
  <PresentationFormat>Widescreen</PresentationFormat>
  <Paragraphs>137</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Lucida Grande</vt:lpstr>
      <vt:lpstr>Tw Cen MT</vt:lpstr>
      <vt:lpstr>IATBR2015Recruitment</vt:lpstr>
      <vt:lpstr>PowerPoint Presentation</vt:lpstr>
      <vt:lpstr>Acknowledgement of Country</vt:lpstr>
      <vt:lpstr>Meet James A young man who battles physical challenges daily</vt:lpstr>
      <vt:lpstr>PowerPoint Presentation</vt:lpstr>
      <vt:lpstr>PowerPoint Presentation</vt:lpstr>
      <vt:lpstr>PowerPoint Presentation</vt:lpstr>
      <vt:lpstr>PowerPoint Presentation</vt:lpstr>
      <vt:lpstr>PowerPoint Presentation</vt:lpstr>
      <vt:lpstr>Meet James A young man who battles physical challenges daily</vt:lpstr>
      <vt:lpstr>Meet James A young man who battles physical challenges daily</vt:lpstr>
      <vt:lpstr>Meet James A young man who battles physical challenges daily</vt:lpstr>
      <vt:lpstr>PowerPoint Presentation</vt:lpstr>
      <vt:lpstr>Meet James A young man who battles physical challenges daily</vt:lpstr>
      <vt:lpstr>PowerPoint Presentation</vt:lpstr>
      <vt:lpstr>PowerPoint Presentation</vt:lpstr>
      <vt:lpstr>PowerPoint Presentation</vt:lpstr>
      <vt:lpstr>Research Question</vt:lpstr>
      <vt:lpstr>What are Autonomous Vehicles?</vt:lpstr>
      <vt:lpstr>Quick Stats Snapshot</vt:lpstr>
      <vt:lpstr>Literature Review</vt:lpstr>
      <vt:lpstr>Methodology</vt:lpstr>
      <vt:lpstr>Current Progress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Arkar Than Win</dc:creator>
  <cp:lastModifiedBy>Arkar ThanWin</cp:lastModifiedBy>
  <cp:revision>5</cp:revision>
  <dcterms:created xsi:type="dcterms:W3CDTF">2024-10-26T23:30:28Z</dcterms:created>
  <dcterms:modified xsi:type="dcterms:W3CDTF">2026-09-28T10:35:14Z</dcterms:modified>
</cp:coreProperties>
</file>